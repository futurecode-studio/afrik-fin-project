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4193" r:id="rId2"/>
  </p:sldMasterIdLst>
  <p:notesMasterIdLst>
    <p:notesMasterId r:id="rId28"/>
  </p:notesMasterIdLst>
  <p:handoutMasterIdLst>
    <p:handoutMasterId r:id="rId29"/>
  </p:handoutMasterIdLst>
  <p:sldIdLst>
    <p:sldId id="1809" r:id="rId3"/>
    <p:sldId id="1816" r:id="rId4"/>
    <p:sldId id="1817" r:id="rId5"/>
    <p:sldId id="1820" r:id="rId6"/>
    <p:sldId id="1833" r:id="rId7"/>
    <p:sldId id="1834" r:id="rId8"/>
    <p:sldId id="1829" r:id="rId9"/>
    <p:sldId id="1818" r:id="rId10"/>
    <p:sldId id="1830" r:id="rId11"/>
    <p:sldId id="1825" r:id="rId12"/>
    <p:sldId id="1831" r:id="rId13"/>
    <p:sldId id="1826" r:id="rId14"/>
    <p:sldId id="1832" r:id="rId15"/>
    <p:sldId id="1810" r:id="rId16"/>
    <p:sldId id="1835" r:id="rId17"/>
    <p:sldId id="1838" r:id="rId18"/>
    <p:sldId id="1837" r:id="rId19"/>
    <p:sldId id="1836" r:id="rId20"/>
    <p:sldId id="1824" r:id="rId21"/>
    <p:sldId id="1828" r:id="rId22"/>
    <p:sldId id="1827" r:id="rId23"/>
    <p:sldId id="1815" r:id="rId24"/>
    <p:sldId id="1822" r:id="rId25"/>
    <p:sldId id="1813" r:id="rId26"/>
    <p:sldId id="1634" r:id="rId27"/>
  </p:sldIdLst>
  <p:sldSz cx="12192000" cy="6858000"/>
  <p:notesSz cx="6858000" cy="9144000"/>
  <p:defaultTex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EAADE"/>
    <a:srgbClr val="D0DFC3"/>
    <a:srgbClr val="9DC75A"/>
    <a:srgbClr val="38579A"/>
    <a:srgbClr val="E99BEB"/>
    <a:srgbClr val="515C63"/>
    <a:srgbClr val="3F4C55"/>
    <a:srgbClr val="31AFB5"/>
    <a:srgbClr val="72B359"/>
    <a:srgbClr val="22363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E2CDC8-7DC6-4C05-BF36-2E274FC55262}" v="1" dt="2024-06-01T05:07:06.54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15" autoAdjust="0"/>
    <p:restoredTop sz="93447" autoAdjust="0"/>
  </p:normalViewPr>
  <p:slideViewPr>
    <p:cSldViewPr>
      <p:cViewPr varScale="1">
        <p:scale>
          <a:sx n="69" d="100"/>
          <a:sy n="69" d="100"/>
        </p:scale>
        <p:origin x="-654" y="-9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2832"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microsoft.com/office/2016/11/relationships/changesInfo" Target="changesInfos/changesInfo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3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 Emmanuel EBO (Green Pay)" userId="084c3255-a5bf-450c-be20-6fce5371fa15" providerId="ADAL" clId="{93821061-99DD-4219-BD4D-6AF2C37A61BB}"/>
    <pc:docChg chg="undo redo custSel addSld delSld modSld sldOrd">
      <pc:chgData name="Marc Emmanuel EBO (Green Pay)" userId="084c3255-a5bf-450c-be20-6fce5371fa15" providerId="ADAL" clId="{93821061-99DD-4219-BD4D-6AF2C37A61BB}" dt="2024-05-03T19:32:59.333" v="9341" actId="5793"/>
      <pc:docMkLst>
        <pc:docMk/>
      </pc:docMkLst>
      <pc:sldChg chg="delSp del mod ord">
        <pc:chgData name="Marc Emmanuel EBO (Green Pay)" userId="084c3255-a5bf-450c-be20-6fce5371fa15" providerId="ADAL" clId="{93821061-99DD-4219-BD4D-6AF2C37A61BB}" dt="2024-05-03T13:56:21.733" v="8918" actId="2696"/>
        <pc:sldMkLst>
          <pc:docMk/>
          <pc:sldMk cId="1519058305" sldId="1771"/>
        </pc:sldMkLst>
        <pc:spChg chg="del">
          <ac:chgData name="Marc Emmanuel EBO (Green Pay)" userId="084c3255-a5bf-450c-be20-6fce5371fa15" providerId="ADAL" clId="{93821061-99DD-4219-BD4D-6AF2C37A61BB}" dt="2024-05-01T15:40:20.341" v="6249" actId="478"/>
          <ac:spMkLst>
            <pc:docMk/>
            <pc:sldMk cId="1519058305" sldId="1771"/>
            <ac:spMk id="2" creationId="{DECDBC7B-AAB5-8DE3-75CA-4655EB549FDF}"/>
          </ac:spMkLst>
        </pc:spChg>
        <pc:spChg chg="del">
          <ac:chgData name="Marc Emmanuel EBO (Green Pay)" userId="084c3255-a5bf-450c-be20-6fce5371fa15" providerId="ADAL" clId="{93821061-99DD-4219-BD4D-6AF2C37A61BB}" dt="2024-05-01T15:07:23.968" v="5727" actId="478"/>
          <ac:spMkLst>
            <pc:docMk/>
            <pc:sldMk cId="1519058305" sldId="1771"/>
            <ac:spMk id="3" creationId="{C642F281-C505-0449-83DA-194AE61A22DE}"/>
          </ac:spMkLst>
        </pc:spChg>
        <pc:spChg chg="del">
          <ac:chgData name="Marc Emmanuel EBO (Green Pay)" userId="084c3255-a5bf-450c-be20-6fce5371fa15" providerId="ADAL" clId="{93821061-99DD-4219-BD4D-6AF2C37A61BB}" dt="2024-05-01T15:09:09.742" v="5789" actId="478"/>
          <ac:spMkLst>
            <pc:docMk/>
            <pc:sldMk cId="1519058305" sldId="1771"/>
            <ac:spMk id="4" creationId="{93FF7646-C9DE-92C0-FBB5-E6864910C63C}"/>
          </ac:spMkLst>
        </pc:spChg>
        <pc:spChg chg="del">
          <ac:chgData name="Marc Emmanuel EBO (Green Pay)" userId="084c3255-a5bf-450c-be20-6fce5371fa15" providerId="ADAL" clId="{93821061-99DD-4219-BD4D-6AF2C37A61BB}" dt="2024-05-01T15:09:04.399" v="5788" actId="478"/>
          <ac:spMkLst>
            <pc:docMk/>
            <pc:sldMk cId="1519058305" sldId="1771"/>
            <ac:spMk id="6" creationId="{A703E475-6675-0620-5463-82E39430C633}"/>
          </ac:spMkLst>
        </pc:spChg>
      </pc:sldChg>
      <pc:sldChg chg="addSp delSp modSp mod">
        <pc:chgData name="Marc Emmanuel EBO (Green Pay)" userId="084c3255-a5bf-450c-be20-6fce5371fa15" providerId="ADAL" clId="{93821061-99DD-4219-BD4D-6AF2C37A61BB}" dt="2024-05-02T20:19:30.250" v="8617" actId="20577"/>
        <pc:sldMkLst>
          <pc:docMk/>
          <pc:sldMk cId="3876947031" sldId="1810"/>
        </pc:sldMkLst>
        <pc:spChg chg="mod">
          <ac:chgData name="Marc Emmanuel EBO (Green Pay)" userId="084c3255-a5bf-450c-be20-6fce5371fa15" providerId="ADAL" clId="{93821061-99DD-4219-BD4D-6AF2C37A61BB}" dt="2024-05-01T13:19:36.061" v="4136" actId="1076"/>
          <ac:spMkLst>
            <pc:docMk/>
            <pc:sldMk cId="3876947031" sldId="1810"/>
            <ac:spMk id="2" creationId="{84B04FE1-708E-FB88-772F-C130D420B5E6}"/>
          </ac:spMkLst>
        </pc:spChg>
        <pc:spChg chg="mod">
          <ac:chgData name="Marc Emmanuel EBO (Green Pay)" userId="084c3255-a5bf-450c-be20-6fce5371fa15" providerId="ADAL" clId="{93821061-99DD-4219-BD4D-6AF2C37A61BB}" dt="2024-05-01T14:47:57.665" v="5415" actId="14100"/>
          <ac:spMkLst>
            <pc:docMk/>
            <pc:sldMk cId="3876947031" sldId="1810"/>
            <ac:spMk id="3" creationId="{2785C6AB-46FF-8DE5-757E-C56F33C72B79}"/>
          </ac:spMkLst>
        </pc:spChg>
        <pc:spChg chg="mod">
          <ac:chgData name="Marc Emmanuel EBO (Green Pay)" userId="084c3255-a5bf-450c-be20-6fce5371fa15" providerId="ADAL" clId="{93821061-99DD-4219-BD4D-6AF2C37A61BB}" dt="2024-05-01T13:37:38.845" v="4484" actId="1076"/>
          <ac:spMkLst>
            <pc:docMk/>
            <pc:sldMk cId="3876947031" sldId="1810"/>
            <ac:spMk id="4" creationId="{141A24AA-4198-22AF-F702-CF1B72D43E52}"/>
          </ac:spMkLst>
        </pc:spChg>
        <pc:spChg chg="mod">
          <ac:chgData name="Marc Emmanuel EBO (Green Pay)" userId="084c3255-a5bf-450c-be20-6fce5371fa15" providerId="ADAL" clId="{93821061-99DD-4219-BD4D-6AF2C37A61BB}" dt="2024-05-01T13:37:05.211" v="4478" actId="1076"/>
          <ac:spMkLst>
            <pc:docMk/>
            <pc:sldMk cId="3876947031" sldId="1810"/>
            <ac:spMk id="5" creationId="{1BBBD0A5-4020-4183-7DA1-A649F354C3A7}"/>
          </ac:spMkLst>
        </pc:spChg>
        <pc:spChg chg="add mod">
          <ac:chgData name="Marc Emmanuel EBO (Green Pay)" userId="084c3255-a5bf-450c-be20-6fce5371fa15" providerId="ADAL" clId="{93821061-99DD-4219-BD4D-6AF2C37A61BB}" dt="2024-05-01T14:48:16.959" v="5418" actId="1076"/>
          <ac:spMkLst>
            <pc:docMk/>
            <pc:sldMk cId="3876947031" sldId="1810"/>
            <ac:spMk id="6" creationId="{485F5679-8E14-2A79-0E90-A8502CE31462}"/>
          </ac:spMkLst>
        </pc:spChg>
        <pc:spChg chg="mod">
          <ac:chgData name="Marc Emmanuel EBO (Green Pay)" userId="084c3255-a5bf-450c-be20-6fce5371fa15" providerId="ADAL" clId="{93821061-99DD-4219-BD4D-6AF2C37A61BB}" dt="2024-05-01T14:47:01.792" v="5379" actId="14100"/>
          <ac:spMkLst>
            <pc:docMk/>
            <pc:sldMk cId="3876947031" sldId="1810"/>
            <ac:spMk id="7" creationId="{5D4154D2-015D-1215-03AE-C17AAA7A019C}"/>
          </ac:spMkLst>
        </pc:spChg>
        <pc:spChg chg="mod">
          <ac:chgData name="Marc Emmanuel EBO (Green Pay)" userId="084c3255-a5bf-450c-be20-6fce5371fa15" providerId="ADAL" clId="{93821061-99DD-4219-BD4D-6AF2C37A61BB}" dt="2024-05-02T20:19:30.250" v="8617" actId="20577"/>
          <ac:spMkLst>
            <pc:docMk/>
            <pc:sldMk cId="3876947031" sldId="1810"/>
            <ac:spMk id="8" creationId="{C144A5C0-C880-10EB-5AA5-A77F8BD987E5}"/>
          </ac:spMkLst>
        </pc:spChg>
        <pc:spChg chg="add mod">
          <ac:chgData name="Marc Emmanuel EBO (Green Pay)" userId="084c3255-a5bf-450c-be20-6fce5371fa15" providerId="ADAL" clId="{93821061-99DD-4219-BD4D-6AF2C37A61BB}" dt="2024-05-01T14:53:24.213" v="5640" actId="255"/>
          <ac:spMkLst>
            <pc:docMk/>
            <pc:sldMk cId="3876947031" sldId="1810"/>
            <ac:spMk id="9" creationId="{44813F13-65FE-7610-3CB2-2B9DD8EBC52D}"/>
          </ac:spMkLst>
        </pc:spChg>
        <pc:spChg chg="mod">
          <ac:chgData name="Marc Emmanuel EBO (Green Pay)" userId="084c3255-a5bf-450c-be20-6fce5371fa15" providerId="ADAL" clId="{93821061-99DD-4219-BD4D-6AF2C37A61BB}" dt="2024-05-01T14:53:02.705" v="5638" actId="255"/>
          <ac:spMkLst>
            <pc:docMk/>
            <pc:sldMk cId="3876947031" sldId="1810"/>
            <ac:spMk id="10" creationId="{B871556D-9D4E-2649-1D34-AC269116314B}"/>
          </ac:spMkLst>
        </pc:spChg>
        <pc:spChg chg="mod">
          <ac:chgData name="Marc Emmanuel EBO (Green Pay)" userId="084c3255-a5bf-450c-be20-6fce5371fa15" providerId="ADAL" clId="{93821061-99DD-4219-BD4D-6AF2C37A61BB}" dt="2024-05-01T13:37:18.749" v="4481" actId="1076"/>
          <ac:spMkLst>
            <pc:docMk/>
            <pc:sldMk cId="3876947031" sldId="1810"/>
            <ac:spMk id="12" creationId="{C14601D9-5B4F-3808-51D6-9B4BFDAEC21E}"/>
          </ac:spMkLst>
        </pc:spChg>
        <pc:spChg chg="mod">
          <ac:chgData name="Marc Emmanuel EBO (Green Pay)" userId="084c3255-a5bf-450c-be20-6fce5371fa15" providerId="ADAL" clId="{93821061-99DD-4219-BD4D-6AF2C37A61BB}" dt="2024-05-01T14:48:59.161" v="5424" actId="1076"/>
          <ac:spMkLst>
            <pc:docMk/>
            <pc:sldMk cId="3876947031" sldId="1810"/>
            <ac:spMk id="13" creationId="{F103F940-E164-C03E-0938-1FA1CC22B7A2}"/>
          </ac:spMkLst>
        </pc:spChg>
        <pc:spChg chg="mod">
          <ac:chgData name="Marc Emmanuel EBO (Green Pay)" userId="084c3255-a5bf-450c-be20-6fce5371fa15" providerId="ADAL" clId="{93821061-99DD-4219-BD4D-6AF2C37A61BB}" dt="2024-05-01T14:49:57.171" v="5464" actId="1076"/>
          <ac:spMkLst>
            <pc:docMk/>
            <pc:sldMk cId="3876947031" sldId="1810"/>
            <ac:spMk id="14" creationId="{C7C97CAD-256E-4368-796B-D57BDB5D6903}"/>
          </ac:spMkLst>
        </pc:spChg>
        <pc:spChg chg="mod">
          <ac:chgData name="Marc Emmanuel EBO (Green Pay)" userId="084c3255-a5bf-450c-be20-6fce5371fa15" providerId="ADAL" clId="{93821061-99DD-4219-BD4D-6AF2C37A61BB}" dt="2024-05-01T13:37:09.616" v="4479" actId="1076"/>
          <ac:spMkLst>
            <pc:docMk/>
            <pc:sldMk cId="3876947031" sldId="1810"/>
            <ac:spMk id="15" creationId="{6775A5FE-6028-42FE-C096-48A063219F9C}"/>
          </ac:spMkLst>
        </pc:spChg>
        <pc:spChg chg="add del">
          <ac:chgData name="Marc Emmanuel EBO (Green Pay)" userId="084c3255-a5bf-450c-be20-6fce5371fa15" providerId="ADAL" clId="{93821061-99DD-4219-BD4D-6AF2C37A61BB}" dt="2024-05-01T13:07:43.130" v="3889" actId="22"/>
          <ac:spMkLst>
            <pc:docMk/>
            <pc:sldMk cId="3876947031" sldId="1810"/>
            <ac:spMk id="16" creationId="{B64FB419-C9BB-3871-C2D3-9C7A1C880F5D}"/>
          </ac:spMkLst>
        </pc:spChg>
        <pc:spChg chg="add mod">
          <ac:chgData name="Marc Emmanuel EBO (Green Pay)" userId="084c3255-a5bf-450c-be20-6fce5371fa15" providerId="ADAL" clId="{93821061-99DD-4219-BD4D-6AF2C37A61BB}" dt="2024-05-01T14:53:46.786" v="5642" actId="255"/>
          <ac:spMkLst>
            <pc:docMk/>
            <pc:sldMk cId="3876947031" sldId="1810"/>
            <ac:spMk id="17" creationId="{04254217-F7DB-E23D-78D3-248C9FC8017D}"/>
          </ac:spMkLst>
        </pc:spChg>
        <pc:spChg chg="add mod">
          <ac:chgData name="Marc Emmanuel EBO (Green Pay)" userId="084c3255-a5bf-450c-be20-6fce5371fa15" providerId="ADAL" clId="{93821061-99DD-4219-BD4D-6AF2C37A61BB}" dt="2024-05-01T14:54:17.141" v="5644" actId="20577"/>
          <ac:spMkLst>
            <pc:docMk/>
            <pc:sldMk cId="3876947031" sldId="1810"/>
            <ac:spMk id="18" creationId="{AD58AFFF-2821-2505-C1BC-134D8D14F384}"/>
          </ac:spMkLst>
        </pc:spChg>
        <pc:spChg chg="add mod">
          <ac:chgData name="Marc Emmanuel EBO (Green Pay)" userId="084c3255-a5bf-450c-be20-6fce5371fa15" providerId="ADAL" clId="{93821061-99DD-4219-BD4D-6AF2C37A61BB}" dt="2024-05-01T13:13:57.883" v="4060"/>
          <ac:spMkLst>
            <pc:docMk/>
            <pc:sldMk cId="3876947031" sldId="1810"/>
            <ac:spMk id="19" creationId="{A6618DE9-E820-D17D-5FBF-9F01628F6872}"/>
          </ac:spMkLst>
        </pc:spChg>
        <pc:spChg chg="add mod">
          <ac:chgData name="Marc Emmanuel EBO (Green Pay)" userId="084c3255-a5bf-450c-be20-6fce5371fa15" providerId="ADAL" clId="{93821061-99DD-4219-BD4D-6AF2C37A61BB}" dt="2024-05-01T14:50:01.105" v="5465" actId="1076"/>
          <ac:spMkLst>
            <pc:docMk/>
            <pc:sldMk cId="3876947031" sldId="1810"/>
            <ac:spMk id="20" creationId="{EC6858ED-E8EA-BD0E-8DAC-9354472FEB4E}"/>
          </ac:spMkLst>
        </pc:spChg>
        <pc:spChg chg="add mod">
          <ac:chgData name="Marc Emmanuel EBO (Green Pay)" userId="084c3255-a5bf-450c-be20-6fce5371fa15" providerId="ADAL" clId="{93821061-99DD-4219-BD4D-6AF2C37A61BB}" dt="2024-05-01T14:52:28.212" v="5607" actId="20577"/>
          <ac:spMkLst>
            <pc:docMk/>
            <pc:sldMk cId="3876947031" sldId="1810"/>
            <ac:spMk id="21" creationId="{55EA9FFC-9A27-BA34-4A45-1B9820ED1303}"/>
          </ac:spMkLst>
        </pc:spChg>
        <pc:spChg chg="add mod">
          <ac:chgData name="Marc Emmanuel EBO (Green Pay)" userId="084c3255-a5bf-450c-be20-6fce5371fa15" providerId="ADAL" clId="{93821061-99DD-4219-BD4D-6AF2C37A61BB}" dt="2024-05-01T13:27:38.118" v="4201" actId="207"/>
          <ac:spMkLst>
            <pc:docMk/>
            <pc:sldMk cId="3876947031" sldId="1810"/>
            <ac:spMk id="22" creationId="{DC034D13-3E24-5C42-84C7-61DC993F120B}"/>
          </ac:spMkLst>
        </pc:spChg>
        <pc:spChg chg="add mod">
          <ac:chgData name="Marc Emmanuel EBO (Green Pay)" userId="084c3255-a5bf-450c-be20-6fce5371fa15" providerId="ADAL" clId="{93821061-99DD-4219-BD4D-6AF2C37A61BB}" dt="2024-05-01T13:38:48.015" v="4490" actId="13822"/>
          <ac:spMkLst>
            <pc:docMk/>
            <pc:sldMk cId="3876947031" sldId="1810"/>
            <ac:spMk id="23" creationId="{1FE5D673-1DFC-8101-AED9-DB07FEB5761D}"/>
          </ac:spMkLst>
        </pc:spChg>
        <pc:spChg chg="add mod">
          <ac:chgData name="Marc Emmanuel EBO (Green Pay)" userId="084c3255-a5bf-450c-be20-6fce5371fa15" providerId="ADAL" clId="{93821061-99DD-4219-BD4D-6AF2C37A61BB}" dt="2024-05-01T13:38:40.705" v="4489" actId="13822"/>
          <ac:spMkLst>
            <pc:docMk/>
            <pc:sldMk cId="3876947031" sldId="1810"/>
            <ac:spMk id="24" creationId="{4CC26BC9-A48F-A799-5387-9E2DF87303BA}"/>
          </ac:spMkLst>
        </pc:spChg>
        <pc:spChg chg="add mod">
          <ac:chgData name="Marc Emmanuel EBO (Green Pay)" userId="084c3255-a5bf-450c-be20-6fce5371fa15" providerId="ADAL" clId="{93821061-99DD-4219-BD4D-6AF2C37A61BB}" dt="2024-05-01T14:53:16.264" v="5639" actId="255"/>
          <ac:spMkLst>
            <pc:docMk/>
            <pc:sldMk cId="3876947031" sldId="1810"/>
            <ac:spMk id="25" creationId="{F566C446-8755-03B8-F5DB-43A9F43FEF25}"/>
          </ac:spMkLst>
        </pc:spChg>
        <pc:spChg chg="add mod">
          <ac:chgData name="Marc Emmanuel EBO (Green Pay)" userId="084c3255-a5bf-450c-be20-6fce5371fa15" providerId="ADAL" clId="{93821061-99DD-4219-BD4D-6AF2C37A61BB}" dt="2024-05-01T13:39:39.305" v="4496" actId="13822"/>
          <ac:spMkLst>
            <pc:docMk/>
            <pc:sldMk cId="3876947031" sldId="1810"/>
            <ac:spMk id="26" creationId="{C53B3C73-1F39-3529-6F21-775892E36DA1}"/>
          </ac:spMkLst>
        </pc:spChg>
        <pc:spChg chg="add mod">
          <ac:chgData name="Marc Emmanuel EBO (Green Pay)" userId="084c3255-a5bf-450c-be20-6fce5371fa15" providerId="ADAL" clId="{93821061-99DD-4219-BD4D-6AF2C37A61BB}" dt="2024-05-01T13:39:27.012" v="4495" actId="13822"/>
          <ac:spMkLst>
            <pc:docMk/>
            <pc:sldMk cId="3876947031" sldId="1810"/>
            <ac:spMk id="27" creationId="{C928FCA3-83B7-E583-FB3B-EAA521263E69}"/>
          </ac:spMkLst>
        </pc:spChg>
        <pc:spChg chg="add mod">
          <ac:chgData name="Marc Emmanuel EBO (Green Pay)" userId="084c3255-a5bf-450c-be20-6fce5371fa15" providerId="ADAL" clId="{93821061-99DD-4219-BD4D-6AF2C37A61BB}" dt="2024-05-01T13:40:15.800" v="4497" actId="13822"/>
          <ac:spMkLst>
            <pc:docMk/>
            <pc:sldMk cId="3876947031" sldId="1810"/>
            <ac:spMk id="28" creationId="{86456D37-F694-2C13-9D78-7E602FD039BA}"/>
          </ac:spMkLst>
        </pc:spChg>
        <pc:spChg chg="add mod">
          <ac:chgData name="Marc Emmanuel EBO (Green Pay)" userId="084c3255-a5bf-450c-be20-6fce5371fa15" providerId="ADAL" clId="{93821061-99DD-4219-BD4D-6AF2C37A61BB}" dt="2024-05-01T13:40:24.907" v="4498" actId="13822"/>
          <ac:spMkLst>
            <pc:docMk/>
            <pc:sldMk cId="3876947031" sldId="1810"/>
            <ac:spMk id="29" creationId="{999402A9-293E-6ED8-4CB3-FF6041DB1644}"/>
          </ac:spMkLst>
        </pc:spChg>
        <pc:spChg chg="add mod">
          <ac:chgData name="Marc Emmanuel EBO (Green Pay)" userId="084c3255-a5bf-450c-be20-6fce5371fa15" providerId="ADAL" clId="{93821061-99DD-4219-BD4D-6AF2C37A61BB}" dt="2024-05-01T13:37:25.308" v="4482" actId="1076"/>
          <ac:spMkLst>
            <pc:docMk/>
            <pc:sldMk cId="3876947031" sldId="1810"/>
            <ac:spMk id="30" creationId="{78ACCE34-B2A4-668A-85AF-74FE7EC6C5F2}"/>
          </ac:spMkLst>
        </pc:spChg>
        <pc:spChg chg="add mod">
          <ac:chgData name="Marc Emmanuel EBO (Green Pay)" userId="084c3255-a5bf-450c-be20-6fce5371fa15" providerId="ADAL" clId="{93821061-99DD-4219-BD4D-6AF2C37A61BB}" dt="2024-05-01T14:52:35.103" v="5621" actId="20577"/>
          <ac:spMkLst>
            <pc:docMk/>
            <pc:sldMk cId="3876947031" sldId="1810"/>
            <ac:spMk id="31" creationId="{BAF0E7B5-8626-CF23-F8BD-8C44BD5048E8}"/>
          </ac:spMkLst>
        </pc:spChg>
      </pc:sldChg>
      <pc:sldChg chg="modSp mod">
        <pc:chgData name="Marc Emmanuel EBO (Green Pay)" userId="084c3255-a5bf-450c-be20-6fce5371fa15" providerId="ADAL" clId="{93821061-99DD-4219-BD4D-6AF2C37A61BB}" dt="2024-05-03T15:11:56.950" v="9243" actId="255"/>
        <pc:sldMkLst>
          <pc:docMk/>
          <pc:sldMk cId="1347062348" sldId="1813"/>
        </pc:sldMkLst>
        <pc:spChg chg="mod">
          <ac:chgData name="Marc Emmanuel EBO (Green Pay)" userId="084c3255-a5bf-450c-be20-6fce5371fa15" providerId="ADAL" clId="{93821061-99DD-4219-BD4D-6AF2C37A61BB}" dt="2024-05-03T15:11:56.950" v="9243" actId="255"/>
          <ac:spMkLst>
            <pc:docMk/>
            <pc:sldMk cId="1347062348" sldId="1813"/>
            <ac:spMk id="21" creationId="{C57EE2D4-4A64-BB07-0016-2A5EB00F8F03}"/>
          </ac:spMkLst>
        </pc:spChg>
      </pc:sldChg>
      <pc:sldChg chg="modSp mod">
        <pc:chgData name="Marc Emmanuel EBO (Green Pay)" userId="084c3255-a5bf-450c-be20-6fce5371fa15" providerId="ADAL" clId="{93821061-99DD-4219-BD4D-6AF2C37A61BB}" dt="2024-05-03T14:33:24.779" v="8973" actId="20577"/>
        <pc:sldMkLst>
          <pc:docMk/>
          <pc:sldMk cId="411761220" sldId="1815"/>
        </pc:sldMkLst>
        <pc:spChg chg="mod">
          <ac:chgData name="Marc Emmanuel EBO (Green Pay)" userId="084c3255-a5bf-450c-be20-6fce5371fa15" providerId="ADAL" clId="{93821061-99DD-4219-BD4D-6AF2C37A61BB}" dt="2024-05-03T14:33:24.779" v="8973" actId="20577"/>
          <ac:spMkLst>
            <pc:docMk/>
            <pc:sldMk cId="411761220" sldId="1815"/>
            <ac:spMk id="7" creationId="{E9D1C708-71BF-D811-B6A4-363AE3385ABF}"/>
          </ac:spMkLst>
        </pc:spChg>
      </pc:sldChg>
      <pc:sldChg chg="addSp delSp modSp mod delAnim">
        <pc:chgData name="Marc Emmanuel EBO (Green Pay)" userId="084c3255-a5bf-450c-be20-6fce5371fa15" providerId="ADAL" clId="{93821061-99DD-4219-BD4D-6AF2C37A61BB}" dt="2024-05-03T16:01:45.644" v="9334"/>
        <pc:sldMkLst>
          <pc:docMk/>
          <pc:sldMk cId="3422923872" sldId="1816"/>
        </pc:sldMkLst>
        <pc:spChg chg="del">
          <ac:chgData name="Marc Emmanuel EBO (Green Pay)" userId="084c3255-a5bf-450c-be20-6fce5371fa15" providerId="ADAL" clId="{93821061-99DD-4219-BD4D-6AF2C37A61BB}" dt="2024-05-03T15:14:05.546" v="9263" actId="478"/>
          <ac:spMkLst>
            <pc:docMk/>
            <pc:sldMk cId="3422923872" sldId="1816"/>
            <ac:spMk id="2" creationId="{AD7383CE-8405-E1D1-E00A-D46C4E139195}"/>
          </ac:spMkLst>
        </pc:spChg>
        <pc:spChg chg="del">
          <ac:chgData name="Marc Emmanuel EBO (Green Pay)" userId="084c3255-a5bf-450c-be20-6fce5371fa15" providerId="ADAL" clId="{93821061-99DD-4219-BD4D-6AF2C37A61BB}" dt="2024-05-03T15:14:03.250" v="9262" actId="478"/>
          <ac:spMkLst>
            <pc:docMk/>
            <pc:sldMk cId="3422923872" sldId="1816"/>
            <ac:spMk id="3" creationId="{5265EB51-BADE-1E86-7179-9A223012DAD7}"/>
          </ac:spMkLst>
        </pc:spChg>
        <pc:spChg chg="add mod">
          <ac:chgData name="Marc Emmanuel EBO (Green Pay)" userId="084c3255-a5bf-450c-be20-6fce5371fa15" providerId="ADAL" clId="{93821061-99DD-4219-BD4D-6AF2C37A61BB}" dt="2024-05-03T16:01:45.644" v="9334"/>
          <ac:spMkLst>
            <pc:docMk/>
            <pc:sldMk cId="3422923872" sldId="1816"/>
            <ac:spMk id="4" creationId="{56288DB5-5539-12F3-66D4-ED3975788498}"/>
          </ac:spMkLst>
        </pc:spChg>
        <pc:spChg chg="del">
          <ac:chgData name="Marc Emmanuel EBO (Green Pay)" userId="084c3255-a5bf-450c-be20-6fce5371fa15" providerId="ADAL" clId="{93821061-99DD-4219-BD4D-6AF2C37A61BB}" dt="2024-05-03T15:13:27.958" v="9250" actId="478"/>
          <ac:spMkLst>
            <pc:docMk/>
            <pc:sldMk cId="3422923872" sldId="1816"/>
            <ac:spMk id="24" creationId="{D7BB5A3B-4420-0D00-EA6C-8F3B55F65D38}"/>
          </ac:spMkLst>
        </pc:spChg>
        <pc:spChg chg="del">
          <ac:chgData name="Marc Emmanuel EBO (Green Pay)" userId="084c3255-a5bf-450c-be20-6fce5371fa15" providerId="ADAL" clId="{93821061-99DD-4219-BD4D-6AF2C37A61BB}" dt="2024-05-03T15:13:49.546" v="9257" actId="478"/>
          <ac:spMkLst>
            <pc:docMk/>
            <pc:sldMk cId="3422923872" sldId="1816"/>
            <ac:spMk id="25" creationId="{99F2DAE2-79B6-3A9C-E806-9F8DA340AAF0}"/>
          </ac:spMkLst>
        </pc:spChg>
        <pc:spChg chg="del mod">
          <ac:chgData name="Marc Emmanuel EBO (Green Pay)" userId="084c3255-a5bf-450c-be20-6fce5371fa15" providerId="ADAL" clId="{93821061-99DD-4219-BD4D-6AF2C37A61BB}" dt="2024-05-03T15:13:36.413" v="9253" actId="478"/>
          <ac:spMkLst>
            <pc:docMk/>
            <pc:sldMk cId="3422923872" sldId="1816"/>
            <ac:spMk id="26" creationId="{5E051874-31F9-A242-FC27-2465F9D371C7}"/>
          </ac:spMkLst>
        </pc:spChg>
        <pc:spChg chg="del">
          <ac:chgData name="Marc Emmanuel EBO (Green Pay)" userId="084c3255-a5bf-450c-be20-6fce5371fa15" providerId="ADAL" clId="{93821061-99DD-4219-BD4D-6AF2C37A61BB}" dt="2024-05-03T15:13:52.090" v="9258" actId="478"/>
          <ac:spMkLst>
            <pc:docMk/>
            <pc:sldMk cId="3422923872" sldId="1816"/>
            <ac:spMk id="27" creationId="{2C0DCD92-6D54-169B-63BD-CE4EBF59030F}"/>
          </ac:spMkLst>
        </pc:spChg>
        <pc:spChg chg="del">
          <ac:chgData name="Marc Emmanuel EBO (Green Pay)" userId="084c3255-a5bf-450c-be20-6fce5371fa15" providerId="ADAL" clId="{93821061-99DD-4219-BD4D-6AF2C37A61BB}" dt="2024-05-03T15:13:54.713" v="9259" actId="478"/>
          <ac:spMkLst>
            <pc:docMk/>
            <pc:sldMk cId="3422923872" sldId="1816"/>
            <ac:spMk id="28" creationId="{6DEFA3FE-9D25-FF1E-DBF6-B81CEDC98299}"/>
          </ac:spMkLst>
        </pc:spChg>
        <pc:spChg chg="del">
          <ac:chgData name="Marc Emmanuel EBO (Green Pay)" userId="084c3255-a5bf-450c-be20-6fce5371fa15" providerId="ADAL" clId="{93821061-99DD-4219-BD4D-6AF2C37A61BB}" dt="2024-05-03T15:13:30.300" v="9251" actId="478"/>
          <ac:spMkLst>
            <pc:docMk/>
            <pc:sldMk cId="3422923872" sldId="1816"/>
            <ac:spMk id="29" creationId="{E4058579-35FD-62F7-5900-C0514D6B891A}"/>
          </ac:spMkLst>
        </pc:spChg>
        <pc:spChg chg="del">
          <ac:chgData name="Marc Emmanuel EBO (Green Pay)" userId="084c3255-a5bf-450c-be20-6fce5371fa15" providerId="ADAL" clId="{93821061-99DD-4219-BD4D-6AF2C37A61BB}" dt="2024-05-03T15:13:39.090" v="9254" actId="478"/>
          <ac:spMkLst>
            <pc:docMk/>
            <pc:sldMk cId="3422923872" sldId="1816"/>
            <ac:spMk id="30" creationId="{797A7651-D2A1-16FB-BE4F-71206B4153E9}"/>
          </ac:spMkLst>
        </pc:spChg>
        <pc:spChg chg="del">
          <ac:chgData name="Marc Emmanuel EBO (Green Pay)" userId="084c3255-a5bf-450c-be20-6fce5371fa15" providerId="ADAL" clId="{93821061-99DD-4219-BD4D-6AF2C37A61BB}" dt="2024-05-03T15:13:47.034" v="9256" actId="478"/>
          <ac:spMkLst>
            <pc:docMk/>
            <pc:sldMk cId="3422923872" sldId="1816"/>
            <ac:spMk id="31" creationId="{F2A63883-A0CC-8854-4179-DBB23B5AFC55}"/>
          </ac:spMkLst>
        </pc:spChg>
        <pc:spChg chg="del">
          <ac:chgData name="Marc Emmanuel EBO (Green Pay)" userId="084c3255-a5bf-450c-be20-6fce5371fa15" providerId="ADAL" clId="{93821061-99DD-4219-BD4D-6AF2C37A61BB}" dt="2024-05-03T15:14:00.987" v="9261" actId="478"/>
          <ac:spMkLst>
            <pc:docMk/>
            <pc:sldMk cId="3422923872" sldId="1816"/>
            <ac:spMk id="42" creationId="{B227EBDF-0F80-198C-4822-422D73BE251C}"/>
          </ac:spMkLst>
        </pc:spChg>
        <pc:spChg chg="del">
          <ac:chgData name="Marc Emmanuel EBO (Green Pay)" userId="084c3255-a5bf-450c-be20-6fce5371fa15" providerId="ADAL" clId="{93821061-99DD-4219-BD4D-6AF2C37A61BB}" dt="2024-05-03T15:14:08.057" v="9264" actId="478"/>
          <ac:spMkLst>
            <pc:docMk/>
            <pc:sldMk cId="3422923872" sldId="1816"/>
            <ac:spMk id="43" creationId="{6EEB085D-6421-3310-BED5-BE1B3D1BA1D9}"/>
          </ac:spMkLst>
        </pc:spChg>
        <pc:spChg chg="mod">
          <ac:chgData name="Marc Emmanuel EBO (Green Pay)" userId="084c3255-a5bf-450c-be20-6fce5371fa15" providerId="ADAL" clId="{93821061-99DD-4219-BD4D-6AF2C37A61BB}" dt="2024-05-02T19:39:36.593" v="8463" actId="255"/>
          <ac:spMkLst>
            <pc:docMk/>
            <pc:sldMk cId="3422923872" sldId="1816"/>
            <ac:spMk id="46" creationId="{604E22DD-7D28-B0C4-9774-B5537FFA6973}"/>
          </ac:spMkLst>
        </pc:spChg>
      </pc:sldChg>
      <pc:sldChg chg="modSp mod">
        <pc:chgData name="Marc Emmanuel EBO (Green Pay)" userId="084c3255-a5bf-450c-be20-6fce5371fa15" providerId="ADAL" clId="{93821061-99DD-4219-BD4D-6AF2C37A61BB}" dt="2024-05-02T19:45:46.305" v="8473" actId="20577"/>
        <pc:sldMkLst>
          <pc:docMk/>
          <pc:sldMk cId="1661586400" sldId="1817"/>
        </pc:sldMkLst>
        <pc:spChg chg="mod">
          <ac:chgData name="Marc Emmanuel EBO (Green Pay)" userId="084c3255-a5bf-450c-be20-6fce5371fa15" providerId="ADAL" clId="{93821061-99DD-4219-BD4D-6AF2C37A61BB}" dt="2024-05-01T09:23:35.483" v="3502" actId="14100"/>
          <ac:spMkLst>
            <pc:docMk/>
            <pc:sldMk cId="1661586400" sldId="1817"/>
            <ac:spMk id="2" creationId="{8BE6A2AE-B4DF-E826-E8FE-DA522BC69E23}"/>
          </ac:spMkLst>
        </pc:spChg>
        <pc:spChg chg="mod">
          <ac:chgData name="Marc Emmanuel EBO (Green Pay)" userId="084c3255-a5bf-450c-be20-6fce5371fa15" providerId="ADAL" clId="{93821061-99DD-4219-BD4D-6AF2C37A61BB}" dt="2024-05-02T19:45:46.305" v="8473" actId="20577"/>
          <ac:spMkLst>
            <pc:docMk/>
            <pc:sldMk cId="1661586400" sldId="1817"/>
            <ac:spMk id="5" creationId="{5B6E5B64-169C-A8F8-3EC5-9D7174E50CE5}"/>
          </ac:spMkLst>
        </pc:spChg>
        <pc:spChg chg="mod">
          <ac:chgData name="Marc Emmanuel EBO (Green Pay)" userId="084c3255-a5bf-450c-be20-6fce5371fa15" providerId="ADAL" clId="{93821061-99DD-4219-BD4D-6AF2C37A61BB}" dt="2024-05-01T09:22:53.206" v="3498" actId="20577"/>
          <ac:spMkLst>
            <pc:docMk/>
            <pc:sldMk cId="1661586400" sldId="1817"/>
            <ac:spMk id="6" creationId="{9E7D136F-235F-BC88-58FC-07B77475A6A0}"/>
          </ac:spMkLst>
        </pc:spChg>
        <pc:spChg chg="mod">
          <ac:chgData name="Marc Emmanuel EBO (Green Pay)" userId="084c3255-a5bf-450c-be20-6fce5371fa15" providerId="ADAL" clId="{93821061-99DD-4219-BD4D-6AF2C37A61BB}" dt="2024-05-01T18:48:32.408" v="6250" actId="1076"/>
          <ac:spMkLst>
            <pc:docMk/>
            <pc:sldMk cId="1661586400" sldId="1817"/>
            <ac:spMk id="11" creationId="{967CBC20-0DE1-7C6C-BFD4-45839FDF7B3B}"/>
          </ac:spMkLst>
        </pc:spChg>
        <pc:spChg chg="mod">
          <ac:chgData name="Marc Emmanuel EBO (Green Pay)" userId="084c3255-a5bf-450c-be20-6fce5371fa15" providerId="ADAL" clId="{93821061-99DD-4219-BD4D-6AF2C37A61BB}" dt="2024-05-01T14:40:57.167" v="5343" actId="113"/>
          <ac:spMkLst>
            <pc:docMk/>
            <pc:sldMk cId="1661586400" sldId="1817"/>
            <ac:spMk id="12" creationId="{64BBC8D5-3193-5E1A-606D-3BAA8243E9CD}"/>
          </ac:spMkLst>
        </pc:spChg>
        <pc:spChg chg="mod">
          <ac:chgData name="Marc Emmanuel EBO (Green Pay)" userId="084c3255-a5bf-450c-be20-6fce5371fa15" providerId="ADAL" clId="{93821061-99DD-4219-BD4D-6AF2C37A61BB}" dt="2024-05-01T21:08:48.239" v="6695" actId="115"/>
          <ac:spMkLst>
            <pc:docMk/>
            <pc:sldMk cId="1661586400" sldId="1817"/>
            <ac:spMk id="15" creationId="{C047EE49-F948-D97E-7F71-2896353DB82E}"/>
          </ac:spMkLst>
        </pc:spChg>
        <pc:picChg chg="mod">
          <ac:chgData name="Marc Emmanuel EBO (Green Pay)" userId="084c3255-a5bf-450c-be20-6fce5371fa15" providerId="ADAL" clId="{93821061-99DD-4219-BD4D-6AF2C37A61BB}" dt="2024-05-01T09:23:09.068" v="3499" actId="14100"/>
          <ac:picMkLst>
            <pc:docMk/>
            <pc:sldMk cId="1661586400" sldId="1817"/>
            <ac:picMk id="3" creationId="{FD1F233C-7456-C86B-ECB6-28910EF5EC29}"/>
          </ac:picMkLst>
        </pc:picChg>
      </pc:sldChg>
      <pc:sldChg chg="delSp modSp mod">
        <pc:chgData name="Marc Emmanuel EBO (Green Pay)" userId="084c3255-a5bf-450c-be20-6fce5371fa15" providerId="ADAL" clId="{93821061-99DD-4219-BD4D-6AF2C37A61BB}" dt="2024-05-03T14:15:51.514" v="8947" actId="20577"/>
        <pc:sldMkLst>
          <pc:docMk/>
          <pc:sldMk cId="1488755956" sldId="1818"/>
        </pc:sldMkLst>
        <pc:spChg chg="mod">
          <ac:chgData name="Marc Emmanuel EBO (Green Pay)" userId="084c3255-a5bf-450c-be20-6fce5371fa15" providerId="ADAL" clId="{93821061-99DD-4219-BD4D-6AF2C37A61BB}" dt="2024-05-02T19:23:07.754" v="8411" actId="20577"/>
          <ac:spMkLst>
            <pc:docMk/>
            <pc:sldMk cId="1488755956" sldId="1818"/>
            <ac:spMk id="2" creationId="{EECF7FDC-CBC6-D96E-3EF1-2B453C86CDE3}"/>
          </ac:spMkLst>
        </pc:spChg>
        <pc:spChg chg="mod">
          <ac:chgData name="Marc Emmanuel EBO (Green Pay)" userId="084c3255-a5bf-450c-be20-6fce5371fa15" providerId="ADAL" clId="{93821061-99DD-4219-BD4D-6AF2C37A61BB}" dt="2024-05-03T14:15:51.514" v="8947" actId="20577"/>
          <ac:spMkLst>
            <pc:docMk/>
            <pc:sldMk cId="1488755956" sldId="1818"/>
            <ac:spMk id="4" creationId="{56FE3A13-0DA0-7E41-2358-079CC3B0D3A7}"/>
          </ac:spMkLst>
        </pc:spChg>
        <pc:spChg chg="del mod">
          <ac:chgData name="Marc Emmanuel EBO (Green Pay)" userId="084c3255-a5bf-450c-be20-6fce5371fa15" providerId="ADAL" clId="{93821061-99DD-4219-BD4D-6AF2C37A61BB}" dt="2024-05-01T20:29:26.122" v="6693" actId="478"/>
          <ac:spMkLst>
            <pc:docMk/>
            <pc:sldMk cId="1488755956" sldId="1818"/>
            <ac:spMk id="5" creationId="{093B3719-2C2C-8978-EF2F-25137D3F4852}"/>
          </ac:spMkLst>
        </pc:spChg>
        <pc:spChg chg="del">
          <ac:chgData name="Marc Emmanuel EBO (Green Pay)" userId="084c3255-a5bf-450c-be20-6fce5371fa15" providerId="ADAL" clId="{93821061-99DD-4219-BD4D-6AF2C37A61BB}" dt="2024-04-30T15:38:47.173" v="6" actId="478"/>
          <ac:spMkLst>
            <pc:docMk/>
            <pc:sldMk cId="1488755956" sldId="1818"/>
            <ac:spMk id="6" creationId="{7DEBE7D6-5C15-8711-6D6F-9186DC146480}"/>
          </ac:spMkLst>
        </pc:spChg>
        <pc:spChg chg="del mod">
          <ac:chgData name="Marc Emmanuel EBO (Green Pay)" userId="084c3255-a5bf-450c-be20-6fce5371fa15" providerId="ADAL" clId="{93821061-99DD-4219-BD4D-6AF2C37A61BB}" dt="2024-05-01T22:21:54.508" v="8056" actId="478"/>
          <ac:spMkLst>
            <pc:docMk/>
            <pc:sldMk cId="1488755956" sldId="1818"/>
            <ac:spMk id="7" creationId="{12A7E4AC-6207-AC75-18B2-D88C6FA71D3F}"/>
          </ac:spMkLst>
        </pc:spChg>
        <pc:spChg chg="del mod">
          <ac:chgData name="Marc Emmanuel EBO (Green Pay)" userId="084c3255-a5bf-450c-be20-6fce5371fa15" providerId="ADAL" clId="{93821061-99DD-4219-BD4D-6AF2C37A61BB}" dt="2024-04-30T15:38:35.562" v="2" actId="478"/>
          <ac:spMkLst>
            <pc:docMk/>
            <pc:sldMk cId="1488755956" sldId="1818"/>
            <ac:spMk id="11" creationId="{454CB187-989C-1E65-98D0-276B58E06715}"/>
          </ac:spMkLst>
        </pc:spChg>
        <pc:spChg chg="mod">
          <ac:chgData name="Marc Emmanuel EBO (Green Pay)" userId="084c3255-a5bf-450c-be20-6fce5371fa15" providerId="ADAL" clId="{93821061-99DD-4219-BD4D-6AF2C37A61BB}" dt="2024-05-01T22:30:34.585" v="8207" actId="20577"/>
          <ac:spMkLst>
            <pc:docMk/>
            <pc:sldMk cId="1488755956" sldId="1818"/>
            <ac:spMk id="13" creationId="{1FD185D7-959A-1E70-A77B-B6AEBC37D742}"/>
          </ac:spMkLst>
        </pc:spChg>
        <pc:spChg chg="del">
          <ac:chgData name="Marc Emmanuel EBO (Green Pay)" userId="084c3255-a5bf-450c-be20-6fce5371fa15" providerId="ADAL" clId="{93821061-99DD-4219-BD4D-6AF2C37A61BB}" dt="2024-04-30T15:38:58.940" v="9" actId="478"/>
          <ac:spMkLst>
            <pc:docMk/>
            <pc:sldMk cId="1488755956" sldId="1818"/>
            <ac:spMk id="14" creationId="{B92CB0CC-CEFF-1D7B-9E8F-82B26CBCE8BA}"/>
          </ac:spMkLst>
        </pc:spChg>
        <pc:spChg chg="del">
          <ac:chgData name="Marc Emmanuel EBO (Green Pay)" userId="084c3255-a5bf-450c-be20-6fce5371fa15" providerId="ADAL" clId="{93821061-99DD-4219-BD4D-6AF2C37A61BB}" dt="2024-04-30T15:38:55.122" v="8" actId="478"/>
          <ac:spMkLst>
            <pc:docMk/>
            <pc:sldMk cId="1488755956" sldId="1818"/>
            <ac:spMk id="23" creationId="{334A325C-57AE-3D6A-0BA9-EE1483950F9E}"/>
          </ac:spMkLst>
        </pc:spChg>
        <pc:spChg chg="del">
          <ac:chgData name="Marc Emmanuel EBO (Green Pay)" userId="084c3255-a5bf-450c-be20-6fce5371fa15" providerId="ADAL" clId="{93821061-99DD-4219-BD4D-6AF2C37A61BB}" dt="2024-04-30T15:38:40.847" v="4" actId="478"/>
          <ac:spMkLst>
            <pc:docMk/>
            <pc:sldMk cId="1488755956" sldId="1818"/>
            <ac:spMk id="24" creationId="{ABD48551-C98C-FCE3-001C-6E831D4D3921}"/>
          </ac:spMkLst>
        </pc:spChg>
        <pc:picChg chg="mod">
          <ac:chgData name="Marc Emmanuel EBO (Green Pay)" userId="084c3255-a5bf-450c-be20-6fce5371fa15" providerId="ADAL" clId="{93821061-99DD-4219-BD4D-6AF2C37A61BB}" dt="2024-05-02T19:23:55.514" v="8417" actId="1076"/>
          <ac:picMkLst>
            <pc:docMk/>
            <pc:sldMk cId="1488755956" sldId="1818"/>
            <ac:picMk id="3" creationId="{4FC60880-D4B6-7366-A1C4-117223CA471A}"/>
          </ac:picMkLst>
        </pc:picChg>
        <pc:picChg chg="del mod">
          <ac:chgData name="Marc Emmanuel EBO (Green Pay)" userId="084c3255-a5bf-450c-be20-6fce5371fa15" providerId="ADAL" clId="{93821061-99DD-4219-BD4D-6AF2C37A61BB}" dt="2024-05-01T22:21:51.314" v="8055" actId="478"/>
          <ac:picMkLst>
            <pc:docMk/>
            <pc:sldMk cId="1488755956" sldId="1818"/>
            <ac:picMk id="9" creationId="{D6DA9730-E10B-1576-DDC3-DEA0349444D8}"/>
          </ac:picMkLst>
        </pc:picChg>
        <pc:picChg chg="del">
          <ac:chgData name="Marc Emmanuel EBO (Green Pay)" userId="084c3255-a5bf-450c-be20-6fce5371fa15" providerId="ADAL" clId="{93821061-99DD-4219-BD4D-6AF2C37A61BB}" dt="2024-04-30T15:38:43.781" v="5" actId="478"/>
          <ac:picMkLst>
            <pc:docMk/>
            <pc:sldMk cId="1488755956" sldId="1818"/>
            <ac:picMk id="10" creationId="{D8D37288-C780-3A3D-56B1-04CF6A64DAB3}"/>
          </ac:picMkLst>
        </pc:picChg>
        <pc:picChg chg="del">
          <ac:chgData name="Marc Emmanuel EBO (Green Pay)" userId="084c3255-a5bf-450c-be20-6fce5371fa15" providerId="ADAL" clId="{93821061-99DD-4219-BD4D-6AF2C37A61BB}" dt="2024-04-30T15:38:37.619" v="3" actId="478"/>
          <ac:picMkLst>
            <pc:docMk/>
            <pc:sldMk cId="1488755956" sldId="1818"/>
            <ac:picMk id="12" creationId="{DF9E6B77-8CC9-9BC2-997E-141711D669D7}"/>
          </ac:picMkLst>
        </pc:picChg>
        <pc:picChg chg="del">
          <ac:chgData name="Marc Emmanuel EBO (Green Pay)" userId="084c3255-a5bf-450c-be20-6fce5371fa15" providerId="ADAL" clId="{93821061-99DD-4219-BD4D-6AF2C37A61BB}" dt="2024-04-30T15:38:51.698" v="7" actId="478"/>
          <ac:picMkLst>
            <pc:docMk/>
            <pc:sldMk cId="1488755956" sldId="1818"/>
            <ac:picMk id="22" creationId="{8A053777-953C-446E-7F2E-0DBA6A71EECD}"/>
          </ac:picMkLst>
        </pc:picChg>
      </pc:sldChg>
      <pc:sldChg chg="addSp delSp modSp mod">
        <pc:chgData name="Marc Emmanuel EBO (Green Pay)" userId="084c3255-a5bf-450c-be20-6fce5371fa15" providerId="ADAL" clId="{93821061-99DD-4219-BD4D-6AF2C37A61BB}" dt="2024-05-02T19:42:38.148" v="8471" actId="255"/>
        <pc:sldMkLst>
          <pc:docMk/>
          <pc:sldMk cId="3645552177" sldId="1820"/>
        </pc:sldMkLst>
        <pc:spChg chg="del mod">
          <ac:chgData name="Marc Emmanuel EBO (Green Pay)" userId="084c3255-a5bf-450c-be20-6fce5371fa15" providerId="ADAL" clId="{93821061-99DD-4219-BD4D-6AF2C37A61BB}" dt="2024-05-01T18:56:37.557" v="6255" actId="478"/>
          <ac:spMkLst>
            <pc:docMk/>
            <pc:sldMk cId="3645552177" sldId="1820"/>
            <ac:spMk id="4" creationId="{59FB2F0A-F861-6BBF-3D35-2E575F668D67}"/>
          </ac:spMkLst>
        </pc:spChg>
        <pc:spChg chg="del mod">
          <ac:chgData name="Marc Emmanuel EBO (Green Pay)" userId="084c3255-a5bf-450c-be20-6fce5371fa15" providerId="ADAL" clId="{93821061-99DD-4219-BD4D-6AF2C37A61BB}" dt="2024-05-01T18:56:41.343" v="6256" actId="478"/>
          <ac:spMkLst>
            <pc:docMk/>
            <pc:sldMk cId="3645552177" sldId="1820"/>
            <ac:spMk id="6" creationId="{A6EF3176-4C7B-8A7E-57A7-1780DEE188F5}"/>
          </ac:spMkLst>
        </pc:spChg>
        <pc:spChg chg="del mod">
          <ac:chgData name="Marc Emmanuel EBO (Green Pay)" userId="084c3255-a5bf-450c-be20-6fce5371fa15" providerId="ADAL" clId="{93821061-99DD-4219-BD4D-6AF2C37A61BB}" dt="2024-05-01T18:56:44.630" v="6257" actId="478"/>
          <ac:spMkLst>
            <pc:docMk/>
            <pc:sldMk cId="3645552177" sldId="1820"/>
            <ac:spMk id="7" creationId="{ED64FA9D-68D1-D31A-DB8E-1BBF3203E359}"/>
          </ac:spMkLst>
        </pc:spChg>
        <pc:spChg chg="add del mod">
          <ac:chgData name="Marc Emmanuel EBO (Green Pay)" userId="084c3255-a5bf-450c-be20-6fce5371fa15" providerId="ADAL" clId="{93821061-99DD-4219-BD4D-6AF2C37A61BB}" dt="2024-05-01T19:56:19.710" v="6395" actId="478"/>
          <ac:spMkLst>
            <pc:docMk/>
            <pc:sldMk cId="3645552177" sldId="1820"/>
            <ac:spMk id="8" creationId="{2FC0069E-FF4E-742F-63D7-616AE83A4588}"/>
          </ac:spMkLst>
        </pc:spChg>
        <pc:spChg chg="mod">
          <ac:chgData name="Marc Emmanuel EBO (Green Pay)" userId="084c3255-a5bf-450c-be20-6fce5371fa15" providerId="ADAL" clId="{93821061-99DD-4219-BD4D-6AF2C37A61BB}" dt="2024-05-02T19:20:04.971" v="8400" actId="255"/>
          <ac:spMkLst>
            <pc:docMk/>
            <pc:sldMk cId="3645552177" sldId="1820"/>
            <ac:spMk id="17" creationId="{61CC0604-577E-48E1-33DC-233F4F6FF475}"/>
          </ac:spMkLst>
        </pc:spChg>
        <pc:spChg chg="del mod">
          <ac:chgData name="Marc Emmanuel EBO (Green Pay)" userId="084c3255-a5bf-450c-be20-6fce5371fa15" providerId="ADAL" clId="{93821061-99DD-4219-BD4D-6AF2C37A61BB}" dt="2024-05-01T18:55:59.987" v="6252" actId="478"/>
          <ac:spMkLst>
            <pc:docMk/>
            <pc:sldMk cId="3645552177" sldId="1820"/>
            <ac:spMk id="18" creationId="{9B78F06A-432C-5509-2963-47D57C3CBC59}"/>
          </ac:spMkLst>
        </pc:spChg>
        <pc:spChg chg="del mod">
          <ac:chgData name="Marc Emmanuel EBO (Green Pay)" userId="084c3255-a5bf-450c-be20-6fce5371fa15" providerId="ADAL" clId="{93821061-99DD-4219-BD4D-6AF2C37A61BB}" dt="2024-05-01T18:56:03.396" v="6253" actId="478"/>
          <ac:spMkLst>
            <pc:docMk/>
            <pc:sldMk cId="3645552177" sldId="1820"/>
            <ac:spMk id="19" creationId="{DCB6177C-5956-75E2-3A84-2673A343CAAC}"/>
          </ac:spMkLst>
        </pc:spChg>
        <pc:spChg chg="del mod">
          <ac:chgData name="Marc Emmanuel EBO (Green Pay)" userId="084c3255-a5bf-450c-be20-6fce5371fa15" providerId="ADAL" clId="{93821061-99DD-4219-BD4D-6AF2C37A61BB}" dt="2024-05-01T18:56:07.389" v="6254" actId="478"/>
          <ac:spMkLst>
            <pc:docMk/>
            <pc:sldMk cId="3645552177" sldId="1820"/>
            <ac:spMk id="20" creationId="{DDB465AD-6514-61ED-34FA-177083593124}"/>
          </ac:spMkLst>
        </pc:spChg>
        <pc:spChg chg="mod">
          <ac:chgData name="Marc Emmanuel EBO (Green Pay)" userId="084c3255-a5bf-450c-be20-6fce5371fa15" providerId="ADAL" clId="{93821061-99DD-4219-BD4D-6AF2C37A61BB}" dt="2024-05-02T19:42:38.148" v="8471" actId="255"/>
          <ac:spMkLst>
            <pc:docMk/>
            <pc:sldMk cId="3645552177" sldId="1820"/>
            <ac:spMk id="21" creationId="{C57EE2D4-4A64-BB07-0016-2A5EB00F8F03}"/>
          </ac:spMkLst>
        </pc:spChg>
        <pc:picChg chg="add del mod">
          <ac:chgData name="Marc Emmanuel EBO (Green Pay)" userId="084c3255-a5bf-450c-be20-6fce5371fa15" providerId="ADAL" clId="{93821061-99DD-4219-BD4D-6AF2C37A61BB}" dt="2024-05-01T19:02:09.795" v="6312" actId="478"/>
          <ac:picMkLst>
            <pc:docMk/>
            <pc:sldMk cId="3645552177" sldId="1820"/>
            <ac:picMk id="5" creationId="{D9ADB426-EB6C-DE34-C803-198B8F92F8E6}"/>
          </ac:picMkLst>
        </pc:picChg>
        <pc:picChg chg="add mod">
          <ac:chgData name="Marc Emmanuel EBO (Green Pay)" userId="084c3255-a5bf-450c-be20-6fce5371fa15" providerId="ADAL" clId="{93821061-99DD-4219-BD4D-6AF2C37A61BB}" dt="2024-05-02T19:21:02.571" v="8401" actId="14100"/>
          <ac:picMkLst>
            <pc:docMk/>
            <pc:sldMk cId="3645552177" sldId="1820"/>
            <ac:picMk id="10" creationId="{7A910986-DE61-CE5C-446A-CCB41429B814}"/>
          </ac:picMkLst>
        </pc:picChg>
        <pc:picChg chg="add mod">
          <ac:chgData name="Marc Emmanuel EBO (Green Pay)" userId="084c3255-a5bf-450c-be20-6fce5371fa15" providerId="ADAL" clId="{93821061-99DD-4219-BD4D-6AF2C37A61BB}" dt="2024-05-02T19:21:16.312" v="8402" actId="14100"/>
          <ac:picMkLst>
            <pc:docMk/>
            <pc:sldMk cId="3645552177" sldId="1820"/>
            <ac:picMk id="12" creationId="{7CB397FF-717D-C3E3-FE2D-2460892EF1FE}"/>
          </ac:picMkLst>
        </pc:picChg>
      </pc:sldChg>
      <pc:sldChg chg="addSp modSp mod">
        <pc:chgData name="Marc Emmanuel EBO (Green Pay)" userId="084c3255-a5bf-450c-be20-6fce5371fa15" providerId="ADAL" clId="{93821061-99DD-4219-BD4D-6AF2C37A61BB}" dt="2024-05-03T07:39:49.875" v="8618" actId="20577"/>
        <pc:sldMkLst>
          <pc:docMk/>
          <pc:sldMk cId="3495974023" sldId="1821"/>
        </pc:sldMkLst>
        <pc:spChg chg="mod">
          <ac:chgData name="Marc Emmanuel EBO (Green Pay)" userId="084c3255-a5bf-450c-be20-6fce5371fa15" providerId="ADAL" clId="{93821061-99DD-4219-BD4D-6AF2C37A61BB}" dt="2024-05-03T07:39:49.875" v="8618" actId="20577"/>
          <ac:spMkLst>
            <pc:docMk/>
            <pc:sldMk cId="3495974023" sldId="1821"/>
            <ac:spMk id="2" creationId="{84B04FE1-708E-FB88-772F-C130D420B5E6}"/>
          </ac:spMkLst>
        </pc:spChg>
        <pc:spChg chg="mod">
          <ac:chgData name="Marc Emmanuel EBO (Green Pay)" userId="084c3255-a5bf-450c-be20-6fce5371fa15" providerId="ADAL" clId="{93821061-99DD-4219-BD4D-6AF2C37A61BB}" dt="2024-05-01T13:58:47.023" v="4534" actId="207"/>
          <ac:spMkLst>
            <pc:docMk/>
            <pc:sldMk cId="3495974023" sldId="1821"/>
            <ac:spMk id="3" creationId="{2390CA96-22EC-F35A-CAFD-BB15EFCEAB72}"/>
          </ac:spMkLst>
        </pc:spChg>
        <pc:spChg chg="mod">
          <ac:chgData name="Marc Emmanuel EBO (Green Pay)" userId="084c3255-a5bf-450c-be20-6fce5371fa15" providerId="ADAL" clId="{93821061-99DD-4219-BD4D-6AF2C37A61BB}" dt="2024-05-01T13:59:01.300" v="4536" actId="13822"/>
          <ac:spMkLst>
            <pc:docMk/>
            <pc:sldMk cId="3495974023" sldId="1821"/>
            <ac:spMk id="4" creationId="{BE46960E-0251-FC79-F207-AAABA1F6DDC8}"/>
          </ac:spMkLst>
        </pc:spChg>
        <pc:spChg chg="mod">
          <ac:chgData name="Marc Emmanuel EBO (Green Pay)" userId="084c3255-a5bf-450c-be20-6fce5371fa15" providerId="ADAL" clId="{93821061-99DD-4219-BD4D-6AF2C37A61BB}" dt="2024-05-01T13:58:53.494" v="4535" actId="207"/>
          <ac:spMkLst>
            <pc:docMk/>
            <pc:sldMk cId="3495974023" sldId="1821"/>
            <ac:spMk id="5" creationId="{410E737E-6805-A78F-4119-E6293435F71D}"/>
          </ac:spMkLst>
        </pc:spChg>
        <pc:spChg chg="add mod">
          <ac:chgData name="Marc Emmanuel EBO (Green Pay)" userId="084c3255-a5bf-450c-be20-6fce5371fa15" providerId="ADAL" clId="{93821061-99DD-4219-BD4D-6AF2C37A61BB}" dt="2024-05-01T13:58:19.680" v="4531" actId="207"/>
          <ac:spMkLst>
            <pc:docMk/>
            <pc:sldMk cId="3495974023" sldId="1821"/>
            <ac:spMk id="6" creationId="{6DE2FB3C-EF43-5EBD-B8C4-E326EF7884B7}"/>
          </ac:spMkLst>
        </pc:spChg>
        <pc:spChg chg="mod">
          <ac:chgData name="Marc Emmanuel EBO (Green Pay)" userId="084c3255-a5bf-450c-be20-6fce5371fa15" providerId="ADAL" clId="{93821061-99DD-4219-BD4D-6AF2C37A61BB}" dt="2024-05-01T13:56:33.981" v="4527" actId="207"/>
          <ac:spMkLst>
            <pc:docMk/>
            <pc:sldMk cId="3495974023" sldId="1821"/>
            <ac:spMk id="7" creationId="{B8BBC44E-A18D-DB92-F5A0-8AEC26C11C72}"/>
          </ac:spMkLst>
        </pc:spChg>
        <pc:spChg chg="mod">
          <ac:chgData name="Marc Emmanuel EBO (Green Pay)" userId="084c3255-a5bf-450c-be20-6fce5371fa15" providerId="ADAL" clId="{93821061-99DD-4219-BD4D-6AF2C37A61BB}" dt="2024-05-02T20:19:22.433" v="8615" actId="20577"/>
          <ac:spMkLst>
            <pc:docMk/>
            <pc:sldMk cId="3495974023" sldId="1821"/>
            <ac:spMk id="8" creationId="{C144A5C0-C880-10EB-5AA5-A77F8BD987E5}"/>
          </ac:spMkLst>
        </pc:spChg>
        <pc:spChg chg="add mod">
          <ac:chgData name="Marc Emmanuel EBO (Green Pay)" userId="084c3255-a5bf-450c-be20-6fce5371fa15" providerId="ADAL" clId="{93821061-99DD-4219-BD4D-6AF2C37A61BB}" dt="2024-05-01T13:58:25.059" v="4532" actId="207"/>
          <ac:spMkLst>
            <pc:docMk/>
            <pc:sldMk cId="3495974023" sldId="1821"/>
            <ac:spMk id="9" creationId="{7F386B1A-65AE-B76B-B542-A7F2E7688832}"/>
          </ac:spMkLst>
        </pc:spChg>
        <pc:spChg chg="mod">
          <ac:chgData name="Marc Emmanuel EBO (Green Pay)" userId="084c3255-a5bf-450c-be20-6fce5371fa15" providerId="ADAL" clId="{93821061-99DD-4219-BD4D-6AF2C37A61BB}" dt="2024-05-01T14:56:23.573" v="5681" actId="20577"/>
          <ac:spMkLst>
            <pc:docMk/>
            <pc:sldMk cId="3495974023" sldId="1821"/>
            <ac:spMk id="10" creationId="{5C0FAB24-5E83-C525-3A14-F7315F8AE3E5}"/>
          </ac:spMkLst>
        </pc:spChg>
        <pc:spChg chg="mod">
          <ac:chgData name="Marc Emmanuel EBO (Green Pay)" userId="084c3255-a5bf-450c-be20-6fce5371fa15" providerId="ADAL" clId="{93821061-99DD-4219-BD4D-6AF2C37A61BB}" dt="2024-05-01T08:39:05.379" v="3302" actId="1076"/>
          <ac:spMkLst>
            <pc:docMk/>
            <pc:sldMk cId="3495974023" sldId="1821"/>
            <ac:spMk id="11" creationId="{9945B744-CFD1-1455-CFCE-9C2DCA2E7B14}"/>
          </ac:spMkLst>
        </pc:spChg>
        <pc:spChg chg="add mod">
          <ac:chgData name="Marc Emmanuel EBO (Green Pay)" userId="084c3255-a5bf-450c-be20-6fce5371fa15" providerId="ADAL" clId="{93821061-99DD-4219-BD4D-6AF2C37A61BB}" dt="2024-05-01T13:58:34.732" v="4533" actId="13822"/>
          <ac:spMkLst>
            <pc:docMk/>
            <pc:sldMk cId="3495974023" sldId="1821"/>
            <ac:spMk id="12" creationId="{2C305CD6-CE75-42F6-BA17-70EF50F27FF7}"/>
          </ac:spMkLst>
        </pc:spChg>
      </pc:sldChg>
      <pc:sldChg chg="modSp mod ord">
        <pc:chgData name="Marc Emmanuel EBO (Green Pay)" userId="084c3255-a5bf-450c-be20-6fce5371fa15" providerId="ADAL" clId="{93821061-99DD-4219-BD4D-6AF2C37A61BB}" dt="2024-05-03T15:12:53.318" v="9246" actId="20577"/>
        <pc:sldMkLst>
          <pc:docMk/>
          <pc:sldMk cId="1082188604" sldId="1822"/>
        </pc:sldMkLst>
        <pc:spChg chg="mod">
          <ac:chgData name="Marc Emmanuel EBO (Green Pay)" userId="084c3255-a5bf-450c-be20-6fce5371fa15" providerId="ADAL" clId="{93821061-99DD-4219-BD4D-6AF2C37A61BB}" dt="2024-05-01T08:46:11.471" v="3436" actId="20577"/>
          <ac:spMkLst>
            <pc:docMk/>
            <pc:sldMk cId="1082188604" sldId="1822"/>
            <ac:spMk id="2" creationId="{84B04FE1-708E-FB88-772F-C130D420B5E6}"/>
          </ac:spMkLst>
        </pc:spChg>
        <pc:spChg chg="mod">
          <ac:chgData name="Marc Emmanuel EBO (Green Pay)" userId="084c3255-a5bf-450c-be20-6fce5371fa15" providerId="ADAL" clId="{93821061-99DD-4219-BD4D-6AF2C37A61BB}" dt="2024-05-03T15:12:53.318" v="9246" actId="20577"/>
          <ac:spMkLst>
            <pc:docMk/>
            <pc:sldMk cId="1082188604" sldId="1822"/>
            <ac:spMk id="8" creationId="{C144A5C0-C880-10EB-5AA5-A77F8BD987E5}"/>
          </ac:spMkLst>
        </pc:spChg>
      </pc:sldChg>
      <pc:sldChg chg="addSp delSp modSp del mod ord">
        <pc:chgData name="Marc Emmanuel EBO (Green Pay)" userId="084c3255-a5bf-450c-be20-6fce5371fa15" providerId="ADAL" clId="{93821061-99DD-4219-BD4D-6AF2C37A61BB}" dt="2024-05-03T15:01:19.419" v="9050" actId="2696"/>
        <pc:sldMkLst>
          <pc:docMk/>
          <pc:sldMk cId="1710595251" sldId="1823"/>
        </pc:sldMkLst>
        <pc:spChg chg="add mod">
          <ac:chgData name="Marc Emmanuel EBO (Green Pay)" userId="084c3255-a5bf-450c-be20-6fce5371fa15" providerId="ADAL" clId="{93821061-99DD-4219-BD4D-6AF2C37A61BB}" dt="2024-05-03T14:47:19.538" v="8974" actId="1076"/>
          <ac:spMkLst>
            <pc:docMk/>
            <pc:sldMk cId="1710595251" sldId="1823"/>
            <ac:spMk id="2" creationId="{C1135849-FB8D-ED33-C645-89B5AC095AE9}"/>
          </ac:spMkLst>
        </pc:spChg>
        <pc:spChg chg="add mod">
          <ac:chgData name="Marc Emmanuel EBO (Green Pay)" userId="084c3255-a5bf-450c-be20-6fce5371fa15" providerId="ADAL" clId="{93821061-99DD-4219-BD4D-6AF2C37A61BB}" dt="2024-05-03T14:59:27.778" v="9034" actId="14100"/>
          <ac:spMkLst>
            <pc:docMk/>
            <pc:sldMk cId="1710595251" sldId="1823"/>
            <ac:spMk id="3" creationId="{698262DF-42EB-7564-0DC5-82E78AE393CA}"/>
          </ac:spMkLst>
        </pc:spChg>
        <pc:spChg chg="add mod">
          <ac:chgData name="Marc Emmanuel EBO (Green Pay)" userId="084c3255-a5bf-450c-be20-6fce5371fa15" providerId="ADAL" clId="{93821061-99DD-4219-BD4D-6AF2C37A61BB}" dt="2024-05-03T14:47:22.949" v="8975" actId="1076"/>
          <ac:spMkLst>
            <pc:docMk/>
            <pc:sldMk cId="1710595251" sldId="1823"/>
            <ac:spMk id="4" creationId="{BD667DC6-FE3F-4B00-E1F4-1E6310E63D35}"/>
          </ac:spMkLst>
        </pc:spChg>
        <pc:spChg chg="mod">
          <ac:chgData name="Marc Emmanuel EBO (Green Pay)" userId="084c3255-a5bf-450c-be20-6fce5371fa15" providerId="ADAL" clId="{93821061-99DD-4219-BD4D-6AF2C37A61BB}" dt="2024-05-03T14:48:41.492" v="8982" actId="14100"/>
          <ac:spMkLst>
            <pc:docMk/>
            <pc:sldMk cId="1710595251" sldId="1823"/>
            <ac:spMk id="5" creationId="{42E90B05-5455-3C25-7688-4665B56C6295}"/>
          </ac:spMkLst>
        </pc:spChg>
        <pc:spChg chg="mod">
          <ac:chgData name="Marc Emmanuel EBO (Green Pay)" userId="084c3255-a5bf-450c-be20-6fce5371fa15" providerId="ADAL" clId="{93821061-99DD-4219-BD4D-6AF2C37A61BB}" dt="2024-05-03T14:47:31.177" v="8976" actId="1076"/>
          <ac:spMkLst>
            <pc:docMk/>
            <pc:sldMk cId="1710595251" sldId="1823"/>
            <ac:spMk id="6" creationId="{C5103759-915D-78A1-922D-41BDED482529}"/>
          </ac:spMkLst>
        </pc:spChg>
        <pc:spChg chg="mod">
          <ac:chgData name="Marc Emmanuel EBO (Green Pay)" userId="084c3255-a5bf-450c-be20-6fce5371fa15" providerId="ADAL" clId="{93821061-99DD-4219-BD4D-6AF2C37A61BB}" dt="2024-05-03T14:57:12.930" v="9025" actId="20577"/>
          <ac:spMkLst>
            <pc:docMk/>
            <pc:sldMk cId="1710595251" sldId="1823"/>
            <ac:spMk id="7" creationId="{29F0D989-A2BD-FBE6-0962-84EAA7BF3251}"/>
          </ac:spMkLst>
        </pc:spChg>
        <pc:spChg chg="del">
          <ac:chgData name="Marc Emmanuel EBO (Green Pay)" userId="084c3255-a5bf-450c-be20-6fce5371fa15" providerId="ADAL" clId="{93821061-99DD-4219-BD4D-6AF2C37A61BB}" dt="2024-04-30T22:40:54.847" v="1311" actId="478"/>
          <ac:spMkLst>
            <pc:docMk/>
            <pc:sldMk cId="1710595251" sldId="1823"/>
            <ac:spMk id="9" creationId="{9D0B7F7B-6C77-DF45-D039-2992E99926B5}"/>
          </ac:spMkLst>
        </pc:spChg>
        <pc:spChg chg="del mod">
          <ac:chgData name="Marc Emmanuel EBO (Green Pay)" userId="084c3255-a5bf-450c-be20-6fce5371fa15" providerId="ADAL" clId="{93821061-99DD-4219-BD4D-6AF2C37A61BB}" dt="2024-04-30T22:42:48.450" v="1329" actId="478"/>
          <ac:spMkLst>
            <pc:docMk/>
            <pc:sldMk cId="1710595251" sldId="1823"/>
            <ac:spMk id="10" creationId="{3B1EA70B-AD33-FA31-61FD-2022DDFCD2CE}"/>
          </ac:spMkLst>
        </pc:spChg>
        <pc:spChg chg="del">
          <ac:chgData name="Marc Emmanuel EBO (Green Pay)" userId="084c3255-a5bf-450c-be20-6fce5371fa15" providerId="ADAL" clId="{93821061-99DD-4219-BD4D-6AF2C37A61BB}" dt="2024-04-30T22:40:34.565" v="1306" actId="478"/>
          <ac:spMkLst>
            <pc:docMk/>
            <pc:sldMk cId="1710595251" sldId="1823"/>
            <ac:spMk id="11" creationId="{8F4A49FD-2111-D195-3C68-EEA518FCA0C0}"/>
          </ac:spMkLst>
        </pc:spChg>
        <pc:spChg chg="del">
          <ac:chgData name="Marc Emmanuel EBO (Green Pay)" userId="084c3255-a5bf-450c-be20-6fce5371fa15" providerId="ADAL" clId="{93821061-99DD-4219-BD4D-6AF2C37A61BB}" dt="2024-04-30T22:40:49.088" v="1310" actId="478"/>
          <ac:spMkLst>
            <pc:docMk/>
            <pc:sldMk cId="1710595251" sldId="1823"/>
            <ac:spMk id="12" creationId="{6AA3F402-25CD-99F3-90E2-1EBBC91E659A}"/>
          </ac:spMkLst>
        </pc:spChg>
        <pc:spChg chg="del">
          <ac:chgData name="Marc Emmanuel EBO (Green Pay)" userId="084c3255-a5bf-450c-be20-6fce5371fa15" providerId="ADAL" clId="{93821061-99DD-4219-BD4D-6AF2C37A61BB}" dt="2024-04-30T22:40:46.088" v="1309" actId="478"/>
          <ac:spMkLst>
            <pc:docMk/>
            <pc:sldMk cId="1710595251" sldId="1823"/>
            <ac:spMk id="13" creationId="{EE9DEA28-9504-3A40-7961-3B3BAF02D4FE}"/>
          </ac:spMkLst>
        </pc:spChg>
        <pc:spChg chg="del">
          <ac:chgData name="Marc Emmanuel EBO (Green Pay)" userId="084c3255-a5bf-450c-be20-6fce5371fa15" providerId="ADAL" clId="{93821061-99DD-4219-BD4D-6AF2C37A61BB}" dt="2024-04-30T22:40:42.079" v="1308" actId="478"/>
          <ac:spMkLst>
            <pc:docMk/>
            <pc:sldMk cId="1710595251" sldId="1823"/>
            <ac:spMk id="20" creationId="{75A48F57-ED60-54C4-754B-7CAFE4C8C42D}"/>
          </ac:spMkLst>
        </pc:spChg>
        <pc:spChg chg="del">
          <ac:chgData name="Marc Emmanuel EBO (Green Pay)" userId="084c3255-a5bf-450c-be20-6fce5371fa15" providerId="ADAL" clId="{93821061-99DD-4219-BD4D-6AF2C37A61BB}" dt="2024-04-30T22:40:39.777" v="1307" actId="478"/>
          <ac:spMkLst>
            <pc:docMk/>
            <pc:sldMk cId="1710595251" sldId="1823"/>
            <ac:spMk id="22" creationId="{9CA08E69-F3D0-C060-7607-D5389B2A7A1E}"/>
          </ac:spMkLst>
        </pc:spChg>
      </pc:sldChg>
      <pc:sldChg chg="addSp delSp modSp mod ord">
        <pc:chgData name="Marc Emmanuel EBO (Green Pay)" userId="084c3255-a5bf-450c-be20-6fce5371fa15" providerId="ADAL" clId="{93821061-99DD-4219-BD4D-6AF2C37A61BB}" dt="2024-05-03T13:53:51.139" v="8911" actId="20577"/>
        <pc:sldMkLst>
          <pc:docMk/>
          <pc:sldMk cId="33679557" sldId="1824"/>
        </pc:sldMkLst>
        <pc:spChg chg="del mod">
          <ac:chgData name="Marc Emmanuel EBO (Green Pay)" userId="084c3255-a5bf-450c-be20-6fce5371fa15" providerId="ADAL" clId="{93821061-99DD-4219-BD4D-6AF2C37A61BB}" dt="2024-05-01T21:55:49.558" v="7735" actId="478"/>
          <ac:spMkLst>
            <pc:docMk/>
            <pc:sldMk cId="33679557" sldId="1824"/>
            <ac:spMk id="2" creationId="{84B04FE1-708E-FB88-772F-C130D420B5E6}"/>
          </ac:spMkLst>
        </pc:spChg>
        <pc:spChg chg="del">
          <ac:chgData name="Marc Emmanuel EBO (Green Pay)" userId="084c3255-a5bf-450c-be20-6fce5371fa15" providerId="ADAL" clId="{93821061-99DD-4219-BD4D-6AF2C37A61BB}" dt="2024-05-01T21:55:58.500" v="7736" actId="478"/>
          <ac:spMkLst>
            <pc:docMk/>
            <pc:sldMk cId="33679557" sldId="1824"/>
            <ac:spMk id="3" creationId="{2785C6AB-46FF-8DE5-757E-C56F33C72B79}"/>
          </ac:spMkLst>
        </pc:spChg>
        <pc:spChg chg="del">
          <ac:chgData name="Marc Emmanuel EBO (Green Pay)" userId="084c3255-a5bf-450c-be20-6fce5371fa15" providerId="ADAL" clId="{93821061-99DD-4219-BD4D-6AF2C37A61BB}" dt="2024-05-01T21:56:06.182" v="7738" actId="478"/>
          <ac:spMkLst>
            <pc:docMk/>
            <pc:sldMk cId="33679557" sldId="1824"/>
            <ac:spMk id="4" creationId="{141A24AA-4198-22AF-F702-CF1B72D43E52}"/>
          </ac:spMkLst>
        </pc:spChg>
        <pc:spChg chg="del">
          <ac:chgData name="Marc Emmanuel EBO (Green Pay)" userId="084c3255-a5bf-450c-be20-6fce5371fa15" providerId="ADAL" clId="{93821061-99DD-4219-BD4D-6AF2C37A61BB}" dt="2024-05-01T21:56:15.167" v="7740" actId="478"/>
          <ac:spMkLst>
            <pc:docMk/>
            <pc:sldMk cId="33679557" sldId="1824"/>
            <ac:spMk id="5" creationId="{1BBBD0A5-4020-4183-7DA1-A649F354C3A7}"/>
          </ac:spMkLst>
        </pc:spChg>
        <pc:spChg chg="del">
          <ac:chgData name="Marc Emmanuel EBO (Green Pay)" userId="084c3255-a5bf-450c-be20-6fce5371fa15" providerId="ADAL" clId="{93821061-99DD-4219-BD4D-6AF2C37A61BB}" dt="2024-05-01T21:56:34.126" v="7747" actId="478"/>
          <ac:spMkLst>
            <pc:docMk/>
            <pc:sldMk cId="33679557" sldId="1824"/>
            <ac:spMk id="6" creationId="{2250D2E7-3B89-5605-0E20-E5E28BD98D6F}"/>
          </ac:spMkLst>
        </pc:spChg>
        <pc:spChg chg="del">
          <ac:chgData name="Marc Emmanuel EBO (Green Pay)" userId="084c3255-a5bf-450c-be20-6fce5371fa15" providerId="ADAL" clId="{93821061-99DD-4219-BD4D-6AF2C37A61BB}" dt="2024-05-01T21:56:19.038" v="7741" actId="478"/>
          <ac:spMkLst>
            <pc:docMk/>
            <pc:sldMk cId="33679557" sldId="1824"/>
            <ac:spMk id="7" creationId="{5D4154D2-015D-1215-03AE-C17AAA7A019C}"/>
          </ac:spMkLst>
        </pc:spChg>
        <pc:spChg chg="mod">
          <ac:chgData name="Marc Emmanuel EBO (Green Pay)" userId="084c3255-a5bf-450c-be20-6fce5371fa15" providerId="ADAL" clId="{93821061-99DD-4219-BD4D-6AF2C37A61BB}" dt="2024-05-03T13:53:51.139" v="8911" actId="20577"/>
          <ac:spMkLst>
            <pc:docMk/>
            <pc:sldMk cId="33679557" sldId="1824"/>
            <ac:spMk id="8" creationId="{C144A5C0-C880-10EB-5AA5-A77F8BD987E5}"/>
          </ac:spMkLst>
        </pc:spChg>
        <pc:spChg chg="del">
          <ac:chgData name="Marc Emmanuel EBO (Green Pay)" userId="084c3255-a5bf-450c-be20-6fce5371fa15" providerId="ADAL" clId="{93821061-99DD-4219-BD4D-6AF2C37A61BB}" dt="2024-05-01T21:56:09.750" v="7739" actId="478"/>
          <ac:spMkLst>
            <pc:docMk/>
            <pc:sldMk cId="33679557" sldId="1824"/>
            <ac:spMk id="9" creationId="{42B7EF83-F266-CD6D-EBCE-C0A21CB0196C}"/>
          </ac:spMkLst>
        </pc:spChg>
        <pc:spChg chg="del">
          <ac:chgData name="Marc Emmanuel EBO (Green Pay)" userId="084c3255-a5bf-450c-be20-6fce5371fa15" providerId="ADAL" clId="{93821061-99DD-4219-BD4D-6AF2C37A61BB}" dt="2024-05-01T21:56:22.077" v="7742" actId="478"/>
          <ac:spMkLst>
            <pc:docMk/>
            <pc:sldMk cId="33679557" sldId="1824"/>
            <ac:spMk id="10" creationId="{B871556D-9D4E-2649-1D34-AC269116314B}"/>
          </ac:spMkLst>
        </pc:spChg>
        <pc:spChg chg="del">
          <ac:chgData name="Marc Emmanuel EBO (Green Pay)" userId="084c3255-a5bf-450c-be20-6fce5371fa15" providerId="ADAL" clId="{93821061-99DD-4219-BD4D-6AF2C37A61BB}" dt="2024-05-01T21:56:26.190" v="7744" actId="478"/>
          <ac:spMkLst>
            <pc:docMk/>
            <pc:sldMk cId="33679557" sldId="1824"/>
            <ac:spMk id="11" creationId="{EA3AA4D3-2AC3-83B1-C092-5018C68E0479}"/>
          </ac:spMkLst>
        </pc:spChg>
        <pc:spChg chg="add mod">
          <ac:chgData name="Marc Emmanuel EBO (Green Pay)" userId="084c3255-a5bf-450c-be20-6fce5371fa15" providerId="ADAL" clId="{93821061-99DD-4219-BD4D-6AF2C37A61BB}" dt="2024-05-03T13:52:08.119" v="8874" actId="1076"/>
          <ac:spMkLst>
            <pc:docMk/>
            <pc:sldMk cId="33679557" sldId="1824"/>
            <ac:spMk id="12" creationId="{4B145353-4ACA-47CD-0474-DB24A5ADFE62}"/>
          </ac:spMkLst>
        </pc:spChg>
        <pc:spChg chg="del">
          <ac:chgData name="Marc Emmanuel EBO (Green Pay)" userId="084c3255-a5bf-450c-be20-6fce5371fa15" providerId="ADAL" clId="{93821061-99DD-4219-BD4D-6AF2C37A61BB}" dt="2024-05-01T21:56:24.176" v="7743" actId="478"/>
          <ac:spMkLst>
            <pc:docMk/>
            <pc:sldMk cId="33679557" sldId="1824"/>
            <ac:spMk id="13" creationId="{F103F940-E164-C03E-0938-1FA1CC22B7A2}"/>
          </ac:spMkLst>
        </pc:spChg>
        <pc:spChg chg="del">
          <ac:chgData name="Marc Emmanuel EBO (Green Pay)" userId="084c3255-a5bf-450c-be20-6fce5371fa15" providerId="ADAL" clId="{93821061-99DD-4219-BD4D-6AF2C37A61BB}" dt="2024-05-01T21:56:02.224" v="7737" actId="478"/>
          <ac:spMkLst>
            <pc:docMk/>
            <pc:sldMk cId="33679557" sldId="1824"/>
            <ac:spMk id="14" creationId="{C7C97CAD-256E-4368-796B-D57BDB5D6903}"/>
          </ac:spMkLst>
        </pc:spChg>
        <pc:spChg chg="del">
          <ac:chgData name="Marc Emmanuel EBO (Green Pay)" userId="084c3255-a5bf-450c-be20-6fce5371fa15" providerId="ADAL" clId="{93821061-99DD-4219-BD4D-6AF2C37A61BB}" dt="2024-05-01T21:56:36.129" v="7748" actId="478"/>
          <ac:spMkLst>
            <pc:docMk/>
            <pc:sldMk cId="33679557" sldId="1824"/>
            <ac:spMk id="15" creationId="{6775A5FE-6028-42FE-C096-48A063219F9C}"/>
          </ac:spMkLst>
        </pc:spChg>
        <pc:spChg chg="del mod">
          <ac:chgData name="Marc Emmanuel EBO (Green Pay)" userId="084c3255-a5bf-450c-be20-6fce5371fa15" providerId="ADAL" clId="{93821061-99DD-4219-BD4D-6AF2C37A61BB}" dt="2024-05-01T21:56:31.252" v="7746" actId="478"/>
          <ac:spMkLst>
            <pc:docMk/>
            <pc:sldMk cId="33679557" sldId="1824"/>
            <ac:spMk id="16" creationId="{03A21359-AE8A-71F8-3983-9F97738F5B73}"/>
          </ac:spMkLst>
        </pc:spChg>
        <pc:spChg chg="add del mod">
          <ac:chgData name="Marc Emmanuel EBO (Green Pay)" userId="084c3255-a5bf-450c-be20-6fce5371fa15" providerId="ADAL" clId="{93821061-99DD-4219-BD4D-6AF2C37A61BB}" dt="2024-05-03T08:47:23.181" v="8728" actId="478"/>
          <ac:spMkLst>
            <pc:docMk/>
            <pc:sldMk cId="33679557" sldId="1824"/>
            <ac:spMk id="19" creationId="{9DCA48D4-8870-D14B-A30E-E3301CBC436C}"/>
          </ac:spMkLst>
        </pc:spChg>
        <pc:spChg chg="add del mod ord">
          <ac:chgData name="Marc Emmanuel EBO (Green Pay)" userId="084c3255-a5bf-450c-be20-6fce5371fa15" providerId="ADAL" clId="{93821061-99DD-4219-BD4D-6AF2C37A61BB}" dt="2024-05-03T08:48:00.921" v="8737" actId="478"/>
          <ac:spMkLst>
            <pc:docMk/>
            <pc:sldMk cId="33679557" sldId="1824"/>
            <ac:spMk id="24" creationId="{3B9377BE-252E-B464-02BF-A442E2D70645}"/>
          </ac:spMkLst>
        </pc:spChg>
        <pc:spChg chg="add del mod">
          <ac:chgData name="Marc Emmanuel EBO (Green Pay)" userId="084c3255-a5bf-450c-be20-6fce5371fa15" providerId="ADAL" clId="{93821061-99DD-4219-BD4D-6AF2C37A61BB}" dt="2024-05-03T08:29:42.550" v="8714" actId="478"/>
          <ac:spMkLst>
            <pc:docMk/>
            <pc:sldMk cId="33679557" sldId="1824"/>
            <ac:spMk id="27" creationId="{4AD2A054-4FCE-38B1-61EE-48B82E9C7F2C}"/>
          </ac:spMkLst>
        </pc:spChg>
        <pc:spChg chg="add mod">
          <ac:chgData name="Marc Emmanuel EBO (Green Pay)" userId="084c3255-a5bf-450c-be20-6fce5371fa15" providerId="ADAL" clId="{93821061-99DD-4219-BD4D-6AF2C37A61BB}" dt="2024-05-03T13:52:43.318" v="8876" actId="1076"/>
          <ac:spMkLst>
            <pc:docMk/>
            <pc:sldMk cId="33679557" sldId="1824"/>
            <ac:spMk id="30" creationId="{825B7257-05A8-82A0-5B92-6DC1F6F67162}"/>
          </ac:spMkLst>
        </pc:spChg>
        <pc:spChg chg="add del mod">
          <ac:chgData name="Marc Emmanuel EBO (Green Pay)" userId="084c3255-a5bf-450c-be20-6fce5371fa15" providerId="ADAL" clId="{93821061-99DD-4219-BD4D-6AF2C37A61BB}" dt="2024-05-03T13:46:13.226" v="8835" actId="478"/>
          <ac:spMkLst>
            <pc:docMk/>
            <pc:sldMk cId="33679557" sldId="1824"/>
            <ac:spMk id="35" creationId="{DE7846F8-B630-EA0C-0382-19EBFF0E876F}"/>
          </ac:spMkLst>
        </pc:spChg>
        <pc:picChg chg="add del mod">
          <ac:chgData name="Marc Emmanuel EBO (Green Pay)" userId="084c3255-a5bf-450c-be20-6fce5371fa15" providerId="ADAL" clId="{93821061-99DD-4219-BD4D-6AF2C37A61BB}" dt="2024-05-03T08:13:12.697" v="8638" actId="478"/>
          <ac:picMkLst>
            <pc:docMk/>
            <pc:sldMk cId="33679557" sldId="1824"/>
            <ac:picMk id="18" creationId="{DB8B0AD2-EAFF-0359-F9E8-979E013C658D}"/>
          </ac:picMkLst>
        </pc:picChg>
        <pc:picChg chg="add del mod">
          <ac:chgData name="Marc Emmanuel EBO (Green Pay)" userId="084c3255-a5bf-450c-be20-6fce5371fa15" providerId="ADAL" clId="{93821061-99DD-4219-BD4D-6AF2C37A61BB}" dt="2024-05-03T08:13:23.190" v="8643" actId="478"/>
          <ac:picMkLst>
            <pc:docMk/>
            <pc:sldMk cId="33679557" sldId="1824"/>
            <ac:picMk id="21" creationId="{34761297-410E-C393-3C9D-58592A3189CB}"/>
          </ac:picMkLst>
        </pc:picChg>
        <pc:picChg chg="add del mod">
          <ac:chgData name="Marc Emmanuel EBO (Green Pay)" userId="084c3255-a5bf-450c-be20-6fce5371fa15" providerId="ADAL" clId="{93821061-99DD-4219-BD4D-6AF2C37A61BB}" dt="2024-05-03T13:02:35.936" v="8820" actId="478"/>
          <ac:picMkLst>
            <pc:docMk/>
            <pc:sldMk cId="33679557" sldId="1824"/>
            <ac:picMk id="23" creationId="{EE273915-3735-BD01-2925-8BEA3325FCFE}"/>
          </ac:picMkLst>
        </pc:picChg>
        <pc:picChg chg="add del mod">
          <ac:chgData name="Marc Emmanuel EBO (Green Pay)" userId="084c3255-a5bf-450c-be20-6fce5371fa15" providerId="ADAL" clId="{93821061-99DD-4219-BD4D-6AF2C37A61BB}" dt="2024-05-03T08:46:39.158" v="8718" actId="478"/>
          <ac:picMkLst>
            <pc:docMk/>
            <pc:sldMk cId="33679557" sldId="1824"/>
            <ac:picMk id="26" creationId="{045E3DD4-34ED-E1C6-62B3-DD78A4FF4884}"/>
          </ac:picMkLst>
        </pc:picChg>
        <pc:picChg chg="add del mod">
          <ac:chgData name="Marc Emmanuel EBO (Green Pay)" userId="084c3255-a5bf-450c-be20-6fce5371fa15" providerId="ADAL" clId="{93821061-99DD-4219-BD4D-6AF2C37A61BB}" dt="2024-05-03T08:26:06.460" v="8692" actId="478"/>
          <ac:picMkLst>
            <pc:docMk/>
            <pc:sldMk cId="33679557" sldId="1824"/>
            <ac:picMk id="29" creationId="{6DE4090E-0E50-4AA4-6E1A-2DB4D5204E45}"/>
          </ac:picMkLst>
        </pc:picChg>
        <pc:picChg chg="add mod">
          <ac:chgData name="Marc Emmanuel EBO (Green Pay)" userId="084c3255-a5bf-450c-be20-6fce5371fa15" providerId="ADAL" clId="{93821061-99DD-4219-BD4D-6AF2C37A61BB}" dt="2024-05-03T13:26:58.981" v="8830" actId="1076"/>
          <ac:picMkLst>
            <pc:docMk/>
            <pc:sldMk cId="33679557" sldId="1824"/>
            <ac:picMk id="32" creationId="{6958F41B-4DCF-1F18-9A64-0D3F6EEDE8EB}"/>
          </ac:picMkLst>
        </pc:picChg>
        <pc:picChg chg="add mod">
          <ac:chgData name="Marc Emmanuel EBO (Green Pay)" userId="084c3255-a5bf-450c-be20-6fce5371fa15" providerId="ADAL" clId="{93821061-99DD-4219-BD4D-6AF2C37A61BB}" dt="2024-05-03T13:50:09.663" v="8846" actId="1076"/>
          <ac:picMkLst>
            <pc:docMk/>
            <pc:sldMk cId="33679557" sldId="1824"/>
            <ac:picMk id="34" creationId="{2A9D7262-BB7C-4661-02A1-314F6E0AD6BB}"/>
          </ac:picMkLst>
        </pc:picChg>
        <pc:picChg chg="add mod">
          <ac:chgData name="Marc Emmanuel EBO (Green Pay)" userId="084c3255-a5bf-450c-be20-6fce5371fa15" providerId="ADAL" clId="{93821061-99DD-4219-BD4D-6AF2C37A61BB}" dt="2024-05-03T13:52:49.155" v="8877" actId="14100"/>
          <ac:picMkLst>
            <pc:docMk/>
            <pc:sldMk cId="33679557" sldId="1824"/>
            <ac:picMk id="37" creationId="{C2C0C12C-4B96-43E4-3DED-E19BEE63168A}"/>
          </ac:picMkLst>
        </pc:picChg>
      </pc:sldChg>
      <pc:sldChg chg="delSp modSp add mod">
        <pc:chgData name="Marc Emmanuel EBO (Green Pay)" userId="084c3255-a5bf-450c-be20-6fce5371fa15" providerId="ADAL" clId="{93821061-99DD-4219-BD4D-6AF2C37A61BB}" dt="2024-05-03T14:16:33.619" v="8953" actId="20577"/>
        <pc:sldMkLst>
          <pc:docMk/>
          <pc:sldMk cId="1288308184" sldId="1825"/>
        </pc:sldMkLst>
        <pc:spChg chg="del">
          <ac:chgData name="Marc Emmanuel EBO (Green Pay)" userId="084c3255-a5bf-450c-be20-6fce5371fa15" providerId="ADAL" clId="{93821061-99DD-4219-BD4D-6AF2C37A61BB}" dt="2024-04-30T16:28:30.022" v="484" actId="478"/>
          <ac:spMkLst>
            <pc:docMk/>
            <pc:sldMk cId="1288308184" sldId="1825"/>
            <ac:spMk id="2" creationId="{EECF7FDC-CBC6-D96E-3EF1-2B453C86CDE3}"/>
          </ac:spMkLst>
        </pc:spChg>
        <pc:spChg chg="mod">
          <ac:chgData name="Marc Emmanuel EBO (Green Pay)" userId="084c3255-a5bf-450c-be20-6fce5371fa15" providerId="ADAL" clId="{93821061-99DD-4219-BD4D-6AF2C37A61BB}" dt="2024-05-03T14:16:33.619" v="8953" actId="20577"/>
          <ac:spMkLst>
            <pc:docMk/>
            <pc:sldMk cId="1288308184" sldId="1825"/>
            <ac:spMk id="4" creationId="{56FE3A13-0DA0-7E41-2358-079CC3B0D3A7}"/>
          </ac:spMkLst>
        </pc:spChg>
        <pc:spChg chg="del mod">
          <ac:chgData name="Marc Emmanuel EBO (Green Pay)" userId="084c3255-a5bf-450c-be20-6fce5371fa15" providerId="ADAL" clId="{93821061-99DD-4219-BD4D-6AF2C37A61BB}" dt="2024-05-01T22:24:57.131" v="8072" actId="478"/>
          <ac:spMkLst>
            <pc:docMk/>
            <pc:sldMk cId="1288308184" sldId="1825"/>
            <ac:spMk id="5" creationId="{093B3719-2C2C-8978-EF2F-25137D3F4852}"/>
          </ac:spMkLst>
        </pc:spChg>
        <pc:spChg chg="del">
          <ac:chgData name="Marc Emmanuel EBO (Green Pay)" userId="084c3255-a5bf-450c-be20-6fce5371fa15" providerId="ADAL" clId="{93821061-99DD-4219-BD4D-6AF2C37A61BB}" dt="2024-04-30T16:28:50.808" v="489" actId="478"/>
          <ac:spMkLst>
            <pc:docMk/>
            <pc:sldMk cId="1288308184" sldId="1825"/>
            <ac:spMk id="6" creationId="{7DEBE7D6-5C15-8711-6D6F-9186DC146480}"/>
          </ac:spMkLst>
        </pc:spChg>
        <pc:spChg chg="del">
          <ac:chgData name="Marc Emmanuel EBO (Green Pay)" userId="084c3255-a5bf-450c-be20-6fce5371fa15" providerId="ADAL" clId="{93821061-99DD-4219-BD4D-6AF2C37A61BB}" dt="2024-04-30T16:28:34.861" v="485" actId="478"/>
          <ac:spMkLst>
            <pc:docMk/>
            <pc:sldMk cId="1288308184" sldId="1825"/>
            <ac:spMk id="7" creationId="{12A7E4AC-6207-AC75-18B2-D88C6FA71D3F}"/>
          </ac:spMkLst>
        </pc:spChg>
        <pc:spChg chg="mod">
          <ac:chgData name="Marc Emmanuel EBO (Green Pay)" userId="084c3255-a5bf-450c-be20-6fce5371fa15" providerId="ADAL" clId="{93821061-99DD-4219-BD4D-6AF2C37A61BB}" dt="2024-05-02T19:26:37.939" v="8421" actId="1076"/>
          <ac:spMkLst>
            <pc:docMk/>
            <pc:sldMk cId="1288308184" sldId="1825"/>
            <ac:spMk id="11" creationId="{454CB187-989C-1E65-98D0-276B58E06715}"/>
          </ac:spMkLst>
        </pc:spChg>
        <pc:spChg chg="mod">
          <ac:chgData name="Marc Emmanuel EBO (Green Pay)" userId="084c3255-a5bf-450c-be20-6fce5371fa15" providerId="ADAL" clId="{93821061-99DD-4219-BD4D-6AF2C37A61BB}" dt="2024-05-01T22:25:57.042" v="8081" actId="20577"/>
          <ac:spMkLst>
            <pc:docMk/>
            <pc:sldMk cId="1288308184" sldId="1825"/>
            <ac:spMk id="13" creationId="{1FD185D7-959A-1E70-A77B-B6AEBC37D742}"/>
          </ac:spMkLst>
        </pc:spChg>
        <pc:spChg chg="del mod">
          <ac:chgData name="Marc Emmanuel EBO (Green Pay)" userId="084c3255-a5bf-450c-be20-6fce5371fa15" providerId="ADAL" clId="{93821061-99DD-4219-BD4D-6AF2C37A61BB}" dt="2024-05-01T22:24:53.140" v="8071" actId="478"/>
          <ac:spMkLst>
            <pc:docMk/>
            <pc:sldMk cId="1288308184" sldId="1825"/>
            <ac:spMk id="14" creationId="{B92CB0CC-CEFF-1D7B-9E8F-82B26CBCE8BA}"/>
          </ac:spMkLst>
        </pc:spChg>
        <pc:spChg chg="del">
          <ac:chgData name="Marc Emmanuel EBO (Green Pay)" userId="084c3255-a5bf-450c-be20-6fce5371fa15" providerId="ADAL" clId="{93821061-99DD-4219-BD4D-6AF2C37A61BB}" dt="2024-04-30T16:28:59.421" v="490" actId="478"/>
          <ac:spMkLst>
            <pc:docMk/>
            <pc:sldMk cId="1288308184" sldId="1825"/>
            <ac:spMk id="23" creationId="{334A325C-57AE-3D6A-0BA9-EE1483950F9E}"/>
          </ac:spMkLst>
        </pc:spChg>
        <pc:spChg chg="del">
          <ac:chgData name="Marc Emmanuel EBO (Green Pay)" userId="084c3255-a5bf-450c-be20-6fce5371fa15" providerId="ADAL" clId="{93821061-99DD-4219-BD4D-6AF2C37A61BB}" dt="2024-04-30T16:28:43.771" v="487" actId="478"/>
          <ac:spMkLst>
            <pc:docMk/>
            <pc:sldMk cId="1288308184" sldId="1825"/>
            <ac:spMk id="24" creationId="{ABD48551-C98C-FCE3-001C-6E831D4D3921}"/>
          </ac:spMkLst>
        </pc:spChg>
        <pc:picChg chg="del">
          <ac:chgData name="Marc Emmanuel EBO (Green Pay)" userId="084c3255-a5bf-450c-be20-6fce5371fa15" providerId="ADAL" clId="{93821061-99DD-4219-BD4D-6AF2C37A61BB}" dt="2024-04-30T16:28:25.059" v="483" actId="478"/>
          <ac:picMkLst>
            <pc:docMk/>
            <pc:sldMk cId="1288308184" sldId="1825"/>
            <ac:picMk id="3" creationId="{4FC60880-D4B6-7366-A1C4-117223CA471A}"/>
          </ac:picMkLst>
        </pc:picChg>
        <pc:picChg chg="del">
          <ac:chgData name="Marc Emmanuel EBO (Green Pay)" userId="084c3255-a5bf-450c-be20-6fce5371fa15" providerId="ADAL" clId="{93821061-99DD-4219-BD4D-6AF2C37A61BB}" dt="2024-04-30T16:28:37.791" v="486" actId="478"/>
          <ac:picMkLst>
            <pc:docMk/>
            <pc:sldMk cId="1288308184" sldId="1825"/>
            <ac:picMk id="9" creationId="{D6DA9730-E10B-1576-DDC3-DEA0349444D8}"/>
          </ac:picMkLst>
        </pc:picChg>
        <pc:picChg chg="del">
          <ac:chgData name="Marc Emmanuel EBO (Green Pay)" userId="084c3255-a5bf-450c-be20-6fce5371fa15" providerId="ADAL" clId="{93821061-99DD-4219-BD4D-6AF2C37A61BB}" dt="2024-04-30T16:28:47.210" v="488" actId="478"/>
          <ac:picMkLst>
            <pc:docMk/>
            <pc:sldMk cId="1288308184" sldId="1825"/>
            <ac:picMk id="10" creationId="{D8D37288-C780-3A3D-56B1-04CF6A64DAB3}"/>
          </ac:picMkLst>
        </pc:picChg>
        <pc:picChg chg="mod">
          <ac:chgData name="Marc Emmanuel EBO (Green Pay)" userId="084c3255-a5bf-450c-be20-6fce5371fa15" providerId="ADAL" clId="{93821061-99DD-4219-BD4D-6AF2C37A61BB}" dt="2024-05-02T19:26:29.360" v="8420" actId="1076"/>
          <ac:picMkLst>
            <pc:docMk/>
            <pc:sldMk cId="1288308184" sldId="1825"/>
            <ac:picMk id="12" creationId="{DF9E6B77-8CC9-9BC2-997E-141711D669D7}"/>
          </ac:picMkLst>
        </pc:picChg>
        <pc:picChg chg="del mod">
          <ac:chgData name="Marc Emmanuel EBO (Green Pay)" userId="084c3255-a5bf-450c-be20-6fce5371fa15" providerId="ADAL" clId="{93821061-99DD-4219-BD4D-6AF2C37A61BB}" dt="2024-05-01T22:24:49.332" v="8070" actId="478"/>
          <ac:picMkLst>
            <pc:docMk/>
            <pc:sldMk cId="1288308184" sldId="1825"/>
            <ac:picMk id="22" creationId="{8A053777-953C-446E-7F2E-0DBA6A71EECD}"/>
          </ac:picMkLst>
        </pc:picChg>
      </pc:sldChg>
      <pc:sldChg chg="delSp modSp add mod">
        <pc:chgData name="Marc Emmanuel EBO (Green Pay)" userId="084c3255-a5bf-450c-be20-6fce5371fa15" providerId="ADAL" clId="{93821061-99DD-4219-BD4D-6AF2C37A61BB}" dt="2024-05-03T14:18:22.079" v="8959" actId="20577"/>
        <pc:sldMkLst>
          <pc:docMk/>
          <pc:sldMk cId="2534310290" sldId="1826"/>
        </pc:sldMkLst>
        <pc:spChg chg="del mod">
          <ac:chgData name="Marc Emmanuel EBO (Green Pay)" userId="084c3255-a5bf-450c-be20-6fce5371fa15" providerId="ADAL" clId="{93821061-99DD-4219-BD4D-6AF2C37A61BB}" dt="2024-04-30T22:14:31.356" v="1225" actId="478"/>
          <ac:spMkLst>
            <pc:docMk/>
            <pc:sldMk cId="2534310290" sldId="1826"/>
            <ac:spMk id="2" creationId="{EECF7FDC-CBC6-D96E-3EF1-2B453C86CDE3}"/>
          </ac:spMkLst>
        </pc:spChg>
        <pc:spChg chg="mod">
          <ac:chgData name="Marc Emmanuel EBO (Green Pay)" userId="084c3255-a5bf-450c-be20-6fce5371fa15" providerId="ADAL" clId="{93821061-99DD-4219-BD4D-6AF2C37A61BB}" dt="2024-05-03T14:18:22.079" v="8959" actId="20577"/>
          <ac:spMkLst>
            <pc:docMk/>
            <pc:sldMk cId="2534310290" sldId="1826"/>
            <ac:spMk id="4" creationId="{56FE3A13-0DA0-7E41-2358-079CC3B0D3A7}"/>
          </ac:spMkLst>
        </pc:spChg>
        <pc:spChg chg="del">
          <ac:chgData name="Marc Emmanuel EBO (Green Pay)" userId="084c3255-a5bf-450c-be20-6fce5371fa15" providerId="ADAL" clId="{93821061-99DD-4219-BD4D-6AF2C37A61BB}" dt="2024-05-01T22:36:16.560" v="8269" actId="478"/>
          <ac:spMkLst>
            <pc:docMk/>
            <pc:sldMk cId="2534310290" sldId="1826"/>
            <ac:spMk id="5" creationId="{093B3719-2C2C-8978-EF2F-25137D3F4852}"/>
          </ac:spMkLst>
        </pc:spChg>
        <pc:spChg chg="mod">
          <ac:chgData name="Marc Emmanuel EBO (Green Pay)" userId="084c3255-a5bf-450c-be20-6fce5371fa15" providerId="ADAL" clId="{93821061-99DD-4219-BD4D-6AF2C37A61BB}" dt="2024-05-02T19:27:25.219" v="8425" actId="1076"/>
          <ac:spMkLst>
            <pc:docMk/>
            <pc:sldMk cId="2534310290" sldId="1826"/>
            <ac:spMk id="6" creationId="{7DEBE7D6-5C15-8711-6D6F-9186DC146480}"/>
          </ac:spMkLst>
        </pc:spChg>
        <pc:spChg chg="del">
          <ac:chgData name="Marc Emmanuel EBO (Green Pay)" userId="084c3255-a5bf-450c-be20-6fce5371fa15" providerId="ADAL" clId="{93821061-99DD-4219-BD4D-6AF2C37A61BB}" dt="2024-04-30T22:14:34.965" v="1226" actId="478"/>
          <ac:spMkLst>
            <pc:docMk/>
            <pc:sldMk cId="2534310290" sldId="1826"/>
            <ac:spMk id="7" creationId="{12A7E4AC-6207-AC75-18B2-D88C6FA71D3F}"/>
          </ac:spMkLst>
        </pc:spChg>
        <pc:spChg chg="del">
          <ac:chgData name="Marc Emmanuel EBO (Green Pay)" userId="084c3255-a5bf-450c-be20-6fce5371fa15" providerId="ADAL" clId="{93821061-99DD-4219-BD4D-6AF2C37A61BB}" dt="2024-04-30T22:14:43.032" v="1229" actId="478"/>
          <ac:spMkLst>
            <pc:docMk/>
            <pc:sldMk cId="2534310290" sldId="1826"/>
            <ac:spMk id="11" creationId="{454CB187-989C-1E65-98D0-276B58E06715}"/>
          </ac:spMkLst>
        </pc:spChg>
        <pc:spChg chg="mod">
          <ac:chgData name="Marc Emmanuel EBO (Green Pay)" userId="084c3255-a5bf-450c-be20-6fce5371fa15" providerId="ADAL" clId="{93821061-99DD-4219-BD4D-6AF2C37A61BB}" dt="2024-05-01T09:28:02.803" v="3825" actId="14100"/>
          <ac:spMkLst>
            <pc:docMk/>
            <pc:sldMk cId="2534310290" sldId="1826"/>
            <ac:spMk id="13" creationId="{1FD185D7-959A-1E70-A77B-B6AEBC37D742}"/>
          </ac:spMkLst>
        </pc:spChg>
        <pc:spChg chg="del">
          <ac:chgData name="Marc Emmanuel EBO (Green Pay)" userId="084c3255-a5bf-450c-be20-6fce5371fa15" providerId="ADAL" clId="{93821061-99DD-4219-BD4D-6AF2C37A61BB}" dt="2024-04-30T22:14:50.566" v="1231" actId="478"/>
          <ac:spMkLst>
            <pc:docMk/>
            <pc:sldMk cId="2534310290" sldId="1826"/>
            <ac:spMk id="14" creationId="{B92CB0CC-CEFF-1D7B-9E8F-82B26CBCE8BA}"/>
          </ac:spMkLst>
        </pc:spChg>
        <pc:spChg chg="del">
          <ac:chgData name="Marc Emmanuel EBO (Green Pay)" userId="084c3255-a5bf-450c-be20-6fce5371fa15" providerId="ADAL" clId="{93821061-99DD-4219-BD4D-6AF2C37A61BB}" dt="2024-04-30T22:14:55.525" v="1232" actId="478"/>
          <ac:spMkLst>
            <pc:docMk/>
            <pc:sldMk cId="2534310290" sldId="1826"/>
            <ac:spMk id="23" creationId="{334A325C-57AE-3D6A-0BA9-EE1483950F9E}"/>
          </ac:spMkLst>
        </pc:spChg>
        <pc:spChg chg="del mod">
          <ac:chgData name="Marc Emmanuel EBO (Green Pay)" userId="084c3255-a5bf-450c-be20-6fce5371fa15" providerId="ADAL" clId="{93821061-99DD-4219-BD4D-6AF2C37A61BB}" dt="2024-05-01T22:36:12.372" v="8268" actId="478"/>
          <ac:spMkLst>
            <pc:docMk/>
            <pc:sldMk cId="2534310290" sldId="1826"/>
            <ac:spMk id="24" creationId="{ABD48551-C98C-FCE3-001C-6E831D4D3921}"/>
          </ac:spMkLst>
        </pc:spChg>
        <pc:picChg chg="del">
          <ac:chgData name="Marc Emmanuel EBO (Green Pay)" userId="084c3255-a5bf-450c-be20-6fce5371fa15" providerId="ADAL" clId="{93821061-99DD-4219-BD4D-6AF2C37A61BB}" dt="2024-04-30T22:14:26.673" v="1223" actId="478"/>
          <ac:picMkLst>
            <pc:docMk/>
            <pc:sldMk cId="2534310290" sldId="1826"/>
            <ac:picMk id="3" creationId="{4FC60880-D4B6-7366-A1C4-117223CA471A}"/>
          </ac:picMkLst>
        </pc:picChg>
        <pc:picChg chg="del">
          <ac:chgData name="Marc Emmanuel EBO (Green Pay)" userId="084c3255-a5bf-450c-be20-6fce5371fa15" providerId="ADAL" clId="{93821061-99DD-4219-BD4D-6AF2C37A61BB}" dt="2024-04-30T22:14:37.109" v="1227" actId="478"/>
          <ac:picMkLst>
            <pc:docMk/>
            <pc:sldMk cId="2534310290" sldId="1826"/>
            <ac:picMk id="9" creationId="{D6DA9730-E10B-1576-DDC3-DEA0349444D8}"/>
          </ac:picMkLst>
        </pc:picChg>
        <pc:picChg chg="mod">
          <ac:chgData name="Marc Emmanuel EBO (Green Pay)" userId="084c3255-a5bf-450c-be20-6fce5371fa15" providerId="ADAL" clId="{93821061-99DD-4219-BD4D-6AF2C37A61BB}" dt="2024-05-02T19:27:13.920" v="8424" actId="1076"/>
          <ac:picMkLst>
            <pc:docMk/>
            <pc:sldMk cId="2534310290" sldId="1826"/>
            <ac:picMk id="10" creationId="{D8D37288-C780-3A3D-56B1-04CF6A64DAB3}"/>
          </ac:picMkLst>
        </pc:picChg>
        <pc:picChg chg="del">
          <ac:chgData name="Marc Emmanuel EBO (Green Pay)" userId="084c3255-a5bf-450c-be20-6fce5371fa15" providerId="ADAL" clId="{93821061-99DD-4219-BD4D-6AF2C37A61BB}" dt="2024-04-30T22:14:39.409" v="1228" actId="478"/>
          <ac:picMkLst>
            <pc:docMk/>
            <pc:sldMk cId="2534310290" sldId="1826"/>
            <ac:picMk id="12" creationId="{DF9E6B77-8CC9-9BC2-997E-141711D669D7}"/>
          </ac:picMkLst>
        </pc:picChg>
        <pc:picChg chg="del">
          <ac:chgData name="Marc Emmanuel EBO (Green Pay)" userId="084c3255-a5bf-450c-be20-6fce5371fa15" providerId="ADAL" clId="{93821061-99DD-4219-BD4D-6AF2C37A61BB}" dt="2024-04-30T22:14:45.899" v="1230" actId="478"/>
          <ac:picMkLst>
            <pc:docMk/>
            <pc:sldMk cId="2534310290" sldId="1826"/>
            <ac:picMk id="22" creationId="{8A053777-953C-446E-7F2E-0DBA6A71EECD}"/>
          </ac:picMkLst>
        </pc:picChg>
      </pc:sldChg>
      <pc:sldChg chg="addSp delSp modSp add mod">
        <pc:chgData name="Marc Emmanuel EBO (Green Pay)" userId="084c3255-a5bf-450c-be20-6fce5371fa15" providerId="ADAL" clId="{93821061-99DD-4219-BD4D-6AF2C37A61BB}" dt="2024-05-03T15:09:47.766" v="9211" actId="14100"/>
        <pc:sldMkLst>
          <pc:docMk/>
          <pc:sldMk cId="2274072029" sldId="1827"/>
        </pc:sldMkLst>
        <pc:spChg chg="add mod">
          <ac:chgData name="Marc Emmanuel EBO (Green Pay)" userId="084c3255-a5bf-450c-be20-6fce5371fa15" providerId="ADAL" clId="{93821061-99DD-4219-BD4D-6AF2C37A61BB}" dt="2024-05-03T15:07:37.235" v="9135" actId="207"/>
          <ac:spMkLst>
            <pc:docMk/>
            <pc:sldMk cId="2274072029" sldId="1827"/>
            <ac:spMk id="2" creationId="{1D200F91-984F-8DEF-A7B2-CAA843A2FBD7}"/>
          </ac:spMkLst>
        </pc:spChg>
        <pc:spChg chg="add mod">
          <ac:chgData name="Marc Emmanuel EBO (Green Pay)" userId="084c3255-a5bf-450c-be20-6fce5371fa15" providerId="ADAL" clId="{93821061-99DD-4219-BD4D-6AF2C37A61BB}" dt="2024-05-03T15:07:15.534" v="9133" actId="115"/>
          <ac:spMkLst>
            <pc:docMk/>
            <pc:sldMk cId="2274072029" sldId="1827"/>
            <ac:spMk id="3" creationId="{9AE63A5D-C155-2D6A-5D5B-D74E878E3F21}"/>
          </ac:spMkLst>
        </pc:spChg>
        <pc:spChg chg="add del mod">
          <ac:chgData name="Marc Emmanuel EBO (Green Pay)" userId="084c3255-a5bf-450c-be20-6fce5371fa15" providerId="ADAL" clId="{93821061-99DD-4219-BD4D-6AF2C37A61BB}" dt="2024-05-01T15:32:06.854" v="6211" actId="478"/>
          <ac:spMkLst>
            <pc:docMk/>
            <pc:sldMk cId="2274072029" sldId="1827"/>
            <ac:spMk id="4" creationId="{73D7A821-E17A-DA85-932F-C65A547209F8}"/>
          </ac:spMkLst>
        </pc:spChg>
        <pc:spChg chg="del">
          <ac:chgData name="Marc Emmanuel EBO (Green Pay)" userId="084c3255-a5bf-450c-be20-6fce5371fa15" providerId="ADAL" clId="{93821061-99DD-4219-BD4D-6AF2C37A61BB}" dt="2024-04-30T22:59:06.493" v="2064" actId="478"/>
          <ac:spMkLst>
            <pc:docMk/>
            <pc:sldMk cId="2274072029" sldId="1827"/>
            <ac:spMk id="5" creationId="{42E90B05-5455-3C25-7688-4665B56C6295}"/>
          </ac:spMkLst>
        </pc:spChg>
        <pc:spChg chg="del">
          <ac:chgData name="Marc Emmanuel EBO (Green Pay)" userId="084c3255-a5bf-450c-be20-6fce5371fa15" providerId="ADAL" clId="{93821061-99DD-4219-BD4D-6AF2C37A61BB}" dt="2024-04-30T22:59:11.842" v="2065" actId="478"/>
          <ac:spMkLst>
            <pc:docMk/>
            <pc:sldMk cId="2274072029" sldId="1827"/>
            <ac:spMk id="6" creationId="{C5103759-915D-78A1-922D-41BDED482529}"/>
          </ac:spMkLst>
        </pc:spChg>
        <pc:spChg chg="del">
          <ac:chgData name="Marc Emmanuel EBO (Green Pay)" userId="084c3255-a5bf-450c-be20-6fce5371fa15" providerId="ADAL" clId="{93821061-99DD-4219-BD4D-6AF2C37A61BB}" dt="2024-04-30T22:59:16.409" v="2066" actId="478"/>
          <ac:spMkLst>
            <pc:docMk/>
            <pc:sldMk cId="2274072029" sldId="1827"/>
            <ac:spMk id="7" creationId="{29F0D989-A2BD-FBE6-0962-84EAA7BF3251}"/>
          </ac:spMkLst>
        </pc:spChg>
        <pc:spChg chg="mod">
          <ac:chgData name="Marc Emmanuel EBO (Green Pay)" userId="084c3255-a5bf-450c-be20-6fce5371fa15" providerId="ADAL" clId="{93821061-99DD-4219-BD4D-6AF2C37A61BB}" dt="2024-05-03T13:54:56.482" v="8915" actId="20577"/>
          <ac:spMkLst>
            <pc:docMk/>
            <pc:sldMk cId="2274072029" sldId="1827"/>
            <ac:spMk id="8" creationId="{C144A5C0-C880-10EB-5AA5-A77F8BD987E5}"/>
          </ac:spMkLst>
        </pc:spChg>
        <pc:spChg chg="del mod">
          <ac:chgData name="Marc Emmanuel EBO (Green Pay)" userId="084c3255-a5bf-450c-be20-6fce5371fa15" providerId="ADAL" clId="{93821061-99DD-4219-BD4D-6AF2C37A61BB}" dt="2024-05-01T15:01:24.087" v="5686" actId="478"/>
          <ac:spMkLst>
            <pc:docMk/>
            <pc:sldMk cId="2274072029" sldId="1827"/>
            <ac:spMk id="9" creationId="{9D0B7F7B-6C77-DF45-D039-2992E99926B5}"/>
          </ac:spMkLst>
        </pc:spChg>
        <pc:spChg chg="mod">
          <ac:chgData name="Marc Emmanuel EBO (Green Pay)" userId="084c3255-a5bf-450c-be20-6fce5371fa15" providerId="ADAL" clId="{93821061-99DD-4219-BD4D-6AF2C37A61BB}" dt="2024-05-03T15:09:29.389" v="9207" actId="14100"/>
          <ac:spMkLst>
            <pc:docMk/>
            <pc:sldMk cId="2274072029" sldId="1827"/>
            <ac:spMk id="10" creationId="{3B1EA70B-AD33-FA31-61FD-2022DDFCD2CE}"/>
          </ac:spMkLst>
        </pc:spChg>
        <pc:spChg chg="del mod">
          <ac:chgData name="Marc Emmanuel EBO (Green Pay)" userId="084c3255-a5bf-450c-be20-6fce5371fa15" providerId="ADAL" clId="{93821061-99DD-4219-BD4D-6AF2C37A61BB}" dt="2024-04-30T22:59:23.661" v="2068" actId="478"/>
          <ac:spMkLst>
            <pc:docMk/>
            <pc:sldMk cId="2274072029" sldId="1827"/>
            <ac:spMk id="11" creationId="{8F4A49FD-2111-D195-3C68-EEA518FCA0C0}"/>
          </ac:spMkLst>
        </pc:spChg>
        <pc:spChg chg="del">
          <ac:chgData name="Marc Emmanuel EBO (Green Pay)" userId="084c3255-a5bf-450c-be20-6fce5371fa15" providerId="ADAL" clId="{93821061-99DD-4219-BD4D-6AF2C37A61BB}" dt="2024-04-30T22:59:32.093" v="2070" actId="478"/>
          <ac:spMkLst>
            <pc:docMk/>
            <pc:sldMk cId="2274072029" sldId="1827"/>
            <ac:spMk id="12" creationId="{6AA3F402-25CD-99F3-90E2-1EBBC91E659A}"/>
          </ac:spMkLst>
        </pc:spChg>
        <pc:spChg chg="del">
          <ac:chgData name="Marc Emmanuel EBO (Green Pay)" userId="084c3255-a5bf-450c-be20-6fce5371fa15" providerId="ADAL" clId="{93821061-99DD-4219-BD4D-6AF2C37A61BB}" dt="2024-04-30T22:59:39.234" v="2072" actId="478"/>
          <ac:spMkLst>
            <pc:docMk/>
            <pc:sldMk cId="2274072029" sldId="1827"/>
            <ac:spMk id="13" creationId="{EE9DEA28-9504-3A40-7961-3B3BAF02D4FE}"/>
          </ac:spMkLst>
        </pc:spChg>
        <pc:spChg chg="add del mod">
          <ac:chgData name="Marc Emmanuel EBO (Green Pay)" userId="084c3255-a5bf-450c-be20-6fce5371fa15" providerId="ADAL" clId="{93821061-99DD-4219-BD4D-6AF2C37A61BB}" dt="2024-05-03T14:51:20.431" v="9004" actId="478"/>
          <ac:spMkLst>
            <pc:docMk/>
            <pc:sldMk cId="2274072029" sldId="1827"/>
            <ac:spMk id="14" creationId="{179C281E-4004-52DC-90E0-59EE98B0DA48}"/>
          </ac:spMkLst>
        </pc:spChg>
        <pc:spChg chg="add mod">
          <ac:chgData name="Marc Emmanuel EBO (Green Pay)" userId="084c3255-a5bf-450c-be20-6fce5371fa15" providerId="ADAL" clId="{93821061-99DD-4219-BD4D-6AF2C37A61BB}" dt="2024-05-03T15:09:39.224" v="9209" actId="14100"/>
          <ac:spMkLst>
            <pc:docMk/>
            <pc:sldMk cId="2274072029" sldId="1827"/>
            <ac:spMk id="15" creationId="{79F8D527-F574-3BBA-BC5D-4BF474094E6A}"/>
          </ac:spMkLst>
        </pc:spChg>
        <pc:spChg chg="add del mod">
          <ac:chgData name="Marc Emmanuel EBO (Green Pay)" userId="084c3255-a5bf-450c-be20-6fce5371fa15" providerId="ADAL" clId="{93821061-99DD-4219-BD4D-6AF2C37A61BB}" dt="2024-05-03T14:55:51.065" v="9018" actId="478"/>
          <ac:spMkLst>
            <pc:docMk/>
            <pc:sldMk cId="2274072029" sldId="1827"/>
            <ac:spMk id="16" creationId="{7A69C738-AD42-C643-8CA0-DEB60F706C6D}"/>
          </ac:spMkLst>
        </pc:spChg>
        <pc:spChg chg="add mod">
          <ac:chgData name="Marc Emmanuel EBO (Green Pay)" userId="084c3255-a5bf-450c-be20-6fce5371fa15" providerId="ADAL" clId="{93821061-99DD-4219-BD4D-6AF2C37A61BB}" dt="2024-05-03T14:58:23.718" v="9030" actId="1076"/>
          <ac:spMkLst>
            <pc:docMk/>
            <pc:sldMk cId="2274072029" sldId="1827"/>
            <ac:spMk id="17" creationId="{26A98C64-1E11-65C3-B3E3-01359168694D}"/>
          </ac:spMkLst>
        </pc:spChg>
        <pc:spChg chg="add mod">
          <ac:chgData name="Marc Emmanuel EBO (Green Pay)" userId="084c3255-a5bf-450c-be20-6fce5371fa15" providerId="ADAL" clId="{93821061-99DD-4219-BD4D-6AF2C37A61BB}" dt="2024-05-03T14:58:32.279" v="9031" actId="1076"/>
          <ac:spMkLst>
            <pc:docMk/>
            <pc:sldMk cId="2274072029" sldId="1827"/>
            <ac:spMk id="18" creationId="{3940C5D3-55BE-C333-F493-793107D10F04}"/>
          </ac:spMkLst>
        </pc:spChg>
        <pc:spChg chg="add mod">
          <ac:chgData name="Marc Emmanuel EBO (Green Pay)" userId="084c3255-a5bf-450c-be20-6fce5371fa15" providerId="ADAL" clId="{93821061-99DD-4219-BD4D-6AF2C37A61BB}" dt="2024-05-03T15:09:47.766" v="9211" actId="14100"/>
          <ac:spMkLst>
            <pc:docMk/>
            <pc:sldMk cId="2274072029" sldId="1827"/>
            <ac:spMk id="19" creationId="{77564795-53C7-B2D7-3FF9-1FBD18C21CD2}"/>
          </ac:spMkLst>
        </pc:spChg>
        <pc:spChg chg="del">
          <ac:chgData name="Marc Emmanuel EBO (Green Pay)" userId="084c3255-a5bf-450c-be20-6fce5371fa15" providerId="ADAL" clId="{93821061-99DD-4219-BD4D-6AF2C37A61BB}" dt="2024-04-30T22:59:35.716" v="2071" actId="478"/>
          <ac:spMkLst>
            <pc:docMk/>
            <pc:sldMk cId="2274072029" sldId="1827"/>
            <ac:spMk id="20" creationId="{75A48F57-ED60-54C4-754B-7CAFE4C8C42D}"/>
          </ac:spMkLst>
        </pc:spChg>
        <pc:spChg chg="del">
          <ac:chgData name="Marc Emmanuel EBO (Green Pay)" userId="084c3255-a5bf-450c-be20-6fce5371fa15" providerId="ADAL" clId="{93821061-99DD-4219-BD4D-6AF2C37A61BB}" dt="2024-04-30T22:59:29.032" v="2069" actId="478"/>
          <ac:spMkLst>
            <pc:docMk/>
            <pc:sldMk cId="2274072029" sldId="1827"/>
            <ac:spMk id="22" creationId="{9CA08E69-F3D0-C060-7607-D5389B2A7A1E}"/>
          </ac:spMkLst>
        </pc:spChg>
      </pc:sldChg>
      <pc:sldChg chg="addSp delSp modSp add mod ord">
        <pc:chgData name="Marc Emmanuel EBO (Green Pay)" userId="084c3255-a5bf-450c-be20-6fce5371fa15" providerId="ADAL" clId="{93821061-99DD-4219-BD4D-6AF2C37A61BB}" dt="2024-05-03T13:54:00.847" v="8913" actId="20577"/>
        <pc:sldMkLst>
          <pc:docMk/>
          <pc:sldMk cId="2988515837" sldId="1828"/>
        </pc:sldMkLst>
        <pc:spChg chg="add mod">
          <ac:chgData name="Marc Emmanuel EBO (Green Pay)" userId="084c3255-a5bf-450c-be20-6fce5371fa15" providerId="ADAL" clId="{93821061-99DD-4219-BD4D-6AF2C37A61BB}" dt="2024-05-01T21:36:26.161" v="7119" actId="1076"/>
          <ac:spMkLst>
            <pc:docMk/>
            <pc:sldMk cId="2988515837" sldId="1828"/>
            <ac:spMk id="2" creationId="{F26C821D-2B62-1ADA-957D-6AD0A72BBE47}"/>
          </ac:spMkLst>
        </pc:spChg>
        <pc:spChg chg="add mod">
          <ac:chgData name="Marc Emmanuel EBO (Green Pay)" userId="084c3255-a5bf-450c-be20-6fce5371fa15" providerId="ADAL" clId="{93821061-99DD-4219-BD4D-6AF2C37A61BB}" dt="2024-05-01T21:36:30.094" v="7120" actId="1076"/>
          <ac:spMkLst>
            <pc:docMk/>
            <pc:sldMk cId="2988515837" sldId="1828"/>
            <ac:spMk id="3" creationId="{BD989E00-FFE4-412F-50AB-B0442F582A35}"/>
          </ac:spMkLst>
        </pc:spChg>
        <pc:spChg chg="add del mod">
          <ac:chgData name="Marc Emmanuel EBO (Green Pay)" userId="084c3255-a5bf-450c-be20-6fce5371fa15" providerId="ADAL" clId="{93821061-99DD-4219-BD4D-6AF2C37A61BB}" dt="2024-05-01T21:36:13.321" v="7117" actId="478"/>
          <ac:spMkLst>
            <pc:docMk/>
            <pc:sldMk cId="2988515837" sldId="1828"/>
            <ac:spMk id="4" creationId="{76DC4EF3-B05C-04FF-76FA-7ADF7446A675}"/>
          </ac:spMkLst>
        </pc:spChg>
        <pc:spChg chg="del">
          <ac:chgData name="Marc Emmanuel EBO (Green Pay)" userId="084c3255-a5bf-450c-be20-6fce5371fa15" providerId="ADAL" clId="{93821061-99DD-4219-BD4D-6AF2C37A61BB}" dt="2024-04-30T22:56:11.787" v="2030" actId="478"/>
          <ac:spMkLst>
            <pc:docMk/>
            <pc:sldMk cId="2988515837" sldId="1828"/>
            <ac:spMk id="5" creationId="{42E90B05-5455-3C25-7688-4665B56C6295}"/>
          </ac:spMkLst>
        </pc:spChg>
        <pc:spChg chg="del">
          <ac:chgData name="Marc Emmanuel EBO (Green Pay)" userId="084c3255-a5bf-450c-be20-6fce5371fa15" providerId="ADAL" clId="{93821061-99DD-4219-BD4D-6AF2C37A61BB}" dt="2024-04-30T22:56:16.152" v="2031" actId="478"/>
          <ac:spMkLst>
            <pc:docMk/>
            <pc:sldMk cId="2988515837" sldId="1828"/>
            <ac:spMk id="6" creationId="{C5103759-915D-78A1-922D-41BDED482529}"/>
          </ac:spMkLst>
        </pc:spChg>
        <pc:spChg chg="del">
          <ac:chgData name="Marc Emmanuel EBO (Green Pay)" userId="084c3255-a5bf-450c-be20-6fce5371fa15" providerId="ADAL" clId="{93821061-99DD-4219-BD4D-6AF2C37A61BB}" dt="2024-04-30T22:56:21.218" v="2032" actId="478"/>
          <ac:spMkLst>
            <pc:docMk/>
            <pc:sldMk cId="2988515837" sldId="1828"/>
            <ac:spMk id="7" creationId="{29F0D989-A2BD-FBE6-0962-84EAA7BF3251}"/>
          </ac:spMkLst>
        </pc:spChg>
        <pc:spChg chg="mod">
          <ac:chgData name="Marc Emmanuel EBO (Green Pay)" userId="084c3255-a5bf-450c-be20-6fce5371fa15" providerId="ADAL" clId="{93821061-99DD-4219-BD4D-6AF2C37A61BB}" dt="2024-05-03T13:54:00.847" v="8913" actId="20577"/>
          <ac:spMkLst>
            <pc:docMk/>
            <pc:sldMk cId="2988515837" sldId="1828"/>
            <ac:spMk id="8" creationId="{C144A5C0-C880-10EB-5AA5-A77F8BD987E5}"/>
          </ac:spMkLst>
        </pc:spChg>
        <pc:spChg chg="del">
          <ac:chgData name="Marc Emmanuel EBO (Green Pay)" userId="084c3255-a5bf-450c-be20-6fce5371fa15" providerId="ADAL" clId="{93821061-99DD-4219-BD4D-6AF2C37A61BB}" dt="2024-04-30T22:56:29.950" v="2034" actId="478"/>
          <ac:spMkLst>
            <pc:docMk/>
            <pc:sldMk cId="2988515837" sldId="1828"/>
            <ac:spMk id="9" creationId="{9D0B7F7B-6C77-DF45-D039-2992E99926B5}"/>
          </ac:spMkLst>
        </pc:spChg>
        <pc:spChg chg="del">
          <ac:chgData name="Marc Emmanuel EBO (Green Pay)" userId="084c3255-a5bf-450c-be20-6fce5371fa15" providerId="ADAL" clId="{93821061-99DD-4219-BD4D-6AF2C37A61BB}" dt="2024-04-30T22:56:25.497" v="2033" actId="478"/>
          <ac:spMkLst>
            <pc:docMk/>
            <pc:sldMk cId="2988515837" sldId="1828"/>
            <ac:spMk id="10" creationId="{3B1EA70B-AD33-FA31-61FD-2022DDFCD2CE}"/>
          </ac:spMkLst>
        </pc:spChg>
        <pc:spChg chg="del mod">
          <ac:chgData name="Marc Emmanuel EBO (Green Pay)" userId="084c3255-a5bf-450c-be20-6fce5371fa15" providerId="ADAL" clId="{93821061-99DD-4219-BD4D-6AF2C37A61BB}" dt="2024-05-01T21:24:10.573" v="6949" actId="478"/>
          <ac:spMkLst>
            <pc:docMk/>
            <pc:sldMk cId="2988515837" sldId="1828"/>
            <ac:spMk id="11" creationId="{8F4A49FD-2111-D195-3C68-EEA518FCA0C0}"/>
          </ac:spMkLst>
        </pc:spChg>
        <pc:spChg chg="mod">
          <ac:chgData name="Marc Emmanuel EBO (Green Pay)" userId="084c3255-a5bf-450c-be20-6fce5371fa15" providerId="ADAL" clId="{93821061-99DD-4219-BD4D-6AF2C37A61BB}" dt="2024-05-01T21:24:40.254" v="6954" actId="1076"/>
          <ac:spMkLst>
            <pc:docMk/>
            <pc:sldMk cId="2988515837" sldId="1828"/>
            <ac:spMk id="12" creationId="{6AA3F402-25CD-99F3-90E2-1EBBC91E659A}"/>
          </ac:spMkLst>
        </pc:spChg>
        <pc:spChg chg="mod">
          <ac:chgData name="Marc Emmanuel EBO (Green Pay)" userId="084c3255-a5bf-450c-be20-6fce5371fa15" providerId="ADAL" clId="{93821061-99DD-4219-BD4D-6AF2C37A61BB}" dt="2024-05-01T21:36:21.797" v="7118" actId="1076"/>
          <ac:spMkLst>
            <pc:docMk/>
            <pc:sldMk cId="2988515837" sldId="1828"/>
            <ac:spMk id="13" creationId="{EE9DEA28-9504-3A40-7961-3B3BAF02D4FE}"/>
          </ac:spMkLst>
        </pc:spChg>
        <pc:spChg chg="mod">
          <ac:chgData name="Marc Emmanuel EBO (Green Pay)" userId="084c3255-a5bf-450c-be20-6fce5371fa15" providerId="ADAL" clId="{93821061-99DD-4219-BD4D-6AF2C37A61BB}" dt="2024-05-01T21:36:45.292" v="7122" actId="1076"/>
          <ac:spMkLst>
            <pc:docMk/>
            <pc:sldMk cId="2988515837" sldId="1828"/>
            <ac:spMk id="20" creationId="{75A48F57-ED60-54C4-754B-7CAFE4C8C42D}"/>
          </ac:spMkLst>
        </pc:spChg>
        <pc:spChg chg="mod">
          <ac:chgData name="Marc Emmanuel EBO (Green Pay)" userId="084c3255-a5bf-450c-be20-6fce5371fa15" providerId="ADAL" clId="{93821061-99DD-4219-BD4D-6AF2C37A61BB}" dt="2024-05-01T21:36:37.816" v="7121" actId="1076"/>
          <ac:spMkLst>
            <pc:docMk/>
            <pc:sldMk cId="2988515837" sldId="1828"/>
            <ac:spMk id="22" creationId="{9CA08E69-F3D0-C060-7607-D5389B2A7A1E}"/>
          </ac:spMkLst>
        </pc:spChg>
      </pc:sldChg>
      <pc:sldChg chg="addSp delSp modSp add mod delAnim">
        <pc:chgData name="Marc Emmanuel EBO (Green Pay)" userId="084c3255-a5bf-450c-be20-6fce5371fa15" providerId="ADAL" clId="{93821061-99DD-4219-BD4D-6AF2C37A61BB}" dt="2024-05-03T19:32:59.333" v="9341" actId="5793"/>
        <pc:sldMkLst>
          <pc:docMk/>
          <pc:sldMk cId="227946937" sldId="1829"/>
        </pc:sldMkLst>
        <pc:spChg chg="mod">
          <ac:chgData name="Marc Emmanuel EBO (Green Pay)" userId="084c3255-a5bf-450c-be20-6fce5371fa15" providerId="ADAL" clId="{93821061-99DD-4219-BD4D-6AF2C37A61BB}" dt="2024-05-03T19:32:59.333" v="9341" actId="5793"/>
          <ac:spMkLst>
            <pc:docMk/>
            <pc:sldMk cId="227946937" sldId="1829"/>
            <ac:spMk id="4" creationId="{59FB2F0A-F861-6BBF-3D35-2E575F668D67}"/>
          </ac:spMkLst>
        </pc:spChg>
        <pc:spChg chg="mod">
          <ac:chgData name="Marc Emmanuel EBO (Green Pay)" userId="084c3255-a5bf-450c-be20-6fce5371fa15" providerId="ADAL" clId="{93821061-99DD-4219-BD4D-6AF2C37A61BB}" dt="2024-05-03T19:32:14.117" v="9337" actId="14100"/>
          <ac:spMkLst>
            <pc:docMk/>
            <pc:sldMk cId="227946937" sldId="1829"/>
            <ac:spMk id="6" creationId="{A6EF3176-4C7B-8A7E-57A7-1780DEE188F5}"/>
          </ac:spMkLst>
        </pc:spChg>
        <pc:spChg chg="mod">
          <ac:chgData name="Marc Emmanuel EBO (Green Pay)" userId="084c3255-a5bf-450c-be20-6fce5371fa15" providerId="ADAL" clId="{93821061-99DD-4219-BD4D-6AF2C37A61BB}" dt="2024-05-03T19:32:38.286" v="9339" actId="1076"/>
          <ac:spMkLst>
            <pc:docMk/>
            <pc:sldMk cId="227946937" sldId="1829"/>
            <ac:spMk id="7" creationId="{ED64FA9D-68D1-D31A-DB8E-1BBF3203E359}"/>
          </ac:spMkLst>
        </pc:spChg>
        <pc:spChg chg="del">
          <ac:chgData name="Marc Emmanuel EBO (Green Pay)" userId="084c3255-a5bf-450c-be20-6fce5371fa15" providerId="ADAL" clId="{93821061-99DD-4219-BD4D-6AF2C37A61BB}" dt="2024-05-01T19:54:34.295" v="6353" actId="478"/>
          <ac:spMkLst>
            <pc:docMk/>
            <pc:sldMk cId="227946937" sldId="1829"/>
            <ac:spMk id="17" creationId="{61CC0604-577E-48E1-33DC-233F4F6FF475}"/>
          </ac:spMkLst>
        </pc:spChg>
        <pc:spChg chg="mod">
          <ac:chgData name="Marc Emmanuel EBO (Green Pay)" userId="084c3255-a5bf-450c-be20-6fce5371fa15" providerId="ADAL" clId="{93821061-99DD-4219-BD4D-6AF2C37A61BB}" dt="2024-05-01T22:18:02.691" v="8042" actId="114"/>
          <ac:spMkLst>
            <pc:docMk/>
            <pc:sldMk cId="227946937" sldId="1829"/>
            <ac:spMk id="18" creationId="{9B78F06A-432C-5509-2963-47D57C3CBC59}"/>
          </ac:spMkLst>
        </pc:spChg>
        <pc:spChg chg="mod">
          <ac:chgData name="Marc Emmanuel EBO (Green Pay)" userId="084c3255-a5bf-450c-be20-6fce5371fa15" providerId="ADAL" clId="{93821061-99DD-4219-BD4D-6AF2C37A61BB}" dt="2024-05-03T19:32:04.653" v="9336" actId="14100"/>
          <ac:spMkLst>
            <pc:docMk/>
            <pc:sldMk cId="227946937" sldId="1829"/>
            <ac:spMk id="19" creationId="{DCB6177C-5956-75E2-3A84-2673A343CAAC}"/>
          </ac:spMkLst>
        </pc:spChg>
        <pc:spChg chg="mod">
          <ac:chgData name="Marc Emmanuel EBO (Green Pay)" userId="084c3255-a5bf-450c-be20-6fce5371fa15" providerId="ADAL" clId="{93821061-99DD-4219-BD4D-6AF2C37A61BB}" dt="2024-05-03T19:32:49.132" v="9340" actId="14100"/>
          <ac:spMkLst>
            <pc:docMk/>
            <pc:sldMk cId="227946937" sldId="1829"/>
            <ac:spMk id="20" creationId="{DDB465AD-6514-61ED-34FA-177083593124}"/>
          </ac:spMkLst>
        </pc:spChg>
        <pc:spChg chg="mod">
          <ac:chgData name="Marc Emmanuel EBO (Green Pay)" userId="084c3255-a5bf-450c-be20-6fce5371fa15" providerId="ADAL" clId="{93821061-99DD-4219-BD4D-6AF2C37A61BB}" dt="2024-05-02T19:42:26.482" v="8470" actId="255"/>
          <ac:spMkLst>
            <pc:docMk/>
            <pc:sldMk cId="227946937" sldId="1829"/>
            <ac:spMk id="21" creationId="{C57EE2D4-4A64-BB07-0016-2A5EB00F8F03}"/>
          </ac:spMkLst>
        </pc:spChg>
        <pc:spChg chg="del">
          <ac:chgData name="Marc Emmanuel EBO (Green Pay)" userId="084c3255-a5bf-450c-be20-6fce5371fa15" providerId="ADAL" clId="{93821061-99DD-4219-BD4D-6AF2C37A61BB}" dt="2024-05-03T14:07:00.503" v="8931" actId="478"/>
          <ac:spMkLst>
            <pc:docMk/>
            <pc:sldMk cId="227946937" sldId="1829"/>
            <ac:spMk id="46" creationId="{00000000-0000-0000-0000-000000000000}"/>
          </ac:spMkLst>
        </pc:spChg>
        <pc:spChg chg="del">
          <ac:chgData name="Marc Emmanuel EBO (Green Pay)" userId="084c3255-a5bf-450c-be20-6fce5371fa15" providerId="ADAL" clId="{93821061-99DD-4219-BD4D-6AF2C37A61BB}" dt="2024-05-01T20:27:33.826" v="6669" actId="478"/>
          <ac:spMkLst>
            <pc:docMk/>
            <pc:sldMk cId="227946937" sldId="1829"/>
            <ac:spMk id="49" creationId="{00000000-0000-0000-0000-000000000000}"/>
          </ac:spMkLst>
        </pc:spChg>
        <pc:spChg chg="del">
          <ac:chgData name="Marc Emmanuel EBO (Green Pay)" userId="084c3255-a5bf-450c-be20-6fce5371fa15" providerId="ADAL" clId="{93821061-99DD-4219-BD4D-6AF2C37A61BB}" dt="2024-05-03T14:08:24.715" v="8941" actId="478"/>
          <ac:spMkLst>
            <pc:docMk/>
            <pc:sldMk cId="227946937" sldId="1829"/>
            <ac:spMk id="60" creationId="{00000000-0000-0000-0000-000000000000}"/>
          </ac:spMkLst>
        </pc:spChg>
        <pc:picChg chg="add del mod">
          <ac:chgData name="Marc Emmanuel EBO (Green Pay)" userId="084c3255-a5bf-450c-be20-6fce5371fa15" providerId="ADAL" clId="{93821061-99DD-4219-BD4D-6AF2C37A61BB}" dt="2024-05-01T20:16:30.505" v="6632" actId="478"/>
          <ac:picMkLst>
            <pc:docMk/>
            <pc:sldMk cId="227946937" sldId="1829"/>
            <ac:picMk id="5" creationId="{D8BA784A-16D6-D447-0A81-9A196413D97A}"/>
          </ac:picMkLst>
        </pc:picChg>
        <pc:picChg chg="add mod">
          <ac:chgData name="Marc Emmanuel EBO (Green Pay)" userId="084c3255-a5bf-450c-be20-6fce5371fa15" providerId="ADAL" clId="{93821061-99DD-4219-BD4D-6AF2C37A61BB}" dt="2024-05-03T14:09:05.873" v="8944" actId="14100"/>
          <ac:picMkLst>
            <pc:docMk/>
            <pc:sldMk cId="227946937" sldId="1829"/>
            <ac:picMk id="9" creationId="{6F91EAA9-A656-8484-8F74-3063EFCE311A}"/>
          </ac:picMkLst>
        </pc:picChg>
      </pc:sldChg>
      <pc:sldChg chg="delSp modSp add mod">
        <pc:chgData name="Marc Emmanuel EBO (Green Pay)" userId="084c3255-a5bf-450c-be20-6fce5371fa15" providerId="ADAL" clId="{93821061-99DD-4219-BD4D-6AF2C37A61BB}" dt="2024-05-03T14:16:09.484" v="8950" actId="20577"/>
        <pc:sldMkLst>
          <pc:docMk/>
          <pc:sldMk cId="3573759045" sldId="1830"/>
        </pc:sldMkLst>
        <pc:spChg chg="del">
          <ac:chgData name="Marc Emmanuel EBO (Green Pay)" userId="084c3255-a5bf-450c-be20-6fce5371fa15" providerId="ADAL" clId="{93821061-99DD-4219-BD4D-6AF2C37A61BB}" dt="2024-05-01T22:20:33.034" v="8044" actId="478"/>
          <ac:spMkLst>
            <pc:docMk/>
            <pc:sldMk cId="3573759045" sldId="1830"/>
            <ac:spMk id="2" creationId="{EECF7FDC-CBC6-D96E-3EF1-2B453C86CDE3}"/>
          </ac:spMkLst>
        </pc:spChg>
        <pc:spChg chg="mod">
          <ac:chgData name="Marc Emmanuel EBO (Green Pay)" userId="084c3255-a5bf-450c-be20-6fce5371fa15" providerId="ADAL" clId="{93821061-99DD-4219-BD4D-6AF2C37A61BB}" dt="2024-05-03T14:16:09.484" v="8950" actId="20577"/>
          <ac:spMkLst>
            <pc:docMk/>
            <pc:sldMk cId="3573759045" sldId="1830"/>
            <ac:spMk id="4" creationId="{56FE3A13-0DA0-7E41-2358-079CC3B0D3A7}"/>
          </ac:spMkLst>
        </pc:spChg>
        <pc:spChg chg="mod">
          <ac:chgData name="Marc Emmanuel EBO (Green Pay)" userId="084c3255-a5bf-450c-be20-6fce5371fa15" providerId="ADAL" clId="{93821061-99DD-4219-BD4D-6AF2C37A61BB}" dt="2024-05-02T19:25:23.256" v="8418" actId="1076"/>
          <ac:spMkLst>
            <pc:docMk/>
            <pc:sldMk cId="3573759045" sldId="1830"/>
            <ac:spMk id="7" creationId="{12A7E4AC-6207-AC75-18B2-D88C6FA71D3F}"/>
          </ac:spMkLst>
        </pc:spChg>
        <pc:spChg chg="mod">
          <ac:chgData name="Marc Emmanuel EBO (Green Pay)" userId="084c3255-a5bf-450c-be20-6fce5371fa15" providerId="ADAL" clId="{93821061-99DD-4219-BD4D-6AF2C37A61BB}" dt="2024-05-01T22:21:41.360" v="8054" actId="20577"/>
          <ac:spMkLst>
            <pc:docMk/>
            <pc:sldMk cId="3573759045" sldId="1830"/>
            <ac:spMk id="13" creationId="{1FD185D7-959A-1E70-A77B-B6AEBC37D742}"/>
          </ac:spMkLst>
        </pc:spChg>
        <pc:picChg chg="del">
          <ac:chgData name="Marc Emmanuel EBO (Green Pay)" userId="084c3255-a5bf-450c-be20-6fce5371fa15" providerId="ADAL" clId="{93821061-99DD-4219-BD4D-6AF2C37A61BB}" dt="2024-05-01T22:20:35.135" v="8045" actId="478"/>
          <ac:picMkLst>
            <pc:docMk/>
            <pc:sldMk cId="3573759045" sldId="1830"/>
            <ac:picMk id="3" creationId="{4FC60880-D4B6-7366-A1C4-117223CA471A}"/>
          </ac:picMkLst>
        </pc:picChg>
        <pc:picChg chg="mod">
          <ac:chgData name="Marc Emmanuel EBO (Green Pay)" userId="084c3255-a5bf-450c-be20-6fce5371fa15" providerId="ADAL" clId="{93821061-99DD-4219-BD4D-6AF2C37A61BB}" dt="2024-05-02T19:25:27.392" v="8419" actId="1076"/>
          <ac:picMkLst>
            <pc:docMk/>
            <pc:sldMk cId="3573759045" sldId="1830"/>
            <ac:picMk id="9" creationId="{D6DA9730-E10B-1576-DDC3-DEA0349444D8}"/>
          </ac:picMkLst>
        </pc:picChg>
      </pc:sldChg>
      <pc:sldChg chg="delSp modSp add mod">
        <pc:chgData name="Marc Emmanuel EBO (Green Pay)" userId="084c3255-a5bf-450c-be20-6fce5371fa15" providerId="ADAL" clId="{93821061-99DD-4219-BD4D-6AF2C37A61BB}" dt="2024-05-03T14:18:06.428" v="8956" actId="20577"/>
        <pc:sldMkLst>
          <pc:docMk/>
          <pc:sldMk cId="4105239860" sldId="1831"/>
        </pc:sldMkLst>
        <pc:spChg chg="mod">
          <ac:chgData name="Marc Emmanuel EBO (Green Pay)" userId="084c3255-a5bf-450c-be20-6fce5371fa15" providerId="ADAL" clId="{93821061-99DD-4219-BD4D-6AF2C37A61BB}" dt="2024-05-03T14:18:06.428" v="8956" actId="20577"/>
          <ac:spMkLst>
            <pc:docMk/>
            <pc:sldMk cId="4105239860" sldId="1831"/>
            <ac:spMk id="4" creationId="{56FE3A13-0DA0-7E41-2358-079CC3B0D3A7}"/>
          </ac:spMkLst>
        </pc:spChg>
        <pc:spChg chg="del">
          <ac:chgData name="Marc Emmanuel EBO (Green Pay)" userId="084c3255-a5bf-450c-be20-6fce5371fa15" providerId="ADAL" clId="{93821061-99DD-4219-BD4D-6AF2C37A61BB}" dt="2024-05-01T22:31:27.978" v="8210" actId="478"/>
          <ac:spMkLst>
            <pc:docMk/>
            <pc:sldMk cId="4105239860" sldId="1831"/>
            <ac:spMk id="5" creationId="{093B3719-2C2C-8978-EF2F-25137D3F4852}"/>
          </ac:spMkLst>
        </pc:spChg>
        <pc:spChg chg="del">
          <ac:chgData name="Marc Emmanuel EBO (Green Pay)" userId="084c3255-a5bf-450c-be20-6fce5371fa15" providerId="ADAL" clId="{93821061-99DD-4219-BD4D-6AF2C37A61BB}" dt="2024-05-01T22:31:21.545" v="8208" actId="478"/>
          <ac:spMkLst>
            <pc:docMk/>
            <pc:sldMk cId="4105239860" sldId="1831"/>
            <ac:spMk id="11" creationId="{454CB187-989C-1E65-98D0-276B58E06715}"/>
          </ac:spMkLst>
        </pc:spChg>
        <pc:spChg chg="mod">
          <ac:chgData name="Marc Emmanuel EBO (Green Pay)" userId="084c3255-a5bf-450c-be20-6fce5371fa15" providerId="ADAL" clId="{93821061-99DD-4219-BD4D-6AF2C37A61BB}" dt="2024-05-01T22:33:33.044" v="8265" actId="20577"/>
          <ac:spMkLst>
            <pc:docMk/>
            <pc:sldMk cId="4105239860" sldId="1831"/>
            <ac:spMk id="13" creationId="{1FD185D7-959A-1E70-A77B-B6AEBC37D742}"/>
          </ac:spMkLst>
        </pc:spChg>
        <pc:spChg chg="mod">
          <ac:chgData name="Marc Emmanuel EBO (Green Pay)" userId="084c3255-a5bf-450c-be20-6fce5371fa15" providerId="ADAL" clId="{93821061-99DD-4219-BD4D-6AF2C37A61BB}" dt="2024-05-02T19:27:02.159" v="8423" actId="1076"/>
          <ac:spMkLst>
            <pc:docMk/>
            <pc:sldMk cId="4105239860" sldId="1831"/>
            <ac:spMk id="14" creationId="{B92CB0CC-CEFF-1D7B-9E8F-82B26CBCE8BA}"/>
          </ac:spMkLst>
        </pc:spChg>
        <pc:picChg chg="del">
          <ac:chgData name="Marc Emmanuel EBO (Green Pay)" userId="084c3255-a5bf-450c-be20-6fce5371fa15" providerId="ADAL" clId="{93821061-99DD-4219-BD4D-6AF2C37A61BB}" dt="2024-05-01T22:31:25.175" v="8209" actId="478"/>
          <ac:picMkLst>
            <pc:docMk/>
            <pc:sldMk cId="4105239860" sldId="1831"/>
            <ac:picMk id="12" creationId="{DF9E6B77-8CC9-9BC2-997E-141711D669D7}"/>
          </ac:picMkLst>
        </pc:picChg>
        <pc:picChg chg="mod">
          <ac:chgData name="Marc Emmanuel EBO (Green Pay)" userId="084c3255-a5bf-450c-be20-6fce5371fa15" providerId="ADAL" clId="{93821061-99DD-4219-BD4D-6AF2C37A61BB}" dt="2024-05-02T20:03:52.926" v="8493" actId="14100"/>
          <ac:picMkLst>
            <pc:docMk/>
            <pc:sldMk cId="4105239860" sldId="1831"/>
            <ac:picMk id="22" creationId="{8A053777-953C-446E-7F2E-0DBA6A71EECD}"/>
          </ac:picMkLst>
        </pc:picChg>
      </pc:sldChg>
      <pc:sldChg chg="delSp modSp add mod">
        <pc:chgData name="Marc Emmanuel EBO (Green Pay)" userId="084c3255-a5bf-450c-be20-6fce5371fa15" providerId="ADAL" clId="{93821061-99DD-4219-BD4D-6AF2C37A61BB}" dt="2024-05-03T14:18:37.922" v="8961" actId="20577"/>
        <pc:sldMkLst>
          <pc:docMk/>
          <pc:sldMk cId="1819545723" sldId="1832"/>
        </pc:sldMkLst>
        <pc:spChg chg="mod">
          <ac:chgData name="Marc Emmanuel EBO (Green Pay)" userId="084c3255-a5bf-450c-be20-6fce5371fa15" providerId="ADAL" clId="{93821061-99DD-4219-BD4D-6AF2C37A61BB}" dt="2024-05-03T14:18:37.922" v="8961" actId="20577"/>
          <ac:spMkLst>
            <pc:docMk/>
            <pc:sldMk cId="1819545723" sldId="1832"/>
            <ac:spMk id="4" creationId="{56FE3A13-0DA0-7E41-2358-079CC3B0D3A7}"/>
          </ac:spMkLst>
        </pc:spChg>
        <pc:spChg chg="del mod">
          <ac:chgData name="Marc Emmanuel EBO (Green Pay)" userId="084c3255-a5bf-450c-be20-6fce5371fa15" providerId="ADAL" clId="{93821061-99DD-4219-BD4D-6AF2C37A61BB}" dt="2024-05-01T22:38:29.084" v="8330" actId="478"/>
          <ac:spMkLst>
            <pc:docMk/>
            <pc:sldMk cId="1819545723" sldId="1832"/>
            <ac:spMk id="5" creationId="{093B3719-2C2C-8978-EF2F-25137D3F4852}"/>
          </ac:spMkLst>
        </pc:spChg>
        <pc:spChg chg="del mod">
          <ac:chgData name="Marc Emmanuel EBO (Green Pay)" userId="084c3255-a5bf-450c-be20-6fce5371fa15" providerId="ADAL" clId="{93821061-99DD-4219-BD4D-6AF2C37A61BB}" dt="2024-05-01T22:38:21.129" v="8328" actId="478"/>
          <ac:spMkLst>
            <pc:docMk/>
            <pc:sldMk cId="1819545723" sldId="1832"/>
            <ac:spMk id="6" creationId="{7DEBE7D6-5C15-8711-6D6F-9186DC146480}"/>
          </ac:spMkLst>
        </pc:spChg>
        <pc:spChg chg="mod">
          <ac:chgData name="Marc Emmanuel EBO (Green Pay)" userId="084c3255-a5bf-450c-be20-6fce5371fa15" providerId="ADAL" clId="{93821061-99DD-4219-BD4D-6AF2C37A61BB}" dt="2024-05-02T20:16:09.131" v="8607" actId="20577"/>
          <ac:spMkLst>
            <pc:docMk/>
            <pc:sldMk cId="1819545723" sldId="1832"/>
            <ac:spMk id="24" creationId="{ABD48551-C98C-FCE3-001C-6E831D4D3921}"/>
          </ac:spMkLst>
        </pc:spChg>
        <pc:picChg chg="del">
          <ac:chgData name="Marc Emmanuel EBO (Green Pay)" userId="084c3255-a5bf-450c-be20-6fce5371fa15" providerId="ADAL" clId="{93821061-99DD-4219-BD4D-6AF2C37A61BB}" dt="2024-05-01T22:38:14.939" v="8326" actId="478"/>
          <ac:picMkLst>
            <pc:docMk/>
            <pc:sldMk cId="1819545723" sldId="1832"/>
            <ac:picMk id="10" creationId="{D8D37288-C780-3A3D-56B1-04CF6A64DAB3}"/>
          </ac:picMkLst>
        </pc:picChg>
      </pc:sldChg>
    </pc:docChg>
  </pc:docChgLst>
  <pc:docChgLst>
    <pc:chgData name="Marc Emmanuel EBO (Green Pay)" userId="084c3255-a5bf-450c-be20-6fce5371fa15" providerId="ADAL" clId="{777B0DF1-108B-40E3-8D33-4A9C62D19A26}"/>
    <pc:docChg chg="undo custSel addSld delSld modSld">
      <pc:chgData name="Marc Emmanuel EBO (Green Pay)" userId="084c3255-a5bf-450c-be20-6fce5371fa15" providerId="ADAL" clId="{777B0DF1-108B-40E3-8D33-4A9C62D19A26}" dt="2023-08-28T08:27:12.964" v="4335" actId="20577"/>
      <pc:docMkLst>
        <pc:docMk/>
      </pc:docMkLst>
      <pc:sldChg chg="addSp delSp modSp mod addAnim delAnim modAnim">
        <pc:chgData name="Marc Emmanuel EBO (Green Pay)" userId="084c3255-a5bf-450c-be20-6fce5371fa15" providerId="ADAL" clId="{777B0DF1-108B-40E3-8D33-4A9C62D19A26}" dt="2023-08-26T10:00:06.151" v="4301" actId="1076"/>
        <pc:sldMkLst>
          <pc:docMk/>
          <pc:sldMk cId="1215623166" sldId="1633"/>
        </pc:sldMkLst>
        <pc:spChg chg="add del mod">
          <ac:chgData name="Marc Emmanuel EBO (Green Pay)" userId="084c3255-a5bf-450c-be20-6fce5371fa15" providerId="ADAL" clId="{777B0DF1-108B-40E3-8D33-4A9C62D19A26}" dt="2023-08-25T21:07:36.330" v="85" actId="478"/>
          <ac:spMkLst>
            <pc:docMk/>
            <pc:sldMk cId="1215623166" sldId="1633"/>
            <ac:spMk id="3" creationId="{67B5B3BC-3014-47F1-0544-CBDFC108BBA5}"/>
          </ac:spMkLst>
        </pc:spChg>
        <pc:spChg chg="del mod">
          <ac:chgData name="Marc Emmanuel EBO (Green Pay)" userId="084c3255-a5bf-450c-be20-6fce5371fa15" providerId="ADAL" clId="{777B0DF1-108B-40E3-8D33-4A9C62D19A26}" dt="2023-08-25T21:07:32.413" v="81" actId="478"/>
          <ac:spMkLst>
            <pc:docMk/>
            <pc:sldMk cId="1215623166" sldId="1633"/>
            <ac:spMk id="4" creationId="{00000000-0000-0000-0000-000000000000}"/>
          </ac:spMkLst>
        </pc:spChg>
        <pc:spChg chg="del">
          <ac:chgData name="Marc Emmanuel EBO (Green Pay)" userId="084c3255-a5bf-450c-be20-6fce5371fa15" providerId="ADAL" clId="{777B0DF1-108B-40E3-8D33-4A9C62D19A26}" dt="2023-08-25T21:07:39.861" v="86" actId="478"/>
          <ac:spMkLst>
            <pc:docMk/>
            <pc:sldMk cId="1215623166" sldId="1633"/>
            <ac:spMk id="5" creationId="{00000000-0000-0000-0000-000000000000}"/>
          </ac:spMkLst>
        </pc:spChg>
        <pc:spChg chg="del">
          <ac:chgData name="Marc Emmanuel EBO (Green Pay)" userId="084c3255-a5bf-450c-be20-6fce5371fa15" providerId="ADAL" clId="{777B0DF1-108B-40E3-8D33-4A9C62D19A26}" dt="2023-08-25T21:07:45.654" v="88" actId="478"/>
          <ac:spMkLst>
            <pc:docMk/>
            <pc:sldMk cId="1215623166" sldId="1633"/>
            <ac:spMk id="6" creationId="{00000000-0000-0000-0000-000000000000}"/>
          </ac:spMkLst>
        </pc:spChg>
        <pc:spChg chg="del">
          <ac:chgData name="Marc Emmanuel EBO (Green Pay)" userId="084c3255-a5bf-450c-be20-6fce5371fa15" providerId="ADAL" clId="{777B0DF1-108B-40E3-8D33-4A9C62D19A26}" dt="2023-08-25T21:07:42.205" v="87" actId="478"/>
          <ac:spMkLst>
            <pc:docMk/>
            <pc:sldMk cId="1215623166" sldId="1633"/>
            <ac:spMk id="7" creationId="{00000000-0000-0000-0000-000000000000}"/>
          </ac:spMkLst>
        </pc:spChg>
        <pc:spChg chg="add mod">
          <ac:chgData name="Marc Emmanuel EBO (Green Pay)" userId="084c3255-a5bf-450c-be20-6fce5371fa15" providerId="ADAL" clId="{777B0DF1-108B-40E3-8D33-4A9C62D19A26}" dt="2023-08-26T06:30:15.249" v="3620" actId="313"/>
          <ac:spMkLst>
            <pc:docMk/>
            <pc:sldMk cId="1215623166" sldId="1633"/>
            <ac:spMk id="8" creationId="{0769E476-9497-F9A2-8B14-AC88CEC4F1BF}"/>
          </ac:spMkLst>
        </pc:spChg>
        <pc:spChg chg="add mod">
          <ac:chgData name="Marc Emmanuel EBO (Green Pay)" userId="084c3255-a5bf-450c-be20-6fce5371fa15" providerId="ADAL" clId="{777B0DF1-108B-40E3-8D33-4A9C62D19A26}" dt="2023-08-26T04:53:34.700" v="2102" actId="14100"/>
          <ac:spMkLst>
            <pc:docMk/>
            <pc:sldMk cId="1215623166" sldId="1633"/>
            <ac:spMk id="10" creationId="{37A8DF83-7E55-1CF5-E804-D8E86ABCA097}"/>
          </ac:spMkLst>
        </pc:spChg>
        <pc:spChg chg="add mod">
          <ac:chgData name="Marc Emmanuel EBO (Green Pay)" userId="084c3255-a5bf-450c-be20-6fce5371fa15" providerId="ADAL" clId="{777B0DF1-108B-40E3-8D33-4A9C62D19A26}" dt="2023-08-26T06:32:58.153" v="3662" actId="1076"/>
          <ac:spMkLst>
            <pc:docMk/>
            <pc:sldMk cId="1215623166" sldId="1633"/>
            <ac:spMk id="11" creationId="{5382B1DB-E3F4-48D0-AB25-665DD74BE5E9}"/>
          </ac:spMkLst>
        </pc:spChg>
        <pc:spChg chg="add mod">
          <ac:chgData name="Marc Emmanuel EBO (Green Pay)" userId="084c3255-a5bf-450c-be20-6fce5371fa15" providerId="ADAL" clId="{777B0DF1-108B-40E3-8D33-4A9C62D19A26}" dt="2023-08-26T06:33:03.497" v="3663" actId="1076"/>
          <ac:spMkLst>
            <pc:docMk/>
            <pc:sldMk cId="1215623166" sldId="1633"/>
            <ac:spMk id="12" creationId="{8D424098-B48E-AE48-7778-343BD618AB11}"/>
          </ac:spMkLst>
        </pc:spChg>
        <pc:spChg chg="mod">
          <ac:chgData name="Marc Emmanuel EBO (Green Pay)" userId="084c3255-a5bf-450c-be20-6fce5371fa15" providerId="ADAL" clId="{777B0DF1-108B-40E3-8D33-4A9C62D19A26}" dt="2023-08-25T21:10:48.576" v="110" actId="13822"/>
          <ac:spMkLst>
            <pc:docMk/>
            <pc:sldMk cId="1215623166" sldId="1633"/>
            <ac:spMk id="14" creationId="{691F922B-E1D0-E6D8-5A05-3FD2C465A2F6}"/>
          </ac:spMkLst>
        </pc:spChg>
        <pc:spChg chg="mod">
          <ac:chgData name="Marc Emmanuel EBO (Green Pay)" userId="084c3255-a5bf-450c-be20-6fce5371fa15" providerId="ADAL" clId="{777B0DF1-108B-40E3-8D33-4A9C62D19A26}" dt="2023-08-25T21:10:48.576" v="110" actId="13822"/>
          <ac:spMkLst>
            <pc:docMk/>
            <pc:sldMk cId="1215623166" sldId="1633"/>
            <ac:spMk id="15" creationId="{9E8AB4DD-BBBA-9F8F-2F1C-CB4328DB1C07}"/>
          </ac:spMkLst>
        </pc:spChg>
        <pc:spChg chg="mod">
          <ac:chgData name="Marc Emmanuel EBO (Green Pay)" userId="084c3255-a5bf-450c-be20-6fce5371fa15" providerId="ADAL" clId="{777B0DF1-108B-40E3-8D33-4A9C62D19A26}" dt="2023-08-25T21:10:43.338" v="109" actId="13822"/>
          <ac:spMkLst>
            <pc:docMk/>
            <pc:sldMk cId="1215623166" sldId="1633"/>
            <ac:spMk id="17" creationId="{FDF807E1-CF1E-BFD8-B1DD-497E827BC326}"/>
          </ac:spMkLst>
        </pc:spChg>
        <pc:spChg chg="mod">
          <ac:chgData name="Marc Emmanuel EBO (Green Pay)" userId="084c3255-a5bf-450c-be20-6fce5371fa15" providerId="ADAL" clId="{777B0DF1-108B-40E3-8D33-4A9C62D19A26}" dt="2023-08-25T21:10:43.338" v="109" actId="13822"/>
          <ac:spMkLst>
            <pc:docMk/>
            <pc:sldMk cId="1215623166" sldId="1633"/>
            <ac:spMk id="18" creationId="{D1CBCD63-E2FC-A504-D57A-48CDA87ACD23}"/>
          </ac:spMkLst>
        </pc:spChg>
        <pc:spChg chg="add del mod">
          <ac:chgData name="Marc Emmanuel EBO (Green Pay)" userId="084c3255-a5bf-450c-be20-6fce5371fa15" providerId="ADAL" clId="{777B0DF1-108B-40E3-8D33-4A9C62D19A26}" dt="2023-08-26T06:12:03.321" v="3511" actId="478"/>
          <ac:spMkLst>
            <pc:docMk/>
            <pc:sldMk cId="1215623166" sldId="1633"/>
            <ac:spMk id="19" creationId="{BF537AE0-F7F6-52E9-F2D1-8A2743534275}"/>
          </ac:spMkLst>
        </pc:spChg>
        <pc:spChg chg="add mod">
          <ac:chgData name="Marc Emmanuel EBO (Green Pay)" userId="084c3255-a5bf-450c-be20-6fce5371fa15" providerId="ADAL" clId="{777B0DF1-108B-40E3-8D33-4A9C62D19A26}" dt="2023-08-25T22:41:23.771" v="1532" actId="1076"/>
          <ac:spMkLst>
            <pc:docMk/>
            <pc:sldMk cId="1215623166" sldId="1633"/>
            <ac:spMk id="21" creationId="{6D963822-8CC3-B63F-89F6-1EF9DFDBDAB1}"/>
          </ac:spMkLst>
        </pc:spChg>
        <pc:spChg chg="add mod">
          <ac:chgData name="Marc Emmanuel EBO (Green Pay)" userId="084c3255-a5bf-450c-be20-6fce5371fa15" providerId="ADAL" clId="{777B0DF1-108B-40E3-8D33-4A9C62D19A26}" dt="2023-08-26T10:00:06.151" v="4301" actId="1076"/>
          <ac:spMkLst>
            <pc:docMk/>
            <pc:sldMk cId="1215623166" sldId="1633"/>
            <ac:spMk id="22" creationId="{1EEBA041-E3E7-4ABD-8AC3-B53229CB85C5}"/>
          </ac:spMkLst>
        </pc:spChg>
        <pc:spChg chg="add mod">
          <ac:chgData name="Marc Emmanuel EBO (Green Pay)" userId="084c3255-a5bf-450c-be20-6fce5371fa15" providerId="ADAL" clId="{777B0DF1-108B-40E3-8D33-4A9C62D19A26}" dt="2023-08-26T06:34:25.275" v="3820" actId="790"/>
          <ac:spMkLst>
            <pc:docMk/>
            <pc:sldMk cId="1215623166" sldId="1633"/>
            <ac:spMk id="23" creationId="{3BE35884-ED55-D4DD-05DF-4BEFDEEBE324}"/>
          </ac:spMkLst>
        </pc:spChg>
        <pc:grpChg chg="add mod">
          <ac:chgData name="Marc Emmanuel EBO (Green Pay)" userId="084c3255-a5bf-450c-be20-6fce5371fa15" providerId="ADAL" clId="{777B0DF1-108B-40E3-8D33-4A9C62D19A26}" dt="2023-08-26T05:23:01.049" v="2968" actId="1076"/>
          <ac:grpSpMkLst>
            <pc:docMk/>
            <pc:sldMk cId="1215623166" sldId="1633"/>
            <ac:grpSpMk id="13" creationId="{860D5BA3-A0BC-6E1E-8D25-C28891F041B6}"/>
          </ac:grpSpMkLst>
        </pc:grpChg>
        <pc:grpChg chg="add del mod">
          <ac:chgData name="Marc Emmanuel EBO (Green Pay)" userId="084c3255-a5bf-450c-be20-6fce5371fa15" providerId="ADAL" clId="{777B0DF1-108B-40E3-8D33-4A9C62D19A26}" dt="2023-08-25T22:40:59.989" v="1528" actId="478"/>
          <ac:grpSpMkLst>
            <pc:docMk/>
            <pc:sldMk cId="1215623166" sldId="1633"/>
            <ac:grpSpMk id="16" creationId="{2577EB84-2277-F737-5C9C-E46A4EC75860}"/>
          </ac:grpSpMkLst>
        </pc:grpChg>
        <pc:picChg chg="del mod">
          <ac:chgData name="Marc Emmanuel EBO (Green Pay)" userId="084c3255-a5bf-450c-be20-6fce5371fa15" providerId="ADAL" clId="{777B0DF1-108B-40E3-8D33-4A9C62D19A26}" dt="2023-08-25T21:07:34.531" v="83" actId="478"/>
          <ac:picMkLst>
            <pc:docMk/>
            <pc:sldMk cId="1215623166" sldId="1633"/>
            <ac:picMk id="9" creationId="{00000000-0000-0000-0000-000000000000}"/>
          </ac:picMkLst>
        </pc:picChg>
        <pc:picChg chg="add mod">
          <ac:chgData name="Marc Emmanuel EBO (Green Pay)" userId="084c3255-a5bf-450c-be20-6fce5371fa15" providerId="ADAL" clId="{777B0DF1-108B-40E3-8D33-4A9C62D19A26}" dt="2023-08-25T22:53:49.960" v="1645" actId="14100"/>
          <ac:picMkLst>
            <pc:docMk/>
            <pc:sldMk cId="1215623166" sldId="1633"/>
            <ac:picMk id="20" creationId="{D72F3DBE-B7E0-C621-B3C2-43DEBFA4D4C6}"/>
          </ac:picMkLst>
        </pc:picChg>
      </pc:sldChg>
      <pc:sldChg chg="addSp delSp modSp mod delAnim">
        <pc:chgData name="Marc Emmanuel EBO (Green Pay)" userId="084c3255-a5bf-450c-be20-6fce5371fa15" providerId="ADAL" clId="{777B0DF1-108B-40E3-8D33-4A9C62D19A26}" dt="2023-08-26T10:00:32.405" v="4330" actId="20577"/>
        <pc:sldMkLst>
          <pc:docMk/>
          <pc:sldMk cId="1828056982" sldId="1634"/>
        </pc:sldMkLst>
        <pc:spChg chg="add del mod">
          <ac:chgData name="Marc Emmanuel EBO (Green Pay)" userId="084c3255-a5bf-450c-be20-6fce5371fa15" providerId="ADAL" clId="{777B0DF1-108B-40E3-8D33-4A9C62D19A26}" dt="2023-08-25T21:09:17.992" v="97" actId="478"/>
          <ac:spMkLst>
            <pc:docMk/>
            <pc:sldMk cId="1828056982" sldId="1634"/>
            <ac:spMk id="3" creationId="{4C1688D1-812B-2338-A6D5-D0E66423619C}"/>
          </ac:spMkLst>
        </pc:spChg>
        <pc:spChg chg="del mod">
          <ac:chgData name="Marc Emmanuel EBO (Green Pay)" userId="084c3255-a5bf-450c-be20-6fce5371fa15" providerId="ADAL" clId="{777B0DF1-108B-40E3-8D33-4A9C62D19A26}" dt="2023-08-25T21:09:15.152" v="95" actId="478"/>
          <ac:spMkLst>
            <pc:docMk/>
            <pc:sldMk cId="1828056982" sldId="1634"/>
            <ac:spMk id="4" creationId="{00000000-0000-0000-0000-000000000000}"/>
          </ac:spMkLst>
        </pc:spChg>
        <pc:spChg chg="del">
          <ac:chgData name="Marc Emmanuel EBO (Green Pay)" userId="084c3255-a5bf-450c-be20-6fce5371fa15" providerId="ADAL" clId="{777B0DF1-108B-40E3-8D33-4A9C62D19A26}" dt="2023-08-25T21:09:21.515" v="98" actId="478"/>
          <ac:spMkLst>
            <pc:docMk/>
            <pc:sldMk cId="1828056982" sldId="1634"/>
            <ac:spMk id="5" creationId="{00000000-0000-0000-0000-000000000000}"/>
          </ac:spMkLst>
        </pc:spChg>
        <pc:spChg chg="del mod">
          <ac:chgData name="Marc Emmanuel EBO (Green Pay)" userId="084c3255-a5bf-450c-be20-6fce5371fa15" providerId="ADAL" clId="{777B0DF1-108B-40E3-8D33-4A9C62D19A26}" dt="2023-08-25T21:10:01.739" v="103" actId="478"/>
          <ac:spMkLst>
            <pc:docMk/>
            <pc:sldMk cId="1828056982" sldId="1634"/>
            <ac:spMk id="7" creationId="{00000000-0000-0000-0000-000000000000}"/>
          </ac:spMkLst>
        </pc:spChg>
        <pc:spChg chg="add del mod">
          <ac:chgData name="Marc Emmanuel EBO (Green Pay)" userId="084c3255-a5bf-450c-be20-6fce5371fa15" providerId="ADAL" clId="{777B0DF1-108B-40E3-8D33-4A9C62D19A26}" dt="2023-08-25T21:09:23.840" v="99" actId="478"/>
          <ac:spMkLst>
            <pc:docMk/>
            <pc:sldMk cId="1828056982" sldId="1634"/>
            <ac:spMk id="8" creationId="{3F895B82-7AD0-AF47-9C8F-F265AE3DD6CA}"/>
          </ac:spMkLst>
        </pc:spChg>
        <pc:spChg chg="add del mod">
          <ac:chgData name="Marc Emmanuel EBO (Green Pay)" userId="084c3255-a5bf-450c-be20-6fce5371fa15" providerId="ADAL" clId="{777B0DF1-108B-40E3-8D33-4A9C62D19A26}" dt="2023-08-25T21:11:25.634" v="116" actId="478"/>
          <ac:spMkLst>
            <pc:docMk/>
            <pc:sldMk cId="1828056982" sldId="1634"/>
            <ac:spMk id="10" creationId="{11057CDC-8500-27FA-FC21-C40B2740A6D5}"/>
          </ac:spMkLst>
        </pc:spChg>
        <pc:spChg chg="add del mod">
          <ac:chgData name="Marc Emmanuel EBO (Green Pay)" userId="084c3255-a5bf-450c-be20-6fce5371fa15" providerId="ADAL" clId="{777B0DF1-108B-40E3-8D33-4A9C62D19A26}" dt="2023-08-25T21:13:51.581" v="140" actId="478"/>
          <ac:spMkLst>
            <pc:docMk/>
            <pc:sldMk cId="1828056982" sldId="1634"/>
            <ac:spMk id="11" creationId="{8A19D30D-0745-1501-5B9E-4DED86A55EE8}"/>
          </ac:spMkLst>
        </pc:spChg>
        <pc:spChg chg="add mod">
          <ac:chgData name="Marc Emmanuel EBO (Green Pay)" userId="084c3255-a5bf-450c-be20-6fce5371fa15" providerId="ADAL" clId="{777B0DF1-108B-40E3-8D33-4A9C62D19A26}" dt="2023-08-25T22:57:38.053" v="1768" actId="20577"/>
          <ac:spMkLst>
            <pc:docMk/>
            <pc:sldMk cId="1828056982" sldId="1634"/>
            <ac:spMk id="13" creationId="{0478A6CC-8FFD-B0EB-AF62-1AE85800D9C4}"/>
          </ac:spMkLst>
        </pc:spChg>
        <pc:spChg chg="add mod">
          <ac:chgData name="Marc Emmanuel EBO (Green Pay)" userId="084c3255-a5bf-450c-be20-6fce5371fa15" providerId="ADAL" clId="{777B0DF1-108B-40E3-8D33-4A9C62D19A26}" dt="2023-08-26T10:00:32.405" v="4330" actId="20577"/>
          <ac:spMkLst>
            <pc:docMk/>
            <pc:sldMk cId="1828056982" sldId="1634"/>
            <ac:spMk id="15" creationId="{3D04A129-4170-4C6F-0351-2FBCB4DD4207}"/>
          </ac:spMkLst>
        </pc:spChg>
        <pc:spChg chg="mod">
          <ac:chgData name="Marc Emmanuel EBO (Green Pay)" userId="084c3255-a5bf-450c-be20-6fce5371fa15" providerId="ADAL" clId="{777B0DF1-108B-40E3-8D33-4A9C62D19A26}" dt="2023-08-25T21:11:02.043" v="112" actId="1076"/>
          <ac:spMkLst>
            <pc:docMk/>
            <pc:sldMk cId="1828056982" sldId="1634"/>
            <ac:spMk id="22" creationId="{00000000-0000-0000-0000-000000000000}"/>
          </ac:spMkLst>
        </pc:spChg>
        <pc:spChg chg="del">
          <ac:chgData name="Marc Emmanuel EBO (Green Pay)" userId="084c3255-a5bf-450c-be20-6fce5371fa15" providerId="ADAL" clId="{777B0DF1-108B-40E3-8D33-4A9C62D19A26}" dt="2023-08-25T21:13:33.305" v="130" actId="478"/>
          <ac:spMkLst>
            <pc:docMk/>
            <pc:sldMk cId="1828056982" sldId="1634"/>
            <ac:spMk id="45" creationId="{00000000-0000-0000-0000-000000000000}"/>
          </ac:spMkLst>
        </pc:spChg>
        <pc:spChg chg="del">
          <ac:chgData name="Marc Emmanuel EBO (Green Pay)" userId="084c3255-a5bf-450c-be20-6fce5371fa15" providerId="ADAL" clId="{777B0DF1-108B-40E3-8D33-4A9C62D19A26}" dt="2023-08-25T21:11:28.930" v="117" actId="478"/>
          <ac:spMkLst>
            <pc:docMk/>
            <pc:sldMk cId="1828056982" sldId="1634"/>
            <ac:spMk id="49" creationId="{00000000-0000-0000-0000-000000000000}"/>
          </ac:spMkLst>
        </pc:spChg>
        <pc:grpChg chg="mod">
          <ac:chgData name="Marc Emmanuel EBO (Green Pay)" userId="084c3255-a5bf-450c-be20-6fce5371fa15" providerId="ADAL" clId="{777B0DF1-108B-40E3-8D33-4A9C62D19A26}" dt="2023-08-25T21:10:22.397" v="107" actId="1076"/>
          <ac:grpSpMkLst>
            <pc:docMk/>
            <pc:sldMk cId="1828056982" sldId="1634"/>
            <ac:grpSpMk id="17" creationId="{00000000-0000-0000-0000-000000000000}"/>
          </ac:grpSpMkLst>
        </pc:grpChg>
        <pc:grpChg chg="mod">
          <ac:chgData name="Marc Emmanuel EBO (Green Pay)" userId="084c3255-a5bf-450c-be20-6fce5371fa15" providerId="ADAL" clId="{777B0DF1-108B-40E3-8D33-4A9C62D19A26}" dt="2023-08-25T21:09:55.888" v="101" actId="14100"/>
          <ac:grpSpMkLst>
            <pc:docMk/>
            <pc:sldMk cId="1828056982" sldId="1634"/>
            <ac:grpSpMk id="25" creationId="{00000000-0000-0000-0000-000000000000}"/>
          </ac:grpSpMkLst>
        </pc:grpChg>
        <pc:picChg chg="del mod">
          <ac:chgData name="Marc Emmanuel EBO (Green Pay)" userId="084c3255-a5bf-450c-be20-6fce5371fa15" providerId="ADAL" clId="{777B0DF1-108B-40E3-8D33-4A9C62D19A26}" dt="2023-08-25T21:11:24.093" v="115" actId="478"/>
          <ac:picMkLst>
            <pc:docMk/>
            <pc:sldMk cId="1828056982" sldId="1634"/>
            <ac:picMk id="12" creationId="{00000000-0000-0000-0000-000000000000}"/>
          </ac:picMkLst>
        </pc:picChg>
      </pc:sldChg>
      <pc:sldChg chg="del">
        <pc:chgData name="Marc Emmanuel EBO (Green Pay)" userId="084c3255-a5bf-450c-be20-6fce5371fa15" providerId="ADAL" clId="{777B0DF1-108B-40E3-8D33-4A9C62D19A26}" dt="2023-08-25T21:14:45.980" v="146" actId="2696"/>
        <pc:sldMkLst>
          <pc:docMk/>
          <pc:sldMk cId="2148004822" sldId="1637"/>
        </pc:sldMkLst>
      </pc:sldChg>
      <pc:sldChg chg="del">
        <pc:chgData name="Marc Emmanuel EBO (Green Pay)" userId="084c3255-a5bf-450c-be20-6fce5371fa15" providerId="ADAL" clId="{777B0DF1-108B-40E3-8D33-4A9C62D19A26}" dt="2023-08-25T20:38:54.201" v="2" actId="2696"/>
        <pc:sldMkLst>
          <pc:docMk/>
          <pc:sldMk cId="2319721666" sldId="1638"/>
        </pc:sldMkLst>
      </pc:sldChg>
      <pc:sldChg chg="del">
        <pc:chgData name="Marc Emmanuel EBO (Green Pay)" userId="084c3255-a5bf-450c-be20-6fce5371fa15" providerId="ADAL" clId="{777B0DF1-108B-40E3-8D33-4A9C62D19A26}" dt="2023-08-25T20:38:49.207" v="1" actId="2696"/>
        <pc:sldMkLst>
          <pc:docMk/>
          <pc:sldMk cId="2278206873" sldId="1639"/>
        </pc:sldMkLst>
      </pc:sldChg>
      <pc:sldChg chg="del">
        <pc:chgData name="Marc Emmanuel EBO (Green Pay)" userId="084c3255-a5bf-450c-be20-6fce5371fa15" providerId="ADAL" clId="{777B0DF1-108B-40E3-8D33-4A9C62D19A26}" dt="2023-08-25T20:38:43.573" v="0" actId="2696"/>
        <pc:sldMkLst>
          <pc:docMk/>
          <pc:sldMk cId="1252340016" sldId="1640"/>
        </pc:sldMkLst>
      </pc:sldChg>
      <pc:sldChg chg="addSp delSp modSp mod delAnim modAnim">
        <pc:chgData name="Marc Emmanuel EBO (Green Pay)" userId="084c3255-a5bf-450c-be20-6fce5371fa15" providerId="ADAL" clId="{777B0DF1-108B-40E3-8D33-4A9C62D19A26}" dt="2023-08-26T07:18:23.409" v="4123" actId="20577"/>
        <pc:sldMkLst>
          <pc:docMk/>
          <pc:sldMk cId="1519058305" sldId="1771"/>
        </pc:sldMkLst>
        <pc:spChg chg="del mod">
          <ac:chgData name="Marc Emmanuel EBO (Green Pay)" userId="084c3255-a5bf-450c-be20-6fce5371fa15" providerId="ADAL" clId="{777B0DF1-108B-40E3-8D33-4A9C62D19A26}" dt="2023-08-25T20:59:41.768" v="37" actId="478"/>
          <ac:spMkLst>
            <pc:docMk/>
            <pc:sldMk cId="1519058305" sldId="1771"/>
            <ac:spMk id="2" creationId="{00000000-0000-0000-0000-000000000000}"/>
          </ac:spMkLst>
        </pc:spChg>
        <pc:spChg chg="del">
          <ac:chgData name="Marc Emmanuel EBO (Green Pay)" userId="084c3255-a5bf-450c-be20-6fce5371fa15" providerId="ADAL" clId="{777B0DF1-108B-40E3-8D33-4A9C62D19A26}" dt="2023-08-25T20:59:34.843" v="34" actId="478"/>
          <ac:spMkLst>
            <pc:docMk/>
            <pc:sldMk cId="1519058305" sldId="1771"/>
            <ac:spMk id="3" creationId="{00000000-0000-0000-0000-000000000000}"/>
          </ac:spMkLst>
        </pc:spChg>
        <pc:spChg chg="add del mod">
          <ac:chgData name="Marc Emmanuel EBO (Green Pay)" userId="084c3255-a5bf-450c-be20-6fce5371fa15" providerId="ADAL" clId="{777B0DF1-108B-40E3-8D33-4A9C62D19A26}" dt="2023-08-25T20:59:36.854" v="35" actId="478"/>
          <ac:spMkLst>
            <pc:docMk/>
            <pc:sldMk cId="1519058305" sldId="1771"/>
            <ac:spMk id="5" creationId="{95ED3644-D762-E0A9-300A-224F431342A1}"/>
          </ac:spMkLst>
        </pc:spChg>
        <pc:spChg chg="add del mod">
          <ac:chgData name="Marc Emmanuel EBO (Green Pay)" userId="084c3255-a5bf-450c-be20-6fce5371fa15" providerId="ADAL" clId="{777B0DF1-108B-40E3-8D33-4A9C62D19A26}" dt="2023-08-25T20:59:44.841" v="39" actId="478"/>
          <ac:spMkLst>
            <pc:docMk/>
            <pc:sldMk cId="1519058305" sldId="1771"/>
            <ac:spMk id="7" creationId="{5DF596D0-7314-0113-009F-C8A1C91BB797}"/>
          </ac:spMkLst>
        </pc:spChg>
        <pc:spChg chg="add mod">
          <ac:chgData name="Marc Emmanuel EBO (Green Pay)" userId="084c3255-a5bf-450c-be20-6fce5371fa15" providerId="ADAL" clId="{777B0DF1-108B-40E3-8D33-4A9C62D19A26}" dt="2023-08-26T07:12:25.362" v="4060" actId="20577"/>
          <ac:spMkLst>
            <pc:docMk/>
            <pc:sldMk cId="1519058305" sldId="1771"/>
            <ac:spMk id="8" creationId="{61346749-7DA1-752F-33A0-9F94E9EBB152}"/>
          </ac:spMkLst>
        </pc:spChg>
        <pc:spChg chg="add mod">
          <ac:chgData name="Marc Emmanuel EBO (Green Pay)" userId="084c3255-a5bf-450c-be20-6fce5371fa15" providerId="ADAL" clId="{777B0DF1-108B-40E3-8D33-4A9C62D19A26}" dt="2023-08-26T06:10:23.519" v="3471" actId="313"/>
          <ac:spMkLst>
            <pc:docMk/>
            <pc:sldMk cId="1519058305" sldId="1771"/>
            <ac:spMk id="9" creationId="{420BCDFD-F3A3-6B1A-ABE2-EF0D02698044}"/>
          </ac:spMkLst>
        </pc:spChg>
        <pc:spChg chg="add mod">
          <ac:chgData name="Marc Emmanuel EBO (Green Pay)" userId="084c3255-a5bf-450c-be20-6fce5371fa15" providerId="ADAL" clId="{777B0DF1-108B-40E3-8D33-4A9C62D19A26}" dt="2023-08-26T05:16:13.282" v="2729" actId="1076"/>
          <ac:spMkLst>
            <pc:docMk/>
            <pc:sldMk cId="1519058305" sldId="1771"/>
            <ac:spMk id="10" creationId="{692D7C18-595B-8AA6-A2E5-56C6024A8BAD}"/>
          </ac:spMkLst>
        </pc:spChg>
        <pc:spChg chg="add mod">
          <ac:chgData name="Marc Emmanuel EBO (Green Pay)" userId="084c3255-a5bf-450c-be20-6fce5371fa15" providerId="ADAL" clId="{777B0DF1-108B-40E3-8D33-4A9C62D19A26}" dt="2023-08-26T07:13:56.291" v="4061" actId="13822"/>
          <ac:spMkLst>
            <pc:docMk/>
            <pc:sldMk cId="1519058305" sldId="1771"/>
            <ac:spMk id="11" creationId="{CC69E5AE-CD6B-1882-C64E-351F9588FA68}"/>
          </ac:spMkLst>
        </pc:spChg>
        <pc:spChg chg="add mod">
          <ac:chgData name="Marc Emmanuel EBO (Green Pay)" userId="084c3255-a5bf-450c-be20-6fce5371fa15" providerId="ADAL" clId="{777B0DF1-108B-40E3-8D33-4A9C62D19A26}" dt="2023-08-26T07:14:52.800" v="4063" actId="13822"/>
          <ac:spMkLst>
            <pc:docMk/>
            <pc:sldMk cId="1519058305" sldId="1771"/>
            <ac:spMk id="12" creationId="{FEF54BA5-5FC7-0B59-4F72-01538A6D6C49}"/>
          </ac:spMkLst>
        </pc:spChg>
        <pc:spChg chg="add mod">
          <ac:chgData name="Marc Emmanuel EBO (Green Pay)" userId="084c3255-a5bf-450c-be20-6fce5371fa15" providerId="ADAL" clId="{777B0DF1-108B-40E3-8D33-4A9C62D19A26}" dt="2023-08-26T05:22:22.873" v="2963" actId="14100"/>
          <ac:spMkLst>
            <pc:docMk/>
            <pc:sldMk cId="1519058305" sldId="1771"/>
            <ac:spMk id="13" creationId="{185A2FDD-6BB6-2BF8-948B-D5A4FE8BF579}"/>
          </ac:spMkLst>
        </pc:spChg>
        <pc:spChg chg="add mod">
          <ac:chgData name="Marc Emmanuel EBO (Green Pay)" userId="084c3255-a5bf-450c-be20-6fce5371fa15" providerId="ADAL" clId="{777B0DF1-108B-40E3-8D33-4A9C62D19A26}" dt="2023-08-26T07:14:12.261" v="4062" actId="207"/>
          <ac:spMkLst>
            <pc:docMk/>
            <pc:sldMk cId="1519058305" sldId="1771"/>
            <ac:spMk id="14" creationId="{DC1C92D8-7E36-C8CF-1A41-9BE8AE1BE1A3}"/>
          </ac:spMkLst>
        </pc:spChg>
        <pc:spChg chg="add mod">
          <ac:chgData name="Marc Emmanuel EBO (Green Pay)" userId="084c3255-a5bf-450c-be20-6fce5371fa15" providerId="ADAL" clId="{777B0DF1-108B-40E3-8D33-4A9C62D19A26}" dt="2023-08-26T07:15:05.881" v="4064" actId="207"/>
          <ac:spMkLst>
            <pc:docMk/>
            <pc:sldMk cId="1519058305" sldId="1771"/>
            <ac:spMk id="15" creationId="{C67E729D-DD08-24AD-4AFD-2909A0A3E2DB}"/>
          </ac:spMkLst>
        </pc:spChg>
        <pc:spChg chg="add mod">
          <ac:chgData name="Marc Emmanuel EBO (Green Pay)" userId="084c3255-a5bf-450c-be20-6fce5371fa15" providerId="ADAL" clId="{777B0DF1-108B-40E3-8D33-4A9C62D19A26}" dt="2023-08-26T05:20:47.119" v="2951" actId="1076"/>
          <ac:spMkLst>
            <pc:docMk/>
            <pc:sldMk cId="1519058305" sldId="1771"/>
            <ac:spMk id="16" creationId="{E0ACE407-CAF2-EF96-77C2-36FEE9247FB2}"/>
          </ac:spMkLst>
        </pc:spChg>
        <pc:spChg chg="add mod">
          <ac:chgData name="Marc Emmanuel EBO (Green Pay)" userId="084c3255-a5bf-450c-be20-6fce5371fa15" providerId="ADAL" clId="{777B0DF1-108B-40E3-8D33-4A9C62D19A26}" dt="2023-08-26T05:21:04.472" v="2954" actId="14100"/>
          <ac:spMkLst>
            <pc:docMk/>
            <pc:sldMk cId="1519058305" sldId="1771"/>
            <ac:spMk id="17" creationId="{FB059F5D-46A1-E370-EBBC-621AC9A7F073}"/>
          </ac:spMkLst>
        </pc:spChg>
        <pc:spChg chg="add mod">
          <ac:chgData name="Marc Emmanuel EBO (Green Pay)" userId="084c3255-a5bf-450c-be20-6fce5371fa15" providerId="ADAL" clId="{777B0DF1-108B-40E3-8D33-4A9C62D19A26}" dt="2023-08-26T05:21:37.552" v="2958" actId="1076"/>
          <ac:spMkLst>
            <pc:docMk/>
            <pc:sldMk cId="1519058305" sldId="1771"/>
            <ac:spMk id="18" creationId="{5501634C-F045-0E18-5D6C-A7A7954F1E54}"/>
          </ac:spMkLst>
        </pc:spChg>
        <pc:spChg chg="mod">
          <ac:chgData name="Marc Emmanuel EBO (Green Pay)" userId="084c3255-a5bf-450c-be20-6fce5371fa15" providerId="ADAL" clId="{777B0DF1-108B-40E3-8D33-4A9C62D19A26}" dt="2023-08-25T22:40:27.794" v="1525"/>
          <ac:spMkLst>
            <pc:docMk/>
            <pc:sldMk cId="1519058305" sldId="1771"/>
            <ac:spMk id="20" creationId="{63601BAE-040D-E1A2-B283-A08E8E7FEC02}"/>
          </ac:spMkLst>
        </pc:spChg>
        <pc:spChg chg="mod">
          <ac:chgData name="Marc Emmanuel EBO (Green Pay)" userId="084c3255-a5bf-450c-be20-6fce5371fa15" providerId="ADAL" clId="{777B0DF1-108B-40E3-8D33-4A9C62D19A26}" dt="2023-08-25T22:40:27.794" v="1525"/>
          <ac:spMkLst>
            <pc:docMk/>
            <pc:sldMk cId="1519058305" sldId="1771"/>
            <ac:spMk id="21" creationId="{F2A38BE8-6F0F-6538-77AC-BD5960F01C97}"/>
          </ac:spMkLst>
        </pc:spChg>
        <pc:spChg chg="add mod">
          <ac:chgData name="Marc Emmanuel EBO (Green Pay)" userId="084c3255-a5bf-450c-be20-6fce5371fa15" providerId="ADAL" clId="{777B0DF1-108B-40E3-8D33-4A9C62D19A26}" dt="2023-08-26T07:18:23.409" v="4123" actId="20577"/>
          <ac:spMkLst>
            <pc:docMk/>
            <pc:sldMk cId="1519058305" sldId="1771"/>
            <ac:spMk id="22" creationId="{7703C985-79B7-F014-A5BE-0D2BFE508ABD}"/>
          </ac:spMkLst>
        </pc:spChg>
        <pc:spChg chg="add mod">
          <ac:chgData name="Marc Emmanuel EBO (Green Pay)" userId="084c3255-a5bf-450c-be20-6fce5371fa15" providerId="ADAL" clId="{777B0DF1-108B-40E3-8D33-4A9C62D19A26}" dt="2023-08-26T07:18:07.026" v="4119" actId="1076"/>
          <ac:spMkLst>
            <pc:docMk/>
            <pc:sldMk cId="1519058305" sldId="1771"/>
            <ac:spMk id="23" creationId="{08192508-BDF7-B4FB-F70B-72CD52AD3997}"/>
          </ac:spMkLst>
        </pc:spChg>
        <pc:spChg chg="del mod">
          <ac:chgData name="Marc Emmanuel EBO (Green Pay)" userId="084c3255-a5bf-450c-be20-6fce5371fa15" providerId="ADAL" clId="{777B0DF1-108B-40E3-8D33-4A9C62D19A26}" dt="2023-08-25T20:59:54.876" v="43" actId="478"/>
          <ac:spMkLst>
            <pc:docMk/>
            <pc:sldMk cId="1519058305" sldId="1771"/>
            <ac:spMk id="204" creationId="{00000000-0000-0000-0000-000000000000}"/>
          </ac:spMkLst>
        </pc:spChg>
        <pc:spChg chg="del">
          <ac:chgData name="Marc Emmanuel EBO (Green Pay)" userId="084c3255-a5bf-450c-be20-6fce5371fa15" providerId="ADAL" clId="{777B0DF1-108B-40E3-8D33-4A9C62D19A26}" dt="2023-08-25T21:00:04.684" v="47" actId="478"/>
          <ac:spMkLst>
            <pc:docMk/>
            <pc:sldMk cId="1519058305" sldId="1771"/>
            <ac:spMk id="205" creationId="{00000000-0000-0000-0000-000000000000}"/>
          </ac:spMkLst>
        </pc:spChg>
        <pc:spChg chg="del">
          <ac:chgData name="Marc Emmanuel EBO (Green Pay)" userId="084c3255-a5bf-450c-be20-6fce5371fa15" providerId="ADAL" clId="{777B0DF1-108B-40E3-8D33-4A9C62D19A26}" dt="2023-08-25T21:00:00.576" v="45" actId="478"/>
          <ac:spMkLst>
            <pc:docMk/>
            <pc:sldMk cId="1519058305" sldId="1771"/>
            <ac:spMk id="206" creationId="{00000000-0000-0000-0000-000000000000}"/>
          </ac:spMkLst>
        </pc:spChg>
        <pc:spChg chg="del">
          <ac:chgData name="Marc Emmanuel EBO (Green Pay)" userId="084c3255-a5bf-450c-be20-6fce5371fa15" providerId="ADAL" clId="{777B0DF1-108B-40E3-8D33-4A9C62D19A26}" dt="2023-08-25T20:59:52.387" v="41" actId="478"/>
          <ac:spMkLst>
            <pc:docMk/>
            <pc:sldMk cId="1519058305" sldId="1771"/>
            <ac:spMk id="207" creationId="{00000000-0000-0000-0000-000000000000}"/>
          </ac:spMkLst>
        </pc:spChg>
        <pc:spChg chg="del">
          <ac:chgData name="Marc Emmanuel EBO (Green Pay)" userId="084c3255-a5bf-450c-be20-6fce5371fa15" providerId="ADAL" clId="{777B0DF1-108B-40E3-8D33-4A9C62D19A26}" dt="2023-08-25T20:59:58.266" v="44" actId="478"/>
          <ac:spMkLst>
            <pc:docMk/>
            <pc:sldMk cId="1519058305" sldId="1771"/>
            <ac:spMk id="208" creationId="{00000000-0000-0000-0000-000000000000}"/>
          </ac:spMkLst>
        </pc:spChg>
        <pc:spChg chg="del">
          <ac:chgData name="Marc Emmanuel EBO (Green Pay)" userId="084c3255-a5bf-450c-be20-6fce5371fa15" providerId="ADAL" clId="{777B0DF1-108B-40E3-8D33-4A9C62D19A26}" dt="2023-08-25T21:00:02.527" v="46" actId="478"/>
          <ac:spMkLst>
            <pc:docMk/>
            <pc:sldMk cId="1519058305" sldId="1771"/>
            <ac:spMk id="209" creationId="{00000000-0000-0000-0000-000000000000}"/>
          </ac:spMkLst>
        </pc:spChg>
        <pc:grpChg chg="add mod">
          <ac:chgData name="Marc Emmanuel EBO (Green Pay)" userId="084c3255-a5bf-450c-be20-6fce5371fa15" providerId="ADAL" clId="{777B0DF1-108B-40E3-8D33-4A9C62D19A26}" dt="2023-08-25T22:40:33.439" v="1526" actId="1076"/>
          <ac:grpSpMkLst>
            <pc:docMk/>
            <pc:sldMk cId="1519058305" sldId="1771"/>
            <ac:grpSpMk id="19" creationId="{E5C7D78E-C65E-C8AD-659D-1F09D62EC1E8}"/>
          </ac:grpSpMkLst>
        </pc:grpChg>
        <pc:grpChg chg="del">
          <ac:chgData name="Marc Emmanuel EBO (Green Pay)" userId="084c3255-a5bf-450c-be20-6fce5371fa15" providerId="ADAL" clId="{777B0DF1-108B-40E3-8D33-4A9C62D19A26}" dt="2023-08-25T20:59:49.578" v="40" actId="478"/>
          <ac:grpSpMkLst>
            <pc:docMk/>
            <pc:sldMk cId="1519058305" sldId="1771"/>
            <ac:grpSpMk id="30" creationId="{00000000-0000-0000-0000-000000000000}"/>
          </ac:grpSpMkLst>
        </pc:grpChg>
      </pc:sldChg>
      <pc:sldChg chg="addSp delSp modSp mod delAnim modAnim">
        <pc:chgData name="Marc Emmanuel EBO (Green Pay)" userId="084c3255-a5bf-450c-be20-6fce5371fa15" providerId="ADAL" clId="{777B0DF1-108B-40E3-8D33-4A9C62D19A26}" dt="2023-08-28T04:52:30.721" v="4333" actId="1076"/>
        <pc:sldMkLst>
          <pc:docMk/>
          <pc:sldMk cId="2967607813" sldId="1809"/>
        </pc:sldMkLst>
        <pc:spChg chg="add mod">
          <ac:chgData name="Marc Emmanuel EBO (Green Pay)" userId="084c3255-a5bf-450c-be20-6fce5371fa15" providerId="ADAL" clId="{777B0DF1-108B-40E3-8D33-4A9C62D19A26}" dt="2023-08-25T23:01:34.696" v="1794" actId="1076"/>
          <ac:spMkLst>
            <pc:docMk/>
            <pc:sldMk cId="2967607813" sldId="1809"/>
            <ac:spMk id="3" creationId="{D58AFE2F-1F9A-D18F-2B46-E7E9D3580EAB}"/>
          </ac:spMkLst>
        </pc:spChg>
        <pc:spChg chg="add del mod">
          <ac:chgData name="Marc Emmanuel EBO (Green Pay)" userId="084c3255-a5bf-450c-be20-6fce5371fa15" providerId="ADAL" clId="{777B0DF1-108B-40E3-8D33-4A9C62D19A26}" dt="2023-08-25T23:01:27.195" v="1793" actId="1076"/>
          <ac:spMkLst>
            <pc:docMk/>
            <pc:sldMk cId="2967607813" sldId="1809"/>
            <ac:spMk id="27" creationId="{00000000-0000-0000-0000-000000000000}"/>
          </ac:spMkLst>
        </pc:spChg>
        <pc:spChg chg="mod">
          <ac:chgData name="Marc Emmanuel EBO (Green Pay)" userId="084c3255-a5bf-450c-be20-6fce5371fa15" providerId="ADAL" clId="{777B0DF1-108B-40E3-8D33-4A9C62D19A26}" dt="2023-08-25T22:58:10.902" v="1769"/>
          <ac:spMkLst>
            <pc:docMk/>
            <pc:sldMk cId="2967607813" sldId="1809"/>
            <ac:spMk id="28" creationId="{00000000-0000-0000-0000-000000000000}"/>
          </ac:spMkLst>
        </pc:spChg>
        <pc:spChg chg="mod">
          <ac:chgData name="Marc Emmanuel EBO (Green Pay)" userId="084c3255-a5bf-450c-be20-6fce5371fa15" providerId="ADAL" clId="{777B0DF1-108B-40E3-8D33-4A9C62D19A26}" dt="2023-08-25T22:59:52.534" v="1779" actId="20577"/>
          <ac:spMkLst>
            <pc:docMk/>
            <pc:sldMk cId="2967607813" sldId="1809"/>
            <ac:spMk id="29" creationId="{00000000-0000-0000-0000-000000000000}"/>
          </ac:spMkLst>
        </pc:spChg>
        <pc:spChg chg="mod">
          <ac:chgData name="Marc Emmanuel EBO (Green Pay)" userId="084c3255-a5bf-450c-be20-6fce5371fa15" providerId="ADAL" clId="{777B0DF1-108B-40E3-8D33-4A9C62D19A26}" dt="2023-08-25T21:17:17.770" v="251" actId="1076"/>
          <ac:spMkLst>
            <pc:docMk/>
            <pc:sldMk cId="2967607813" sldId="1809"/>
            <ac:spMk id="31" creationId="{00000000-0000-0000-0000-000000000000}"/>
          </ac:spMkLst>
        </pc:spChg>
        <pc:spChg chg="del">
          <ac:chgData name="Marc Emmanuel EBO (Green Pay)" userId="084c3255-a5bf-450c-be20-6fce5371fa15" providerId="ADAL" clId="{777B0DF1-108B-40E3-8D33-4A9C62D19A26}" dt="2023-08-25T21:17:27.437" v="255" actId="478"/>
          <ac:spMkLst>
            <pc:docMk/>
            <pc:sldMk cId="2967607813" sldId="1809"/>
            <ac:spMk id="38" creationId="{00000000-0000-0000-0000-000000000000}"/>
          </ac:spMkLst>
        </pc:spChg>
        <pc:spChg chg="del">
          <ac:chgData name="Marc Emmanuel EBO (Green Pay)" userId="084c3255-a5bf-450c-be20-6fce5371fa15" providerId="ADAL" clId="{777B0DF1-108B-40E3-8D33-4A9C62D19A26}" dt="2023-08-25T21:17:32.272" v="256" actId="478"/>
          <ac:spMkLst>
            <pc:docMk/>
            <pc:sldMk cId="2967607813" sldId="1809"/>
            <ac:spMk id="39" creationId="{00000000-0000-0000-0000-000000000000}"/>
          </ac:spMkLst>
        </pc:spChg>
        <pc:grpChg chg="del">
          <ac:chgData name="Marc Emmanuel EBO (Green Pay)" userId="084c3255-a5bf-450c-be20-6fce5371fa15" providerId="ADAL" clId="{777B0DF1-108B-40E3-8D33-4A9C62D19A26}" dt="2023-08-25T21:17:39.209" v="258" actId="478"/>
          <ac:grpSpMkLst>
            <pc:docMk/>
            <pc:sldMk cId="2967607813" sldId="1809"/>
            <ac:grpSpMk id="32" creationId="{00000000-0000-0000-0000-000000000000}"/>
          </ac:grpSpMkLst>
        </pc:grpChg>
        <pc:grpChg chg="del">
          <ac:chgData name="Marc Emmanuel EBO (Green Pay)" userId="084c3255-a5bf-450c-be20-6fce5371fa15" providerId="ADAL" clId="{777B0DF1-108B-40E3-8D33-4A9C62D19A26}" dt="2023-08-25T21:17:36.174" v="257" actId="478"/>
          <ac:grpSpMkLst>
            <pc:docMk/>
            <pc:sldMk cId="2967607813" sldId="1809"/>
            <ac:grpSpMk id="40" creationId="{00000000-0000-0000-0000-000000000000}"/>
          </ac:grpSpMkLst>
        </pc:grpChg>
        <pc:picChg chg="mod">
          <ac:chgData name="Marc Emmanuel EBO (Green Pay)" userId="084c3255-a5bf-450c-be20-6fce5371fa15" providerId="ADAL" clId="{777B0DF1-108B-40E3-8D33-4A9C62D19A26}" dt="2023-08-28T04:52:30.721" v="4333" actId="1076"/>
          <ac:picMkLst>
            <pc:docMk/>
            <pc:sldMk cId="2967607813" sldId="1809"/>
            <ac:picMk id="2" creationId="{13093A56-29A5-0AE1-0036-0B7F4AEF22F2}"/>
          </ac:picMkLst>
        </pc:picChg>
        <pc:cxnChg chg="del">
          <ac:chgData name="Marc Emmanuel EBO (Green Pay)" userId="084c3255-a5bf-450c-be20-6fce5371fa15" providerId="ADAL" clId="{777B0DF1-108B-40E3-8D33-4A9C62D19A26}" dt="2023-08-25T21:17:48.987" v="260" actId="478"/>
          <ac:cxnSpMkLst>
            <pc:docMk/>
            <pc:sldMk cId="2967607813" sldId="1809"/>
            <ac:cxnSpMk id="30" creationId="{00000000-0000-0000-0000-000000000000}"/>
          </ac:cxnSpMkLst>
        </pc:cxnChg>
      </pc:sldChg>
      <pc:sldChg chg="addSp modSp mod">
        <pc:chgData name="Marc Emmanuel EBO (Green Pay)" userId="084c3255-a5bf-450c-be20-6fce5371fa15" providerId="ADAL" clId="{777B0DF1-108B-40E3-8D33-4A9C62D19A26}" dt="2023-08-28T08:27:12.964" v="4335" actId="20577"/>
        <pc:sldMkLst>
          <pc:docMk/>
          <pc:sldMk cId="3876947031" sldId="1810"/>
        </pc:sldMkLst>
        <pc:spChg chg="mod">
          <ac:chgData name="Marc Emmanuel EBO (Green Pay)" userId="084c3255-a5bf-450c-be20-6fce5371fa15" providerId="ADAL" clId="{777B0DF1-108B-40E3-8D33-4A9C62D19A26}" dt="2023-08-26T05:56:21.051" v="3254" actId="20577"/>
          <ac:spMkLst>
            <pc:docMk/>
            <pc:sldMk cId="3876947031" sldId="1810"/>
            <ac:spMk id="8" creationId="{C144A5C0-C880-10EB-5AA5-A77F8BD987E5}"/>
          </ac:spMkLst>
        </pc:spChg>
        <pc:spChg chg="mod">
          <ac:chgData name="Marc Emmanuel EBO (Green Pay)" userId="084c3255-a5bf-450c-be20-6fce5371fa15" providerId="ADAL" clId="{777B0DF1-108B-40E3-8D33-4A9C62D19A26}" dt="2023-08-26T06:59:44.434" v="4012" actId="20577"/>
          <ac:spMkLst>
            <pc:docMk/>
            <pc:sldMk cId="3876947031" sldId="1810"/>
            <ac:spMk id="9" creationId="{A4A9091A-6568-0DEE-3F68-CE395109334F}"/>
          </ac:spMkLst>
        </pc:spChg>
        <pc:spChg chg="mod">
          <ac:chgData name="Marc Emmanuel EBO (Green Pay)" userId="084c3255-a5bf-450c-be20-6fce5371fa15" providerId="ADAL" clId="{777B0DF1-108B-40E3-8D33-4A9C62D19A26}" dt="2023-08-26T07:01:16.990" v="4016" actId="13822"/>
          <ac:spMkLst>
            <pc:docMk/>
            <pc:sldMk cId="3876947031" sldId="1810"/>
            <ac:spMk id="12" creationId="{6FB068A1-08C2-F6E7-63CD-9CD3A240F21F}"/>
          </ac:spMkLst>
        </pc:spChg>
        <pc:spChg chg="mod">
          <ac:chgData name="Marc Emmanuel EBO (Green Pay)" userId="084c3255-a5bf-450c-be20-6fce5371fa15" providerId="ADAL" clId="{777B0DF1-108B-40E3-8D33-4A9C62D19A26}" dt="2023-08-26T07:01:25.114" v="4017" actId="13822"/>
          <ac:spMkLst>
            <pc:docMk/>
            <pc:sldMk cId="3876947031" sldId="1810"/>
            <ac:spMk id="13" creationId="{07FC02E1-210E-C64F-5EE8-227F25B6B180}"/>
          </ac:spMkLst>
        </pc:spChg>
        <pc:spChg chg="mod">
          <ac:chgData name="Marc Emmanuel EBO (Green Pay)" userId="084c3255-a5bf-450c-be20-6fce5371fa15" providerId="ADAL" clId="{777B0DF1-108B-40E3-8D33-4A9C62D19A26}" dt="2023-08-26T07:01:59.829" v="4018" actId="207"/>
          <ac:spMkLst>
            <pc:docMk/>
            <pc:sldMk cId="3876947031" sldId="1810"/>
            <ac:spMk id="14" creationId="{4CD533A9-EDB6-5459-0386-256C9F262F4D}"/>
          </ac:spMkLst>
        </pc:spChg>
        <pc:spChg chg="mod">
          <ac:chgData name="Marc Emmanuel EBO (Green Pay)" userId="084c3255-a5bf-450c-be20-6fce5371fa15" providerId="ADAL" clId="{777B0DF1-108B-40E3-8D33-4A9C62D19A26}" dt="2023-08-26T09:49:24.791" v="4209" actId="20577"/>
          <ac:spMkLst>
            <pc:docMk/>
            <pc:sldMk cId="3876947031" sldId="1810"/>
            <ac:spMk id="15" creationId="{A4BD9D00-DED0-FCDC-211A-DADD0D0FD579}"/>
          </ac:spMkLst>
        </pc:spChg>
        <pc:spChg chg="mod">
          <ac:chgData name="Marc Emmanuel EBO (Green Pay)" userId="084c3255-a5bf-450c-be20-6fce5371fa15" providerId="ADAL" clId="{777B0DF1-108B-40E3-8D33-4A9C62D19A26}" dt="2023-08-26T07:02:29.771" v="4020" actId="13822"/>
          <ac:spMkLst>
            <pc:docMk/>
            <pc:sldMk cId="3876947031" sldId="1810"/>
            <ac:spMk id="16" creationId="{D1E6E9C5-B6C6-1144-2A85-CFADD55FA463}"/>
          </ac:spMkLst>
        </pc:spChg>
        <pc:spChg chg="mod">
          <ac:chgData name="Marc Emmanuel EBO (Green Pay)" userId="084c3255-a5bf-450c-be20-6fce5371fa15" providerId="ADAL" clId="{777B0DF1-108B-40E3-8D33-4A9C62D19A26}" dt="2023-08-25T22:02:23.046" v="781" actId="14100"/>
          <ac:spMkLst>
            <pc:docMk/>
            <pc:sldMk cId="3876947031" sldId="1810"/>
            <ac:spMk id="18" creationId="{B08435C3-B00E-A840-7D2B-5F407EBCF319}"/>
          </ac:spMkLst>
        </pc:spChg>
        <pc:spChg chg="mod">
          <ac:chgData name="Marc Emmanuel EBO (Green Pay)" userId="084c3255-a5bf-450c-be20-6fce5371fa15" providerId="ADAL" clId="{777B0DF1-108B-40E3-8D33-4A9C62D19A26}" dt="2023-08-26T06:57:58.132" v="4009" actId="207"/>
          <ac:spMkLst>
            <pc:docMk/>
            <pc:sldMk cId="3876947031" sldId="1810"/>
            <ac:spMk id="20" creationId="{75A48F57-ED60-54C4-754B-7CAFE4C8C42D}"/>
          </ac:spMkLst>
        </pc:spChg>
        <pc:spChg chg="mod">
          <ac:chgData name="Marc Emmanuel EBO (Green Pay)" userId="084c3255-a5bf-450c-be20-6fce5371fa15" providerId="ADAL" clId="{777B0DF1-108B-40E3-8D33-4A9C62D19A26}" dt="2023-08-26T07:27:30.213" v="4139" actId="20577"/>
          <ac:spMkLst>
            <pc:docMk/>
            <pc:sldMk cId="3876947031" sldId="1810"/>
            <ac:spMk id="22" creationId="{9CA08E69-F3D0-C060-7607-D5389B2A7A1E}"/>
          </ac:spMkLst>
        </pc:spChg>
        <pc:spChg chg="add mod">
          <ac:chgData name="Marc Emmanuel EBO (Green Pay)" userId="084c3255-a5bf-450c-be20-6fce5371fa15" providerId="ADAL" clId="{777B0DF1-108B-40E3-8D33-4A9C62D19A26}" dt="2023-08-28T08:27:12.964" v="4335" actId="20577"/>
          <ac:spMkLst>
            <pc:docMk/>
            <pc:sldMk cId="3876947031" sldId="1810"/>
            <ac:spMk id="24" creationId="{6BB3F0F8-364F-2287-98EF-8032BB0332F6}"/>
          </ac:spMkLst>
        </pc:spChg>
      </pc:sldChg>
      <pc:sldChg chg="addSp delSp modSp mod delAnim">
        <pc:chgData name="Marc Emmanuel EBO (Green Pay)" userId="084c3255-a5bf-450c-be20-6fce5371fa15" providerId="ADAL" clId="{777B0DF1-108B-40E3-8D33-4A9C62D19A26}" dt="2023-08-26T09:48:10.334" v="4204" actId="14100"/>
        <pc:sldMkLst>
          <pc:docMk/>
          <pc:sldMk cId="1347062348" sldId="1813"/>
        </pc:sldMkLst>
        <pc:spChg chg="del mod">
          <ac:chgData name="Marc Emmanuel EBO (Green Pay)" userId="084c3255-a5bf-450c-be20-6fce5371fa15" providerId="ADAL" clId="{777B0DF1-108B-40E3-8D33-4A9C62D19A26}" dt="2023-08-25T21:23:32.933" v="391" actId="478"/>
          <ac:spMkLst>
            <pc:docMk/>
            <pc:sldMk cId="1347062348" sldId="1813"/>
            <ac:spMk id="7" creationId="{A1251144-54FC-4927-1A64-20300528A251}"/>
          </ac:spMkLst>
        </pc:spChg>
        <pc:spChg chg="del mod">
          <ac:chgData name="Marc Emmanuel EBO (Green Pay)" userId="084c3255-a5bf-450c-be20-6fce5371fa15" providerId="ADAL" clId="{777B0DF1-108B-40E3-8D33-4A9C62D19A26}" dt="2023-08-25T21:41:12.192" v="453" actId="478"/>
          <ac:spMkLst>
            <pc:docMk/>
            <pc:sldMk cId="1347062348" sldId="1813"/>
            <ac:spMk id="8" creationId="{18EE32CC-FE14-B1B2-A05B-63251ABD9514}"/>
          </ac:spMkLst>
        </pc:spChg>
        <pc:spChg chg="mod">
          <ac:chgData name="Marc Emmanuel EBO (Green Pay)" userId="084c3255-a5bf-450c-be20-6fce5371fa15" providerId="ADAL" clId="{777B0DF1-108B-40E3-8D33-4A9C62D19A26}" dt="2023-08-25T21:41:20.736" v="455" actId="1076"/>
          <ac:spMkLst>
            <pc:docMk/>
            <pc:sldMk cId="1347062348" sldId="1813"/>
            <ac:spMk id="10" creationId="{54A383BB-CBAD-9C70-8979-D06939C646DE}"/>
          </ac:spMkLst>
        </pc:spChg>
        <pc:spChg chg="mod">
          <ac:chgData name="Marc Emmanuel EBO (Green Pay)" userId="084c3255-a5bf-450c-be20-6fce5371fa15" providerId="ADAL" clId="{777B0DF1-108B-40E3-8D33-4A9C62D19A26}" dt="2023-08-25T21:45:34.200" v="562" actId="14100"/>
          <ac:spMkLst>
            <pc:docMk/>
            <pc:sldMk cId="1347062348" sldId="1813"/>
            <ac:spMk id="11" creationId="{E4BA7F06-0DA4-B1F1-4764-E11D5E96442B}"/>
          </ac:spMkLst>
        </pc:spChg>
        <pc:spChg chg="mod">
          <ac:chgData name="Marc Emmanuel EBO (Green Pay)" userId="084c3255-a5bf-450c-be20-6fce5371fa15" providerId="ADAL" clId="{777B0DF1-108B-40E3-8D33-4A9C62D19A26}" dt="2023-08-25T21:45:22.898" v="552" actId="20577"/>
          <ac:spMkLst>
            <pc:docMk/>
            <pc:sldMk cId="1347062348" sldId="1813"/>
            <ac:spMk id="12" creationId="{2DCD985B-2EE1-ABB2-C539-8E681EB5728F}"/>
          </ac:spMkLst>
        </pc:spChg>
        <pc:spChg chg="mod">
          <ac:chgData name="Marc Emmanuel EBO (Green Pay)" userId="084c3255-a5bf-450c-be20-6fce5371fa15" providerId="ADAL" clId="{777B0DF1-108B-40E3-8D33-4A9C62D19A26}" dt="2023-08-25T21:45:36.154" v="563" actId="1076"/>
          <ac:spMkLst>
            <pc:docMk/>
            <pc:sldMk cId="1347062348" sldId="1813"/>
            <ac:spMk id="13" creationId="{1A1A9FD1-D5B9-E243-D906-09E5F6B68176}"/>
          </ac:spMkLst>
        </pc:spChg>
        <pc:spChg chg="mod">
          <ac:chgData name="Marc Emmanuel EBO (Green Pay)" userId="084c3255-a5bf-450c-be20-6fce5371fa15" providerId="ADAL" clId="{777B0DF1-108B-40E3-8D33-4A9C62D19A26}" dt="2023-08-25T21:41:50.788" v="459" actId="1076"/>
          <ac:spMkLst>
            <pc:docMk/>
            <pc:sldMk cId="1347062348" sldId="1813"/>
            <ac:spMk id="14" creationId="{F665A244-09D4-A3EA-905A-623A913CB323}"/>
          </ac:spMkLst>
        </pc:spChg>
        <pc:spChg chg="mod">
          <ac:chgData name="Marc Emmanuel EBO (Green Pay)" userId="084c3255-a5bf-450c-be20-6fce5371fa15" providerId="ADAL" clId="{777B0DF1-108B-40E3-8D33-4A9C62D19A26}" dt="2023-08-25T21:42:00.527" v="460" actId="1076"/>
          <ac:spMkLst>
            <pc:docMk/>
            <pc:sldMk cId="1347062348" sldId="1813"/>
            <ac:spMk id="16" creationId="{7A531FA0-81EE-49BB-F2A0-E11EFEF88FA8}"/>
          </ac:spMkLst>
        </pc:spChg>
        <pc:spChg chg="mod">
          <ac:chgData name="Marc Emmanuel EBO (Green Pay)" userId="084c3255-a5bf-450c-be20-6fce5371fa15" providerId="ADAL" clId="{777B0DF1-108B-40E3-8D33-4A9C62D19A26}" dt="2023-08-25T21:34:16.039" v="413" actId="13822"/>
          <ac:spMkLst>
            <pc:docMk/>
            <pc:sldMk cId="1347062348" sldId="1813"/>
            <ac:spMk id="17" creationId="{61CC0604-577E-48E1-33DC-233F4F6FF475}"/>
          </ac:spMkLst>
        </pc:spChg>
        <pc:spChg chg="mod">
          <ac:chgData name="Marc Emmanuel EBO (Green Pay)" userId="084c3255-a5bf-450c-be20-6fce5371fa15" providerId="ADAL" clId="{777B0DF1-108B-40E3-8D33-4A9C62D19A26}" dt="2023-08-25T21:31:43.182" v="404" actId="207"/>
          <ac:spMkLst>
            <pc:docMk/>
            <pc:sldMk cId="1347062348" sldId="1813"/>
            <ac:spMk id="18" creationId="{9B78F06A-432C-5509-2963-47D57C3CBC59}"/>
          </ac:spMkLst>
        </pc:spChg>
        <pc:spChg chg="mod">
          <ac:chgData name="Marc Emmanuel EBO (Green Pay)" userId="084c3255-a5bf-450c-be20-6fce5371fa15" providerId="ADAL" clId="{777B0DF1-108B-40E3-8D33-4A9C62D19A26}" dt="2023-08-25T21:31:35.767" v="403" actId="207"/>
          <ac:spMkLst>
            <pc:docMk/>
            <pc:sldMk cId="1347062348" sldId="1813"/>
            <ac:spMk id="19" creationId="{DCB6177C-5956-75E2-3A84-2673A343CAAC}"/>
          </ac:spMkLst>
        </pc:spChg>
        <pc:spChg chg="mod">
          <ac:chgData name="Marc Emmanuel EBO (Green Pay)" userId="084c3255-a5bf-450c-be20-6fce5371fa15" providerId="ADAL" clId="{777B0DF1-108B-40E3-8D33-4A9C62D19A26}" dt="2023-08-25T21:31:30.100" v="402" actId="207"/>
          <ac:spMkLst>
            <pc:docMk/>
            <pc:sldMk cId="1347062348" sldId="1813"/>
            <ac:spMk id="20" creationId="{DDB465AD-6514-61ED-34FA-177083593124}"/>
          </ac:spMkLst>
        </pc:spChg>
        <pc:spChg chg="add mod">
          <ac:chgData name="Marc Emmanuel EBO (Green Pay)" userId="084c3255-a5bf-450c-be20-6fce5371fa15" providerId="ADAL" clId="{777B0DF1-108B-40E3-8D33-4A9C62D19A26}" dt="2023-08-25T21:23:40.772" v="392"/>
          <ac:spMkLst>
            <pc:docMk/>
            <pc:sldMk cId="1347062348" sldId="1813"/>
            <ac:spMk id="21" creationId="{C57EE2D4-4A64-BB07-0016-2A5EB00F8F03}"/>
          </ac:spMkLst>
        </pc:spChg>
        <pc:spChg chg="add mod">
          <ac:chgData name="Marc Emmanuel EBO (Green Pay)" userId="084c3255-a5bf-450c-be20-6fce5371fa15" providerId="ADAL" clId="{777B0DF1-108B-40E3-8D33-4A9C62D19A26}" dt="2023-08-25T21:49:06.124" v="698" actId="207"/>
          <ac:spMkLst>
            <pc:docMk/>
            <pc:sldMk cId="1347062348" sldId="1813"/>
            <ac:spMk id="22" creationId="{8F01C788-7951-1BC9-7CAC-C760E1B4F2C9}"/>
          </ac:spMkLst>
        </pc:spChg>
        <pc:spChg chg="add mod">
          <ac:chgData name="Marc Emmanuel EBO (Green Pay)" userId="084c3255-a5bf-450c-be20-6fce5371fa15" providerId="ADAL" clId="{777B0DF1-108B-40E3-8D33-4A9C62D19A26}" dt="2023-08-25T21:49:10.103" v="699" actId="207"/>
          <ac:spMkLst>
            <pc:docMk/>
            <pc:sldMk cId="1347062348" sldId="1813"/>
            <ac:spMk id="24" creationId="{660EBEA9-AB5F-BCD8-C7F2-F0110A0B75C5}"/>
          </ac:spMkLst>
        </pc:spChg>
        <pc:spChg chg="add mod">
          <ac:chgData name="Marc Emmanuel EBO (Green Pay)" userId="084c3255-a5bf-450c-be20-6fce5371fa15" providerId="ADAL" clId="{777B0DF1-108B-40E3-8D33-4A9C62D19A26}" dt="2023-08-26T06:49:44.148" v="3975" actId="20577"/>
          <ac:spMkLst>
            <pc:docMk/>
            <pc:sldMk cId="1347062348" sldId="1813"/>
            <ac:spMk id="35" creationId="{FC9BE10B-40AD-E29C-923A-384F21E8DA40}"/>
          </ac:spMkLst>
        </pc:spChg>
        <pc:spChg chg="add mod">
          <ac:chgData name="Marc Emmanuel EBO (Green Pay)" userId="084c3255-a5bf-450c-be20-6fce5371fa15" providerId="ADAL" clId="{777B0DF1-108B-40E3-8D33-4A9C62D19A26}" dt="2023-08-26T06:54:41.605" v="4003" actId="20577"/>
          <ac:spMkLst>
            <pc:docMk/>
            <pc:sldMk cId="1347062348" sldId="1813"/>
            <ac:spMk id="48" creationId="{67432557-16D2-64FC-A897-37F693523459}"/>
          </ac:spMkLst>
        </pc:spChg>
        <pc:spChg chg="add mod">
          <ac:chgData name="Marc Emmanuel EBO (Green Pay)" userId="084c3255-a5bf-450c-be20-6fce5371fa15" providerId="ADAL" clId="{777B0DF1-108B-40E3-8D33-4A9C62D19A26}" dt="2023-08-26T09:48:10.334" v="4204" actId="14100"/>
          <ac:spMkLst>
            <pc:docMk/>
            <pc:sldMk cId="1347062348" sldId="1813"/>
            <ac:spMk id="51" creationId="{7024CAA6-1875-AF25-2965-B509AF324F41}"/>
          </ac:spMkLst>
        </pc:spChg>
        <pc:spChg chg="del">
          <ac:chgData name="Marc Emmanuel EBO (Green Pay)" userId="084c3255-a5bf-450c-be20-6fce5371fa15" providerId="ADAL" clId="{777B0DF1-108B-40E3-8D33-4A9C62D19A26}" dt="2023-08-25T21:26:56.955" v="397" actId="478"/>
          <ac:spMkLst>
            <pc:docMk/>
            <pc:sldMk cId="1347062348" sldId="1813"/>
            <ac:spMk id="59" creationId="{00000000-0000-0000-0000-000000000000}"/>
          </ac:spMkLst>
        </pc:spChg>
        <pc:picChg chg="del mod">
          <ac:chgData name="Marc Emmanuel EBO (Green Pay)" userId="084c3255-a5bf-450c-be20-6fce5371fa15" providerId="ADAL" clId="{777B0DF1-108B-40E3-8D33-4A9C62D19A26}" dt="2023-08-25T21:41:14.261" v="454" actId="478"/>
          <ac:picMkLst>
            <pc:docMk/>
            <pc:sldMk cId="1347062348" sldId="1813"/>
            <ac:picMk id="9" creationId="{DC1C0B5A-E541-26C1-7BD6-0C88FA16F87C}"/>
          </ac:picMkLst>
        </pc:picChg>
      </pc:sldChg>
      <pc:sldChg chg="addSp delSp modSp mod">
        <pc:chgData name="Marc Emmanuel EBO (Green Pay)" userId="084c3255-a5bf-450c-be20-6fce5371fa15" providerId="ADAL" clId="{777B0DF1-108B-40E3-8D33-4A9C62D19A26}" dt="2023-08-26T09:58:13.495" v="4297" actId="20577"/>
        <pc:sldMkLst>
          <pc:docMk/>
          <pc:sldMk cId="3573831281" sldId="1814"/>
        </pc:sldMkLst>
        <pc:spChg chg="del mod">
          <ac:chgData name="Marc Emmanuel EBO (Green Pay)" userId="084c3255-a5bf-450c-be20-6fce5371fa15" providerId="ADAL" clId="{777B0DF1-108B-40E3-8D33-4A9C62D19A26}" dt="2023-08-25T23:08:41.242" v="1906" actId="478"/>
          <ac:spMkLst>
            <pc:docMk/>
            <pc:sldMk cId="3573831281" sldId="1814"/>
            <ac:spMk id="3" creationId="{00000000-0000-0000-0000-000000000000}"/>
          </ac:spMkLst>
        </pc:spChg>
        <pc:spChg chg="mod">
          <ac:chgData name="Marc Emmanuel EBO (Green Pay)" userId="084c3255-a5bf-450c-be20-6fce5371fa15" providerId="ADAL" clId="{777B0DF1-108B-40E3-8D33-4A9C62D19A26}" dt="2023-08-26T05:56:51.311" v="3268" actId="120"/>
          <ac:spMkLst>
            <pc:docMk/>
            <pc:sldMk cId="3573831281" sldId="1814"/>
            <ac:spMk id="9" creationId="{AAC163D2-62C7-C952-4D83-9BAF4C4FFAB5}"/>
          </ac:spMkLst>
        </pc:spChg>
        <pc:spChg chg="mod">
          <ac:chgData name="Marc Emmanuel EBO (Green Pay)" userId="084c3255-a5bf-450c-be20-6fce5371fa15" providerId="ADAL" clId="{777B0DF1-108B-40E3-8D33-4A9C62D19A26}" dt="2023-08-26T06:59:54.359" v="4015" actId="20577"/>
          <ac:spMkLst>
            <pc:docMk/>
            <pc:sldMk cId="3573831281" sldId="1814"/>
            <ac:spMk id="10" creationId="{D60A9D02-C200-2AAD-2D91-126B7A20364A}"/>
          </ac:spMkLst>
        </pc:spChg>
        <pc:spChg chg="mod">
          <ac:chgData name="Marc Emmanuel EBO (Green Pay)" userId="084c3255-a5bf-450c-be20-6fce5371fa15" providerId="ADAL" clId="{777B0DF1-108B-40E3-8D33-4A9C62D19A26}" dt="2023-08-26T07:05:31.934" v="4023" actId="13822"/>
          <ac:spMkLst>
            <pc:docMk/>
            <pc:sldMk cId="3573831281" sldId="1814"/>
            <ac:spMk id="12" creationId="{F2744268-37F3-8F54-BFB2-2C46E1764580}"/>
          </ac:spMkLst>
        </pc:spChg>
        <pc:spChg chg="mod">
          <ac:chgData name="Marc Emmanuel EBO (Green Pay)" userId="084c3255-a5bf-450c-be20-6fce5371fa15" providerId="ADAL" clId="{777B0DF1-108B-40E3-8D33-4A9C62D19A26}" dt="2023-08-26T06:03:14.131" v="3353" actId="33524"/>
          <ac:spMkLst>
            <pc:docMk/>
            <pc:sldMk cId="3573831281" sldId="1814"/>
            <ac:spMk id="13" creationId="{D6F3F9DF-0377-C5F8-0032-D433F8FEA7B1}"/>
          </ac:spMkLst>
        </pc:spChg>
        <pc:spChg chg="mod">
          <ac:chgData name="Marc Emmanuel EBO (Green Pay)" userId="084c3255-a5bf-450c-be20-6fce5371fa15" providerId="ADAL" clId="{777B0DF1-108B-40E3-8D33-4A9C62D19A26}" dt="2023-08-26T07:06:08.499" v="4029" actId="1076"/>
          <ac:spMkLst>
            <pc:docMk/>
            <pc:sldMk cId="3573831281" sldId="1814"/>
            <ac:spMk id="15" creationId="{BFDAD905-C777-ADB2-116C-0D69523D7B48}"/>
          </ac:spMkLst>
        </pc:spChg>
        <pc:spChg chg="add del mod">
          <ac:chgData name="Marc Emmanuel EBO (Green Pay)" userId="084c3255-a5bf-450c-be20-6fce5371fa15" providerId="ADAL" clId="{777B0DF1-108B-40E3-8D33-4A9C62D19A26}" dt="2023-08-26T07:07:59.536" v="4036" actId="1076"/>
          <ac:spMkLst>
            <pc:docMk/>
            <pc:sldMk cId="3573831281" sldId="1814"/>
            <ac:spMk id="16" creationId="{7D9DE7D8-0E0D-0F30-B55A-299B059C6EBF}"/>
          </ac:spMkLst>
        </pc:spChg>
        <pc:spChg chg="add del mod">
          <ac:chgData name="Marc Emmanuel EBO (Green Pay)" userId="084c3255-a5bf-450c-be20-6fce5371fa15" providerId="ADAL" clId="{777B0DF1-108B-40E3-8D33-4A9C62D19A26}" dt="2023-08-26T07:07:20.888" v="4033" actId="13822"/>
          <ac:spMkLst>
            <pc:docMk/>
            <pc:sldMk cId="3573831281" sldId="1814"/>
            <ac:spMk id="18" creationId="{6CD15F8F-5B2C-5A45-0C52-AAAAF9A0D1A9}"/>
          </ac:spMkLst>
        </pc:spChg>
        <pc:spChg chg="mod">
          <ac:chgData name="Marc Emmanuel EBO (Green Pay)" userId="084c3255-a5bf-450c-be20-6fce5371fa15" providerId="ADAL" clId="{777B0DF1-108B-40E3-8D33-4A9C62D19A26}" dt="2023-08-26T07:09:47.702" v="4037" actId="207"/>
          <ac:spMkLst>
            <pc:docMk/>
            <pc:sldMk cId="3573831281" sldId="1814"/>
            <ac:spMk id="19" creationId="{E96343D4-E4FF-3D2D-B167-73C20D19D40B}"/>
          </ac:spMkLst>
        </pc:spChg>
        <pc:spChg chg="mod">
          <ac:chgData name="Marc Emmanuel EBO (Green Pay)" userId="084c3255-a5bf-450c-be20-6fce5371fa15" providerId="ADAL" clId="{777B0DF1-108B-40E3-8D33-4A9C62D19A26}" dt="2023-08-26T09:58:02.742" v="4287" actId="20577"/>
          <ac:spMkLst>
            <pc:docMk/>
            <pc:sldMk cId="3573831281" sldId="1814"/>
            <ac:spMk id="20" creationId="{9E6DB9CB-8ED3-6849-1103-8E09F90D5C48}"/>
          </ac:spMkLst>
        </pc:spChg>
        <pc:spChg chg="mod">
          <ac:chgData name="Marc Emmanuel EBO (Green Pay)" userId="084c3255-a5bf-450c-be20-6fce5371fa15" providerId="ADAL" clId="{777B0DF1-108B-40E3-8D33-4A9C62D19A26}" dt="2023-08-26T09:58:13.495" v="4297" actId="20577"/>
          <ac:spMkLst>
            <pc:docMk/>
            <pc:sldMk cId="3573831281" sldId="1814"/>
            <ac:spMk id="21" creationId="{0CD28864-A1D8-2453-10BA-B8E75AAC7CC9}"/>
          </ac:spMkLst>
        </pc:spChg>
        <pc:spChg chg="add mod">
          <ac:chgData name="Marc Emmanuel EBO (Green Pay)" userId="084c3255-a5bf-450c-be20-6fce5371fa15" providerId="ADAL" clId="{777B0DF1-108B-40E3-8D33-4A9C62D19A26}" dt="2023-08-25T22:09:19.163" v="816" actId="1076"/>
          <ac:spMkLst>
            <pc:docMk/>
            <pc:sldMk cId="3573831281" sldId="1814"/>
            <ac:spMk id="22" creationId="{37BA0B39-2282-AF29-E86D-43E3A8231E53}"/>
          </ac:spMkLst>
        </pc:spChg>
        <pc:spChg chg="add del mod">
          <ac:chgData name="Marc Emmanuel EBO (Green Pay)" userId="084c3255-a5bf-450c-be20-6fce5371fa15" providerId="ADAL" clId="{777B0DF1-108B-40E3-8D33-4A9C62D19A26}" dt="2023-08-25T23:08:43.477" v="1907" actId="478"/>
          <ac:spMkLst>
            <pc:docMk/>
            <pc:sldMk cId="3573831281" sldId="1814"/>
            <ac:spMk id="25" creationId="{195671F4-BA9A-B568-51F9-02FC591F515B}"/>
          </ac:spMkLst>
        </pc:spChg>
      </pc:sldChg>
      <pc:sldChg chg="addSp delSp modSp mod delAnim">
        <pc:chgData name="Marc Emmanuel EBO (Green Pay)" userId="084c3255-a5bf-450c-be20-6fce5371fa15" providerId="ADAL" clId="{777B0DF1-108B-40E3-8D33-4A9C62D19A26}" dt="2023-08-27T20:48:03.214" v="4332" actId="1076"/>
        <pc:sldMkLst>
          <pc:docMk/>
          <pc:sldMk cId="411761220" sldId="1815"/>
        </pc:sldMkLst>
        <pc:spChg chg="add del mod">
          <ac:chgData name="Marc Emmanuel EBO (Green Pay)" userId="084c3255-a5bf-450c-be20-6fce5371fa15" providerId="ADAL" clId="{777B0DF1-108B-40E3-8D33-4A9C62D19A26}" dt="2023-08-25T20:40:19.070" v="5" actId="478"/>
          <ac:spMkLst>
            <pc:docMk/>
            <pc:sldMk cId="411761220" sldId="1815"/>
            <ac:spMk id="3" creationId="{C713EE3E-9CB3-B575-5E6E-908A302D77CC}"/>
          </ac:spMkLst>
        </pc:spChg>
        <pc:spChg chg="add del mod">
          <ac:chgData name="Marc Emmanuel EBO (Green Pay)" userId="084c3255-a5bf-450c-be20-6fce5371fa15" providerId="ADAL" clId="{777B0DF1-108B-40E3-8D33-4A9C62D19A26}" dt="2023-08-25T20:40:24.105" v="8" actId="478"/>
          <ac:spMkLst>
            <pc:docMk/>
            <pc:sldMk cId="411761220" sldId="1815"/>
            <ac:spMk id="5" creationId="{36FE9C77-FB5F-77B5-4DD5-6110F79C4458}"/>
          </ac:spMkLst>
        </pc:spChg>
        <pc:spChg chg="del">
          <ac:chgData name="Marc Emmanuel EBO (Green Pay)" userId="084c3255-a5bf-450c-be20-6fce5371fa15" providerId="ADAL" clId="{777B0DF1-108B-40E3-8D33-4A9C62D19A26}" dt="2023-08-25T20:40:16.989" v="3" actId="478"/>
          <ac:spMkLst>
            <pc:docMk/>
            <pc:sldMk cId="411761220" sldId="1815"/>
            <ac:spMk id="6" creationId="{00000000-0000-0000-0000-000000000000}"/>
          </ac:spMkLst>
        </pc:spChg>
        <pc:spChg chg="add mod">
          <ac:chgData name="Marc Emmanuel EBO (Green Pay)" userId="084c3255-a5bf-450c-be20-6fce5371fa15" providerId="ADAL" clId="{777B0DF1-108B-40E3-8D33-4A9C62D19A26}" dt="2023-08-27T20:48:03.214" v="4332" actId="1076"/>
          <ac:spMkLst>
            <pc:docMk/>
            <pc:sldMk cId="411761220" sldId="1815"/>
            <ac:spMk id="7" creationId="{E9D1C708-71BF-D811-B6A4-363AE3385ABF}"/>
          </ac:spMkLst>
        </pc:spChg>
        <pc:spChg chg="add mod">
          <ac:chgData name="Marc Emmanuel EBO (Green Pay)" userId="084c3255-a5bf-450c-be20-6fce5371fa15" providerId="ADAL" clId="{777B0DF1-108B-40E3-8D33-4A9C62D19A26}" dt="2023-08-26T05:42:53.334" v="3181" actId="20577"/>
          <ac:spMkLst>
            <pc:docMk/>
            <pc:sldMk cId="411761220" sldId="1815"/>
            <ac:spMk id="8" creationId="{3D65A742-138E-6770-CF0F-D0F7086D9F89}"/>
          </ac:spMkLst>
        </pc:spChg>
        <pc:spChg chg="del mod">
          <ac:chgData name="Marc Emmanuel EBO (Green Pay)" userId="084c3255-a5bf-450c-be20-6fce5371fa15" providerId="ADAL" clId="{777B0DF1-108B-40E3-8D33-4A9C62D19A26}" dt="2023-08-25T20:40:22.545" v="7" actId="478"/>
          <ac:spMkLst>
            <pc:docMk/>
            <pc:sldMk cId="411761220" sldId="1815"/>
            <ac:spMk id="9" creationId="{00000000-0000-0000-0000-000000000000}"/>
          </ac:spMkLst>
        </pc:spChg>
        <pc:spChg chg="add mod">
          <ac:chgData name="Marc Emmanuel EBO (Green Pay)" userId="084c3255-a5bf-450c-be20-6fce5371fa15" providerId="ADAL" clId="{777B0DF1-108B-40E3-8D33-4A9C62D19A26}" dt="2023-08-26T09:59:28.769" v="4299" actId="1076"/>
          <ac:spMkLst>
            <pc:docMk/>
            <pc:sldMk cId="411761220" sldId="1815"/>
            <ac:spMk id="11" creationId="{2FEE9CA0-3E83-3AA9-E184-80DBBC881C04}"/>
          </ac:spMkLst>
        </pc:spChg>
        <pc:spChg chg="del">
          <ac:chgData name="Marc Emmanuel EBO (Green Pay)" userId="084c3255-a5bf-450c-be20-6fce5371fa15" providerId="ADAL" clId="{777B0DF1-108B-40E3-8D33-4A9C62D19A26}" dt="2023-08-25T20:40:42.968" v="14" actId="478"/>
          <ac:spMkLst>
            <pc:docMk/>
            <pc:sldMk cId="411761220" sldId="1815"/>
            <ac:spMk id="57" creationId="{00000000-0000-0000-0000-000000000000}"/>
          </ac:spMkLst>
        </pc:spChg>
        <pc:spChg chg="del">
          <ac:chgData name="Marc Emmanuel EBO (Green Pay)" userId="084c3255-a5bf-450c-be20-6fce5371fa15" providerId="ADAL" clId="{777B0DF1-108B-40E3-8D33-4A9C62D19A26}" dt="2023-08-25T20:40:40.346" v="13" actId="478"/>
          <ac:spMkLst>
            <pc:docMk/>
            <pc:sldMk cId="411761220" sldId="1815"/>
            <ac:spMk id="58" creationId="{00000000-0000-0000-0000-000000000000}"/>
          </ac:spMkLst>
        </pc:spChg>
        <pc:spChg chg="del">
          <ac:chgData name="Marc Emmanuel EBO (Green Pay)" userId="084c3255-a5bf-450c-be20-6fce5371fa15" providerId="ADAL" clId="{777B0DF1-108B-40E3-8D33-4A9C62D19A26}" dt="2023-08-25T20:40:52.262" v="18" actId="478"/>
          <ac:spMkLst>
            <pc:docMk/>
            <pc:sldMk cId="411761220" sldId="1815"/>
            <ac:spMk id="71" creationId="{00000000-0000-0000-0000-000000000000}"/>
          </ac:spMkLst>
        </pc:spChg>
        <pc:spChg chg="del">
          <ac:chgData name="Marc Emmanuel EBO (Green Pay)" userId="084c3255-a5bf-450c-be20-6fce5371fa15" providerId="ADAL" clId="{777B0DF1-108B-40E3-8D33-4A9C62D19A26}" dt="2023-08-25T20:40:49.489" v="17" actId="478"/>
          <ac:spMkLst>
            <pc:docMk/>
            <pc:sldMk cId="411761220" sldId="1815"/>
            <ac:spMk id="72" creationId="{00000000-0000-0000-0000-000000000000}"/>
          </ac:spMkLst>
        </pc:spChg>
        <pc:grpChg chg="del mod">
          <ac:chgData name="Marc Emmanuel EBO (Green Pay)" userId="084c3255-a5bf-450c-be20-6fce5371fa15" providerId="ADAL" clId="{777B0DF1-108B-40E3-8D33-4A9C62D19A26}" dt="2023-08-25T20:40:35.739" v="12" actId="478"/>
          <ac:grpSpMkLst>
            <pc:docMk/>
            <pc:sldMk cId="411761220" sldId="1815"/>
            <ac:grpSpMk id="46" creationId="{00000000-0000-0000-0000-000000000000}"/>
          </ac:grpSpMkLst>
        </pc:grpChg>
        <pc:grpChg chg="del mod">
          <ac:chgData name="Marc Emmanuel EBO (Green Pay)" userId="084c3255-a5bf-450c-be20-6fce5371fa15" providerId="ADAL" clId="{777B0DF1-108B-40E3-8D33-4A9C62D19A26}" dt="2023-08-25T20:40:46.421" v="16" actId="478"/>
          <ac:grpSpMkLst>
            <pc:docMk/>
            <pc:sldMk cId="411761220" sldId="1815"/>
            <ac:grpSpMk id="60" creationId="{00000000-0000-0000-0000-000000000000}"/>
          </ac:grpSpMkLst>
        </pc:grpChg>
        <pc:graphicFrameChg chg="del">
          <ac:chgData name="Marc Emmanuel EBO (Green Pay)" userId="084c3255-a5bf-450c-be20-6fce5371fa15" providerId="ADAL" clId="{777B0DF1-108B-40E3-8D33-4A9C62D19A26}" dt="2023-08-25T20:40:27.061" v="9" actId="478"/>
          <ac:graphicFrameMkLst>
            <pc:docMk/>
            <pc:sldMk cId="411761220" sldId="1815"/>
            <ac:graphicFrameMk id="10" creationId="{00000000-0000-0000-0000-000000000000}"/>
          </ac:graphicFrameMkLst>
        </pc:graphicFrameChg>
        <pc:graphicFrameChg chg="add del mod">
          <ac:chgData name="Marc Emmanuel EBO (Green Pay)" userId="084c3255-a5bf-450c-be20-6fce5371fa15" providerId="ADAL" clId="{777B0DF1-108B-40E3-8D33-4A9C62D19A26}" dt="2023-08-26T00:49:45.442" v="1959" actId="478"/>
          <ac:graphicFrameMkLst>
            <pc:docMk/>
            <pc:sldMk cId="411761220" sldId="1815"/>
            <ac:graphicFrameMk id="12" creationId="{35F6B53D-7F8D-51BA-D251-D1A5C844EDBC}"/>
          </ac:graphicFrameMkLst>
        </pc:graphicFrameChg>
        <pc:graphicFrameChg chg="add mod">
          <ac:chgData name="Marc Emmanuel EBO (Green Pay)" userId="084c3255-a5bf-450c-be20-6fce5371fa15" providerId="ADAL" clId="{777B0DF1-108B-40E3-8D33-4A9C62D19A26}" dt="2023-08-26T01:03:18.288" v="1978" actId="14100"/>
          <ac:graphicFrameMkLst>
            <pc:docMk/>
            <pc:sldMk cId="411761220" sldId="1815"/>
            <ac:graphicFrameMk id="13" creationId="{BBF1EC25-B014-803E-9AB8-1E35CDD1CB1F}"/>
          </ac:graphicFrameMkLst>
        </pc:graphicFrameChg>
        <pc:graphicFrameChg chg="add del mod">
          <ac:chgData name="Marc Emmanuel EBO (Green Pay)" userId="084c3255-a5bf-450c-be20-6fce5371fa15" providerId="ADAL" clId="{777B0DF1-108B-40E3-8D33-4A9C62D19A26}" dt="2023-08-26T00:51:07.980" v="1966"/>
          <ac:graphicFrameMkLst>
            <pc:docMk/>
            <pc:sldMk cId="411761220" sldId="1815"/>
            <ac:graphicFrameMk id="14" creationId="{A3D6B3D7-8840-1E62-E8AD-6404F14B9F23}"/>
          </ac:graphicFrameMkLst>
        </pc:graphicFrameChg>
        <pc:graphicFrameChg chg="add mod">
          <ac:chgData name="Marc Emmanuel EBO (Green Pay)" userId="084c3255-a5bf-450c-be20-6fce5371fa15" providerId="ADAL" clId="{777B0DF1-108B-40E3-8D33-4A9C62D19A26}" dt="2023-08-26T09:59:14.640" v="4298" actId="1076"/>
          <ac:graphicFrameMkLst>
            <pc:docMk/>
            <pc:sldMk cId="411761220" sldId="1815"/>
            <ac:graphicFrameMk id="15" creationId="{745A5D60-BB3C-4F72-C8C8-0FBECD9ABDB2}"/>
          </ac:graphicFrameMkLst>
        </pc:graphicFrameChg>
        <pc:graphicFrameChg chg="add del mod">
          <ac:chgData name="Marc Emmanuel EBO (Green Pay)" userId="084c3255-a5bf-450c-be20-6fce5371fa15" providerId="ADAL" clId="{777B0DF1-108B-40E3-8D33-4A9C62D19A26}" dt="2023-08-26T05:36:10.050" v="3153" actId="478"/>
          <ac:graphicFrameMkLst>
            <pc:docMk/>
            <pc:sldMk cId="411761220" sldId="1815"/>
            <ac:graphicFrameMk id="16" creationId="{8880450D-8EB0-2837-948A-650F1996C374}"/>
          </ac:graphicFrameMkLst>
        </pc:graphicFrameChg>
        <pc:graphicFrameChg chg="add del mod">
          <ac:chgData name="Marc Emmanuel EBO (Green Pay)" userId="084c3255-a5bf-450c-be20-6fce5371fa15" providerId="ADAL" clId="{777B0DF1-108B-40E3-8D33-4A9C62D19A26}" dt="2023-08-26T07:22:34.973" v="4124" actId="478"/>
          <ac:graphicFrameMkLst>
            <pc:docMk/>
            <pc:sldMk cId="411761220" sldId="1815"/>
            <ac:graphicFrameMk id="17" creationId="{15CE7B31-E136-9339-EF03-EE31530E53D3}"/>
          </ac:graphicFrameMkLst>
        </pc:graphicFrameChg>
        <pc:graphicFrameChg chg="add del mod">
          <ac:chgData name="Marc Emmanuel EBO (Green Pay)" userId="084c3255-a5bf-450c-be20-6fce5371fa15" providerId="ADAL" clId="{777B0DF1-108B-40E3-8D33-4A9C62D19A26}" dt="2023-08-26T07:48:26.355" v="4140" actId="478"/>
          <ac:graphicFrameMkLst>
            <pc:docMk/>
            <pc:sldMk cId="411761220" sldId="1815"/>
            <ac:graphicFrameMk id="18" creationId="{33F0602B-BEE3-485C-EE7E-FD8DF0660507}"/>
          </ac:graphicFrameMkLst>
        </pc:graphicFrameChg>
        <pc:graphicFrameChg chg="add mod">
          <ac:chgData name="Marc Emmanuel EBO (Green Pay)" userId="084c3255-a5bf-450c-be20-6fce5371fa15" providerId="ADAL" clId="{777B0DF1-108B-40E3-8D33-4A9C62D19A26}" dt="2023-08-26T07:48:42.151" v="4143" actId="14100"/>
          <ac:graphicFrameMkLst>
            <pc:docMk/>
            <pc:sldMk cId="411761220" sldId="1815"/>
            <ac:graphicFrameMk id="19" creationId="{644CD3F1-FDCB-40CF-B39C-C8397E60A4B9}"/>
          </ac:graphicFrameMkLst>
        </pc:graphicFrameChg>
        <pc:graphicFrameChg chg="del">
          <ac:chgData name="Marc Emmanuel EBO (Green Pay)" userId="084c3255-a5bf-450c-be20-6fce5371fa15" providerId="ADAL" clId="{777B0DF1-108B-40E3-8D33-4A9C62D19A26}" dt="2023-08-25T20:40:30.532" v="10" actId="478"/>
          <ac:graphicFrameMkLst>
            <pc:docMk/>
            <pc:sldMk cId="411761220" sldId="1815"/>
            <ac:graphicFrameMk id="59" creationId="{00000000-0000-0000-0000-000000000000}"/>
          </ac:graphicFrameMkLst>
        </pc:graphicFrameChg>
      </pc:sldChg>
      <pc:sldChg chg="addSp delSp modSp mod delAnim modAnim">
        <pc:chgData name="Marc Emmanuel EBO (Green Pay)" userId="084c3255-a5bf-450c-be20-6fce5371fa15" providerId="ADAL" clId="{777B0DF1-108B-40E3-8D33-4A9C62D19A26}" dt="2023-08-26T06:43:16.527" v="3962" actId="20577"/>
        <pc:sldMkLst>
          <pc:docMk/>
          <pc:sldMk cId="3422923872" sldId="1816"/>
        </pc:sldMkLst>
        <pc:spChg chg="mod">
          <ac:chgData name="Marc Emmanuel EBO (Green Pay)" userId="084c3255-a5bf-450c-be20-6fce5371fa15" providerId="ADAL" clId="{777B0DF1-108B-40E3-8D33-4A9C62D19A26}" dt="2023-08-26T06:39:49.979" v="3928" actId="1076"/>
          <ac:spMkLst>
            <pc:docMk/>
            <pc:sldMk cId="3422923872" sldId="1816"/>
            <ac:spMk id="24" creationId="{D7BB5A3B-4420-0D00-EA6C-8F3B55F65D38}"/>
          </ac:spMkLst>
        </pc:spChg>
        <pc:spChg chg="mod">
          <ac:chgData name="Marc Emmanuel EBO (Green Pay)" userId="084c3255-a5bf-450c-be20-6fce5371fa15" providerId="ADAL" clId="{777B0DF1-108B-40E3-8D33-4A9C62D19A26}" dt="2023-08-26T06:42:14.113" v="3936" actId="1076"/>
          <ac:spMkLst>
            <pc:docMk/>
            <pc:sldMk cId="3422923872" sldId="1816"/>
            <ac:spMk id="25" creationId="{99F2DAE2-79B6-3A9C-E806-9F8DA340AAF0}"/>
          </ac:spMkLst>
        </pc:spChg>
        <pc:spChg chg="mod">
          <ac:chgData name="Marc Emmanuel EBO (Green Pay)" userId="084c3255-a5bf-450c-be20-6fce5371fa15" providerId="ADAL" clId="{777B0DF1-108B-40E3-8D33-4A9C62D19A26}" dt="2023-08-26T06:40:04.764" v="3930" actId="1076"/>
          <ac:spMkLst>
            <pc:docMk/>
            <pc:sldMk cId="3422923872" sldId="1816"/>
            <ac:spMk id="26" creationId="{5E051874-31F9-A242-FC27-2465F9D371C7}"/>
          </ac:spMkLst>
        </pc:spChg>
        <pc:spChg chg="mod">
          <ac:chgData name="Marc Emmanuel EBO (Green Pay)" userId="084c3255-a5bf-450c-be20-6fce5371fa15" providerId="ADAL" clId="{777B0DF1-108B-40E3-8D33-4A9C62D19A26}" dt="2023-08-26T06:42:09.394" v="3935" actId="1076"/>
          <ac:spMkLst>
            <pc:docMk/>
            <pc:sldMk cId="3422923872" sldId="1816"/>
            <ac:spMk id="27" creationId="{2C0DCD92-6D54-169B-63BD-CE4EBF59030F}"/>
          </ac:spMkLst>
        </pc:spChg>
        <pc:spChg chg="mod">
          <ac:chgData name="Marc Emmanuel EBO (Green Pay)" userId="084c3255-a5bf-450c-be20-6fce5371fa15" providerId="ADAL" clId="{777B0DF1-108B-40E3-8D33-4A9C62D19A26}" dt="2023-08-26T06:41:44.323" v="3933" actId="1076"/>
          <ac:spMkLst>
            <pc:docMk/>
            <pc:sldMk cId="3422923872" sldId="1816"/>
            <ac:spMk id="28" creationId="{6DEFA3FE-9D25-FF1E-DBF6-B81CEDC98299}"/>
          </ac:spMkLst>
        </pc:spChg>
        <pc:spChg chg="mod">
          <ac:chgData name="Marc Emmanuel EBO (Green Pay)" userId="084c3255-a5bf-450c-be20-6fce5371fa15" providerId="ADAL" clId="{777B0DF1-108B-40E3-8D33-4A9C62D19A26}" dt="2023-08-26T06:41:28.753" v="3931" actId="1076"/>
          <ac:spMkLst>
            <pc:docMk/>
            <pc:sldMk cId="3422923872" sldId="1816"/>
            <ac:spMk id="29" creationId="{E4058579-35FD-62F7-5900-C0514D6B891A}"/>
          </ac:spMkLst>
        </pc:spChg>
        <pc:spChg chg="mod">
          <ac:chgData name="Marc Emmanuel EBO (Green Pay)" userId="084c3255-a5bf-450c-be20-6fce5371fa15" providerId="ADAL" clId="{777B0DF1-108B-40E3-8D33-4A9C62D19A26}" dt="2023-08-26T06:41:37.638" v="3932" actId="1076"/>
          <ac:spMkLst>
            <pc:docMk/>
            <pc:sldMk cId="3422923872" sldId="1816"/>
            <ac:spMk id="30" creationId="{797A7651-D2A1-16FB-BE4F-71206B4153E9}"/>
          </ac:spMkLst>
        </pc:spChg>
        <pc:spChg chg="mod">
          <ac:chgData name="Marc Emmanuel EBO (Green Pay)" userId="084c3255-a5bf-450c-be20-6fce5371fa15" providerId="ADAL" clId="{777B0DF1-108B-40E3-8D33-4A9C62D19A26}" dt="2023-08-26T06:41:50.509" v="3934" actId="1076"/>
          <ac:spMkLst>
            <pc:docMk/>
            <pc:sldMk cId="3422923872" sldId="1816"/>
            <ac:spMk id="31" creationId="{F2A63883-A0CC-8854-4179-DBB23B5AFC55}"/>
          </ac:spMkLst>
        </pc:spChg>
        <pc:spChg chg="del mod">
          <ac:chgData name="Marc Emmanuel EBO (Green Pay)" userId="084c3255-a5bf-450c-be20-6fce5371fa15" providerId="ADAL" clId="{777B0DF1-108B-40E3-8D33-4A9C62D19A26}" dt="2023-08-26T06:36:21.824" v="3902" actId="478"/>
          <ac:spMkLst>
            <pc:docMk/>
            <pc:sldMk cId="3422923872" sldId="1816"/>
            <ac:spMk id="32" creationId="{73E2C579-C882-A489-A714-27BDA7CAD599}"/>
          </ac:spMkLst>
        </pc:spChg>
        <pc:spChg chg="del">
          <ac:chgData name="Marc Emmanuel EBO (Green Pay)" userId="084c3255-a5bf-450c-be20-6fce5371fa15" providerId="ADAL" clId="{777B0DF1-108B-40E3-8D33-4A9C62D19A26}" dt="2023-08-26T06:36:50.784" v="3911" actId="478"/>
          <ac:spMkLst>
            <pc:docMk/>
            <pc:sldMk cId="3422923872" sldId="1816"/>
            <ac:spMk id="33" creationId="{A5F01B7F-3AA4-D01F-A452-909A7C868D52}"/>
          </ac:spMkLst>
        </pc:spChg>
        <pc:spChg chg="del mod">
          <ac:chgData name="Marc Emmanuel EBO (Green Pay)" userId="084c3255-a5bf-450c-be20-6fce5371fa15" providerId="ADAL" clId="{777B0DF1-108B-40E3-8D33-4A9C62D19A26}" dt="2023-08-26T06:36:21.839" v="3904"/>
          <ac:spMkLst>
            <pc:docMk/>
            <pc:sldMk cId="3422923872" sldId="1816"/>
            <ac:spMk id="34" creationId="{2485F174-13B9-B65C-BCD5-EBB99C6665DA}"/>
          </ac:spMkLst>
        </pc:spChg>
        <pc:spChg chg="del">
          <ac:chgData name="Marc Emmanuel EBO (Green Pay)" userId="084c3255-a5bf-450c-be20-6fce5371fa15" providerId="ADAL" clId="{777B0DF1-108B-40E3-8D33-4A9C62D19A26}" dt="2023-08-26T06:36:52.971" v="3912" actId="478"/>
          <ac:spMkLst>
            <pc:docMk/>
            <pc:sldMk cId="3422923872" sldId="1816"/>
            <ac:spMk id="35" creationId="{AD38D54F-30EF-C4BC-D85B-C8796DF05A90}"/>
          </ac:spMkLst>
        </pc:spChg>
        <pc:spChg chg="del">
          <ac:chgData name="Marc Emmanuel EBO (Green Pay)" userId="084c3255-a5bf-450c-be20-6fce5371fa15" providerId="ADAL" clId="{777B0DF1-108B-40E3-8D33-4A9C62D19A26}" dt="2023-08-26T06:36:42.930" v="3909" actId="478"/>
          <ac:spMkLst>
            <pc:docMk/>
            <pc:sldMk cId="3422923872" sldId="1816"/>
            <ac:spMk id="36" creationId="{456033E8-1FEA-37FD-E49C-60AD18693549}"/>
          </ac:spMkLst>
        </pc:spChg>
        <pc:spChg chg="del">
          <ac:chgData name="Marc Emmanuel EBO (Green Pay)" userId="084c3255-a5bf-450c-be20-6fce5371fa15" providerId="ADAL" clId="{777B0DF1-108B-40E3-8D33-4A9C62D19A26}" dt="2023-08-26T06:36:29.385" v="3906" actId="478"/>
          <ac:spMkLst>
            <pc:docMk/>
            <pc:sldMk cId="3422923872" sldId="1816"/>
            <ac:spMk id="37" creationId="{E535ACED-7F3C-E656-6C4B-693C39A1BBD1}"/>
          </ac:spMkLst>
        </pc:spChg>
        <pc:spChg chg="del">
          <ac:chgData name="Marc Emmanuel EBO (Green Pay)" userId="084c3255-a5bf-450c-be20-6fce5371fa15" providerId="ADAL" clId="{777B0DF1-108B-40E3-8D33-4A9C62D19A26}" dt="2023-08-26T06:36:24.985" v="3905" actId="478"/>
          <ac:spMkLst>
            <pc:docMk/>
            <pc:sldMk cId="3422923872" sldId="1816"/>
            <ac:spMk id="38" creationId="{97C5DF53-606A-AEE9-DCC5-BC8D0AAFCE7C}"/>
          </ac:spMkLst>
        </pc:spChg>
        <pc:spChg chg="del">
          <ac:chgData name="Marc Emmanuel EBO (Green Pay)" userId="084c3255-a5bf-450c-be20-6fce5371fa15" providerId="ADAL" clId="{777B0DF1-108B-40E3-8D33-4A9C62D19A26}" dt="2023-08-26T06:36:40.120" v="3908" actId="478"/>
          <ac:spMkLst>
            <pc:docMk/>
            <pc:sldMk cId="3422923872" sldId="1816"/>
            <ac:spMk id="39" creationId="{5B9DCFBE-4050-26CF-249B-4A4FED9E13C9}"/>
          </ac:spMkLst>
        </pc:spChg>
        <pc:spChg chg="del">
          <ac:chgData name="Marc Emmanuel EBO (Green Pay)" userId="084c3255-a5bf-450c-be20-6fce5371fa15" providerId="ADAL" clId="{777B0DF1-108B-40E3-8D33-4A9C62D19A26}" dt="2023-08-26T06:37:00.985" v="3914" actId="478"/>
          <ac:spMkLst>
            <pc:docMk/>
            <pc:sldMk cId="3422923872" sldId="1816"/>
            <ac:spMk id="40" creationId="{F5CF9D30-CD7A-06F6-084A-598F4F1EA6F5}"/>
          </ac:spMkLst>
        </pc:spChg>
        <pc:spChg chg="del">
          <ac:chgData name="Marc Emmanuel EBO (Green Pay)" userId="084c3255-a5bf-450c-be20-6fce5371fa15" providerId="ADAL" clId="{777B0DF1-108B-40E3-8D33-4A9C62D19A26}" dt="2023-08-26T06:36:55.531" v="3913" actId="478"/>
          <ac:spMkLst>
            <pc:docMk/>
            <pc:sldMk cId="3422923872" sldId="1816"/>
            <ac:spMk id="41" creationId="{1C00CF62-2F96-2D80-D415-346D9F0F42D1}"/>
          </ac:spMkLst>
        </pc:spChg>
        <pc:spChg chg="mod">
          <ac:chgData name="Marc Emmanuel EBO (Green Pay)" userId="084c3255-a5bf-450c-be20-6fce5371fa15" providerId="ADAL" clId="{777B0DF1-108B-40E3-8D33-4A9C62D19A26}" dt="2023-08-26T06:42:29.185" v="3938" actId="1076"/>
          <ac:spMkLst>
            <pc:docMk/>
            <pc:sldMk cId="3422923872" sldId="1816"/>
            <ac:spMk id="42" creationId="{B227EBDF-0F80-198C-4822-422D73BE251C}"/>
          </ac:spMkLst>
        </pc:spChg>
        <pc:spChg chg="mod">
          <ac:chgData name="Marc Emmanuel EBO (Green Pay)" userId="084c3255-a5bf-450c-be20-6fce5371fa15" providerId="ADAL" clId="{777B0DF1-108B-40E3-8D33-4A9C62D19A26}" dt="2023-08-26T06:42:22.612" v="3937" actId="1076"/>
          <ac:spMkLst>
            <pc:docMk/>
            <pc:sldMk cId="3422923872" sldId="1816"/>
            <ac:spMk id="43" creationId="{6EEB085D-6421-3310-BED5-BE1B3D1BA1D9}"/>
          </ac:spMkLst>
        </pc:spChg>
        <pc:spChg chg="del">
          <ac:chgData name="Marc Emmanuel EBO (Green Pay)" userId="084c3255-a5bf-450c-be20-6fce5371fa15" providerId="ADAL" clId="{777B0DF1-108B-40E3-8D33-4A9C62D19A26}" dt="2023-08-26T06:36:33.753" v="3907" actId="478"/>
          <ac:spMkLst>
            <pc:docMk/>
            <pc:sldMk cId="3422923872" sldId="1816"/>
            <ac:spMk id="44" creationId="{2111A40C-F509-EF3E-8164-709BBD336D3F}"/>
          </ac:spMkLst>
        </pc:spChg>
        <pc:spChg chg="del">
          <ac:chgData name="Marc Emmanuel EBO (Green Pay)" userId="084c3255-a5bf-450c-be20-6fce5371fa15" providerId="ADAL" clId="{777B0DF1-108B-40E3-8D33-4A9C62D19A26}" dt="2023-08-26T06:36:11.328" v="3897" actId="478"/>
          <ac:spMkLst>
            <pc:docMk/>
            <pc:sldMk cId="3422923872" sldId="1816"/>
            <ac:spMk id="45" creationId="{5F41F229-EE0D-35FF-8BB0-74F71F3FA1CA}"/>
          </ac:spMkLst>
        </pc:spChg>
        <pc:spChg chg="add mod">
          <ac:chgData name="Marc Emmanuel EBO (Green Pay)" userId="084c3255-a5bf-450c-be20-6fce5371fa15" providerId="ADAL" clId="{777B0DF1-108B-40E3-8D33-4A9C62D19A26}" dt="2023-08-26T06:43:16.527" v="3962" actId="20577"/>
          <ac:spMkLst>
            <pc:docMk/>
            <pc:sldMk cId="3422923872" sldId="1816"/>
            <ac:spMk id="46" creationId="{604E22DD-7D28-B0C4-9774-B5537FFA6973}"/>
          </ac:spMkLst>
        </pc:spChg>
      </pc:sldChg>
      <pc:sldChg chg="addSp modSp mod">
        <pc:chgData name="Marc Emmanuel EBO (Green Pay)" userId="084c3255-a5bf-450c-be20-6fce5371fa15" providerId="ADAL" clId="{777B0DF1-108B-40E3-8D33-4A9C62D19A26}" dt="2023-08-26T06:42:53.633" v="3939" actId="1076"/>
        <pc:sldMkLst>
          <pc:docMk/>
          <pc:sldMk cId="1661586400" sldId="1817"/>
        </pc:sldMkLst>
        <pc:spChg chg="mod">
          <ac:chgData name="Marc Emmanuel EBO (Green Pay)" userId="084c3255-a5bf-450c-be20-6fce5371fa15" providerId="ADAL" clId="{777B0DF1-108B-40E3-8D33-4A9C62D19A26}" dt="2023-08-26T06:42:53.633" v="3939" actId="1076"/>
          <ac:spMkLst>
            <pc:docMk/>
            <pc:sldMk cId="1661586400" sldId="1817"/>
            <ac:spMk id="5" creationId="{5B6E5B64-169C-A8F8-3EC5-9D7174E50CE5}"/>
          </ac:spMkLst>
        </pc:spChg>
        <pc:spChg chg="mod">
          <ac:chgData name="Marc Emmanuel EBO (Green Pay)" userId="084c3255-a5bf-450c-be20-6fce5371fa15" providerId="ADAL" clId="{777B0DF1-108B-40E3-8D33-4A9C62D19A26}" dt="2023-08-25T21:40:58.679" v="452" actId="1076"/>
          <ac:spMkLst>
            <pc:docMk/>
            <pc:sldMk cId="1661586400" sldId="1817"/>
            <ac:spMk id="6" creationId="{9E7D136F-235F-BC88-58FC-07B77475A6A0}"/>
          </ac:spMkLst>
        </pc:spChg>
        <pc:spChg chg="mod">
          <ac:chgData name="Marc Emmanuel EBO (Green Pay)" userId="084c3255-a5bf-450c-be20-6fce5371fa15" providerId="ADAL" clId="{777B0DF1-108B-40E3-8D33-4A9C62D19A26}" dt="2023-08-25T21:39:35.104" v="439" actId="1076"/>
          <ac:spMkLst>
            <pc:docMk/>
            <pc:sldMk cId="1661586400" sldId="1817"/>
            <ac:spMk id="7" creationId="{B9D13BB3-F273-F806-C3B2-91C0BDC61E13}"/>
          </ac:spMkLst>
        </pc:spChg>
        <pc:spChg chg="mod">
          <ac:chgData name="Marc Emmanuel EBO (Green Pay)" userId="084c3255-a5bf-450c-be20-6fce5371fa15" providerId="ADAL" clId="{777B0DF1-108B-40E3-8D33-4A9C62D19A26}" dt="2023-08-25T21:39:51.068" v="441" actId="1076"/>
          <ac:spMkLst>
            <pc:docMk/>
            <pc:sldMk cId="1661586400" sldId="1817"/>
            <ac:spMk id="8" creationId="{FB06F827-6960-661A-FAF6-61C0CCC3CA7E}"/>
          </ac:spMkLst>
        </pc:spChg>
        <pc:spChg chg="mod">
          <ac:chgData name="Marc Emmanuel EBO (Green Pay)" userId="084c3255-a5bf-450c-be20-6fce5371fa15" providerId="ADAL" clId="{777B0DF1-108B-40E3-8D33-4A9C62D19A26}" dt="2023-08-25T21:40:31.274" v="448" actId="14100"/>
          <ac:spMkLst>
            <pc:docMk/>
            <pc:sldMk cId="1661586400" sldId="1817"/>
            <ac:spMk id="9" creationId="{37855F2A-5A2E-CA5F-B06F-8E19212C58B5}"/>
          </ac:spMkLst>
        </pc:spChg>
        <pc:spChg chg="mod">
          <ac:chgData name="Marc Emmanuel EBO (Green Pay)" userId="084c3255-a5bf-450c-be20-6fce5371fa15" providerId="ADAL" clId="{777B0DF1-108B-40E3-8D33-4A9C62D19A26}" dt="2023-08-25T21:40:18.427" v="446" actId="1076"/>
          <ac:spMkLst>
            <pc:docMk/>
            <pc:sldMk cId="1661586400" sldId="1817"/>
            <ac:spMk id="10" creationId="{ECADBC81-D54F-9977-CA0D-E0B7C1E919B9}"/>
          </ac:spMkLst>
        </pc:spChg>
        <pc:spChg chg="mod">
          <ac:chgData name="Marc Emmanuel EBO (Green Pay)" userId="084c3255-a5bf-450c-be20-6fce5371fa15" providerId="ADAL" clId="{777B0DF1-108B-40E3-8D33-4A9C62D19A26}" dt="2023-08-25T21:39:29.730" v="438" actId="1076"/>
          <ac:spMkLst>
            <pc:docMk/>
            <pc:sldMk cId="1661586400" sldId="1817"/>
            <ac:spMk id="11" creationId="{967CBC20-0DE1-7C6C-BFD4-45839FDF7B3B}"/>
          </ac:spMkLst>
        </pc:spChg>
        <pc:spChg chg="mod">
          <ac:chgData name="Marc Emmanuel EBO (Green Pay)" userId="084c3255-a5bf-450c-be20-6fce5371fa15" providerId="ADAL" clId="{777B0DF1-108B-40E3-8D33-4A9C62D19A26}" dt="2023-08-25T21:39:42.232" v="440" actId="1076"/>
          <ac:spMkLst>
            <pc:docMk/>
            <pc:sldMk cId="1661586400" sldId="1817"/>
            <ac:spMk id="12" creationId="{64BBC8D5-3193-5E1A-606D-3BAA8243E9CD}"/>
          </ac:spMkLst>
        </pc:spChg>
        <pc:spChg chg="mod">
          <ac:chgData name="Marc Emmanuel EBO (Green Pay)" userId="084c3255-a5bf-450c-be20-6fce5371fa15" providerId="ADAL" clId="{777B0DF1-108B-40E3-8D33-4A9C62D19A26}" dt="2023-08-25T21:39:57.018" v="442" actId="1076"/>
          <ac:spMkLst>
            <pc:docMk/>
            <pc:sldMk cId="1661586400" sldId="1817"/>
            <ac:spMk id="13" creationId="{172BB17D-B72A-B426-2F31-22C85D049A1B}"/>
          </ac:spMkLst>
        </pc:spChg>
        <pc:spChg chg="mod">
          <ac:chgData name="Marc Emmanuel EBO (Green Pay)" userId="084c3255-a5bf-450c-be20-6fce5371fa15" providerId="ADAL" clId="{777B0DF1-108B-40E3-8D33-4A9C62D19A26}" dt="2023-08-25T21:40:06.935" v="443" actId="1076"/>
          <ac:spMkLst>
            <pc:docMk/>
            <pc:sldMk cId="1661586400" sldId="1817"/>
            <ac:spMk id="14" creationId="{ADB8418C-B416-C85A-E39C-6536C4AE1DEC}"/>
          </ac:spMkLst>
        </pc:spChg>
        <pc:spChg chg="add mod">
          <ac:chgData name="Marc Emmanuel EBO (Green Pay)" userId="084c3255-a5bf-450c-be20-6fce5371fa15" providerId="ADAL" clId="{777B0DF1-108B-40E3-8D33-4A9C62D19A26}" dt="2023-08-25T21:40:37.217" v="449" actId="1076"/>
          <ac:spMkLst>
            <pc:docMk/>
            <pc:sldMk cId="1661586400" sldId="1817"/>
            <ac:spMk id="15" creationId="{C047EE49-F948-D97E-7F71-2896353DB82E}"/>
          </ac:spMkLst>
        </pc:spChg>
        <pc:picChg chg="add mod">
          <ac:chgData name="Marc Emmanuel EBO (Green Pay)" userId="084c3255-a5bf-450c-be20-6fce5371fa15" providerId="ADAL" clId="{777B0DF1-108B-40E3-8D33-4A9C62D19A26}" dt="2023-08-25T21:40:56.489" v="451" actId="1076"/>
          <ac:picMkLst>
            <pc:docMk/>
            <pc:sldMk cId="1661586400" sldId="1817"/>
            <ac:picMk id="16" creationId="{3CF207C8-DA8D-661D-F957-3AACA4750875}"/>
          </ac:picMkLst>
        </pc:picChg>
      </pc:sldChg>
      <pc:sldChg chg="addSp delSp modSp add del mod">
        <pc:chgData name="Marc Emmanuel EBO (Green Pay)" userId="084c3255-a5bf-450c-be20-6fce5371fa15" providerId="ADAL" clId="{777B0DF1-108B-40E3-8D33-4A9C62D19A26}" dt="2023-08-26T07:25:19.192" v="4137"/>
        <pc:sldMkLst>
          <pc:docMk/>
          <pc:sldMk cId="808139309" sldId="1818"/>
        </pc:sldMkLst>
        <pc:spChg chg="mod">
          <ac:chgData name="Marc Emmanuel EBO (Green Pay)" userId="084c3255-a5bf-450c-be20-6fce5371fa15" providerId="ADAL" clId="{777B0DF1-108B-40E3-8D33-4A9C62D19A26}" dt="2023-08-26T07:25:14.189" v="4134" actId="1076"/>
          <ac:spMkLst>
            <pc:docMk/>
            <pc:sldMk cId="808139309" sldId="1818"/>
            <ac:spMk id="27" creationId="{00000000-0000-0000-0000-000000000000}"/>
          </ac:spMkLst>
        </pc:spChg>
        <pc:picChg chg="add del mod">
          <ac:chgData name="Marc Emmanuel EBO (Green Pay)" userId="084c3255-a5bf-450c-be20-6fce5371fa15" providerId="ADAL" clId="{777B0DF1-108B-40E3-8D33-4A9C62D19A26}" dt="2023-08-26T07:25:17.628" v="4136" actId="1076"/>
          <ac:picMkLst>
            <pc:docMk/>
            <pc:sldMk cId="808139309" sldId="1818"/>
            <ac:picMk id="2" creationId="{13093A56-29A5-0AE1-0036-0B7F4AEF22F2}"/>
          </ac:picMkLst>
        </pc:picChg>
      </pc:sldChg>
      <pc:sldChg chg="addSp delSp modSp new mod">
        <pc:chgData name="Marc Emmanuel EBO (Green Pay)" userId="084c3255-a5bf-450c-be20-6fce5371fa15" providerId="ADAL" clId="{777B0DF1-108B-40E3-8D33-4A9C62D19A26}" dt="2023-08-26T09:59:45.220" v="4300" actId="478"/>
        <pc:sldMkLst>
          <pc:docMk/>
          <pc:sldMk cId="1488755956" sldId="1818"/>
        </pc:sldMkLst>
        <pc:spChg chg="del">
          <ac:chgData name="Marc Emmanuel EBO (Green Pay)" userId="084c3255-a5bf-450c-be20-6fce5371fa15" providerId="ADAL" clId="{777B0DF1-108B-40E3-8D33-4A9C62D19A26}" dt="2023-08-26T07:48:56.061" v="4145" actId="478"/>
          <ac:spMkLst>
            <pc:docMk/>
            <pc:sldMk cId="1488755956" sldId="1818"/>
            <ac:spMk id="2" creationId="{970F04F7-6090-2041-40C3-27FE83F128B6}"/>
          </ac:spMkLst>
        </pc:spChg>
        <pc:spChg chg="del mod">
          <ac:chgData name="Marc Emmanuel EBO (Green Pay)" userId="084c3255-a5bf-450c-be20-6fce5371fa15" providerId="ADAL" clId="{777B0DF1-108B-40E3-8D33-4A9C62D19A26}" dt="2023-08-26T07:48:58.819" v="4147" actId="478"/>
          <ac:spMkLst>
            <pc:docMk/>
            <pc:sldMk cId="1488755956" sldId="1818"/>
            <ac:spMk id="3" creationId="{F12CC8F3-DADB-FDE1-FBB8-545CFA4E2E4B}"/>
          </ac:spMkLst>
        </pc:spChg>
        <pc:spChg chg="add mod">
          <ac:chgData name="Marc Emmanuel EBO (Green Pay)" userId="084c3255-a5bf-450c-be20-6fce5371fa15" providerId="ADAL" clId="{777B0DF1-108B-40E3-8D33-4A9C62D19A26}" dt="2023-08-26T09:45:24.207" v="4198" actId="1076"/>
          <ac:spMkLst>
            <pc:docMk/>
            <pc:sldMk cId="1488755956" sldId="1818"/>
            <ac:spMk id="4" creationId="{56FE3A13-0DA0-7E41-2358-079CC3B0D3A7}"/>
          </ac:spMkLst>
        </pc:spChg>
        <pc:spChg chg="add mod">
          <ac:chgData name="Marc Emmanuel EBO (Green Pay)" userId="084c3255-a5bf-450c-be20-6fce5371fa15" providerId="ADAL" clId="{777B0DF1-108B-40E3-8D33-4A9C62D19A26}" dt="2023-08-26T09:43:25.304" v="4197" actId="14100"/>
          <ac:spMkLst>
            <pc:docMk/>
            <pc:sldMk cId="1488755956" sldId="1818"/>
            <ac:spMk id="8" creationId="{117C2AFB-EAEA-5B28-70C9-9B7EAF3D4B19}"/>
          </ac:spMkLst>
        </pc:spChg>
        <pc:spChg chg="add del mod">
          <ac:chgData name="Marc Emmanuel EBO (Green Pay)" userId="084c3255-a5bf-450c-be20-6fce5371fa15" providerId="ADAL" clId="{777B0DF1-108B-40E3-8D33-4A9C62D19A26}" dt="2023-08-26T09:59:45.220" v="4300" actId="478"/>
          <ac:spMkLst>
            <pc:docMk/>
            <pc:sldMk cId="1488755956" sldId="1818"/>
            <ac:spMk id="11" creationId="{CD22A632-4359-CF07-BD51-8ECDFFF91782}"/>
          </ac:spMkLst>
        </pc:spChg>
        <pc:graphicFrameChg chg="add del mod">
          <ac:chgData name="Marc Emmanuel EBO (Green Pay)" userId="084c3255-a5bf-450c-be20-6fce5371fa15" providerId="ADAL" clId="{777B0DF1-108B-40E3-8D33-4A9C62D19A26}" dt="2023-08-26T07:49:39.240" v="4151"/>
          <ac:graphicFrameMkLst>
            <pc:docMk/>
            <pc:sldMk cId="1488755956" sldId="1818"/>
            <ac:graphicFrameMk id="5" creationId="{6297317D-6B6C-47E1-AA7C-B72532B6A949}"/>
          </ac:graphicFrameMkLst>
        </pc:graphicFrameChg>
        <pc:graphicFrameChg chg="add mod">
          <ac:chgData name="Marc Emmanuel EBO (Green Pay)" userId="084c3255-a5bf-450c-be20-6fce5371fa15" providerId="ADAL" clId="{777B0DF1-108B-40E3-8D33-4A9C62D19A26}" dt="2023-08-26T07:49:58.261" v="4155" actId="14100"/>
          <ac:graphicFrameMkLst>
            <pc:docMk/>
            <pc:sldMk cId="1488755956" sldId="1818"/>
            <ac:graphicFrameMk id="6" creationId="{D20B5237-271E-1726-C0FA-8BC8A585C5C2}"/>
          </ac:graphicFrameMkLst>
        </pc:graphicFrameChg>
        <pc:graphicFrameChg chg="add del mod">
          <ac:chgData name="Marc Emmanuel EBO (Green Pay)" userId="084c3255-a5bf-450c-be20-6fce5371fa15" providerId="ADAL" clId="{777B0DF1-108B-40E3-8D33-4A9C62D19A26}" dt="2023-08-26T08:19:36.477" v="4186" actId="478"/>
          <ac:graphicFrameMkLst>
            <pc:docMk/>
            <pc:sldMk cId="1488755956" sldId="1818"/>
            <ac:graphicFrameMk id="7" creationId="{B0E6F7EA-F914-124E-6623-CBBFDCCE7570}"/>
          </ac:graphicFrameMkLst>
        </pc:graphicFrameChg>
        <pc:graphicFrameChg chg="add del mod modGraphic">
          <ac:chgData name="Marc Emmanuel EBO (Green Pay)" userId="084c3255-a5bf-450c-be20-6fce5371fa15" providerId="ADAL" clId="{777B0DF1-108B-40E3-8D33-4A9C62D19A26}" dt="2023-08-26T08:23:26.335" v="4192" actId="478"/>
          <ac:graphicFrameMkLst>
            <pc:docMk/>
            <pc:sldMk cId="1488755956" sldId="1818"/>
            <ac:graphicFrameMk id="9" creationId="{2F93D27A-B7C6-263F-7C4D-9F2313A2BDAA}"/>
          </ac:graphicFrameMkLst>
        </pc:graphicFrameChg>
        <pc:graphicFrameChg chg="add mod">
          <ac:chgData name="Marc Emmanuel EBO (Green Pay)" userId="084c3255-a5bf-450c-be20-6fce5371fa15" providerId="ADAL" clId="{777B0DF1-108B-40E3-8D33-4A9C62D19A26}" dt="2023-08-26T09:43:19.867" v="4196" actId="14100"/>
          <ac:graphicFrameMkLst>
            <pc:docMk/>
            <pc:sldMk cId="1488755956" sldId="1818"/>
            <ac:graphicFrameMk id="10" creationId="{6DDCDCA2-36FF-B55D-2124-71865CE947AA}"/>
          </ac:graphicFrameMkLst>
        </pc:graphicFrameChg>
      </pc:sldChg>
      <pc:sldMasterChg chg="delSldLayout">
        <pc:chgData name="Marc Emmanuel EBO (Green Pay)" userId="084c3255-a5bf-450c-be20-6fce5371fa15" providerId="ADAL" clId="{777B0DF1-108B-40E3-8D33-4A9C62D19A26}" dt="2023-08-25T21:14:45.980" v="146" actId="2696"/>
        <pc:sldMasterMkLst>
          <pc:docMk/>
          <pc:sldMasterMk cId="0" sldId="2147483648"/>
        </pc:sldMasterMkLst>
        <pc:sldLayoutChg chg="del">
          <pc:chgData name="Marc Emmanuel EBO (Green Pay)" userId="084c3255-a5bf-450c-be20-6fce5371fa15" providerId="ADAL" clId="{777B0DF1-108B-40E3-8D33-4A9C62D19A26}" dt="2023-08-25T21:14:45.980" v="146" actId="2696"/>
          <pc:sldLayoutMkLst>
            <pc:docMk/>
            <pc:sldMasterMk cId="0" sldId="2147483648"/>
            <pc:sldLayoutMk cId="945998270" sldId="2147484276"/>
          </pc:sldLayoutMkLst>
        </pc:sldLayoutChg>
        <pc:sldLayoutChg chg="del">
          <pc:chgData name="Marc Emmanuel EBO (Green Pay)" userId="084c3255-a5bf-450c-be20-6fce5371fa15" providerId="ADAL" clId="{777B0DF1-108B-40E3-8D33-4A9C62D19A26}" dt="2023-08-25T20:38:54.201" v="2" actId="2696"/>
          <pc:sldLayoutMkLst>
            <pc:docMk/>
            <pc:sldMasterMk cId="0" sldId="2147483648"/>
            <pc:sldLayoutMk cId="490145560" sldId="2147484277"/>
          </pc:sldLayoutMkLst>
        </pc:sldLayoutChg>
      </pc:sldMasterChg>
    </pc:docChg>
  </pc:docChgLst>
  <pc:docChgLst>
    <pc:chgData name="Marc Emmanuel EBO (Green Pay)" userId="084c3255-a5bf-450c-be20-6fce5371fa15" providerId="ADAL" clId="{20666CC9-DE7C-43B8-9B06-95C9DA441140}"/>
    <pc:docChg chg="undo custSel addSld delSld modSld sldOrd">
      <pc:chgData name="Marc Emmanuel EBO (Green Pay)" userId="084c3255-a5bf-450c-be20-6fce5371fa15" providerId="ADAL" clId="{20666CC9-DE7C-43B8-9B06-95C9DA441140}" dt="2024-04-22T07:53:01.906" v="7623" actId="20577"/>
      <pc:docMkLst>
        <pc:docMk/>
      </pc:docMkLst>
      <pc:sldChg chg="addSp delSp modSp mod delAnim">
        <pc:chgData name="Marc Emmanuel EBO (Green Pay)" userId="084c3255-a5bf-450c-be20-6fce5371fa15" providerId="ADAL" clId="{20666CC9-DE7C-43B8-9B06-95C9DA441140}" dt="2024-04-22T07:53:01.906" v="7623" actId="20577"/>
        <pc:sldMkLst>
          <pc:docMk/>
          <pc:sldMk cId="1519058305" sldId="1771"/>
        </pc:sldMkLst>
        <pc:spChg chg="mod">
          <ac:chgData name="Marc Emmanuel EBO (Green Pay)" userId="084c3255-a5bf-450c-be20-6fce5371fa15" providerId="ADAL" clId="{20666CC9-DE7C-43B8-9B06-95C9DA441140}" dt="2024-04-21T21:34:18.144" v="6880" actId="14100"/>
          <ac:spMkLst>
            <pc:docMk/>
            <pc:sldMk cId="1519058305" sldId="1771"/>
            <ac:spMk id="2" creationId="{DECDBC7B-AAB5-8DE3-75CA-4655EB549FDF}"/>
          </ac:spMkLst>
        </pc:spChg>
        <pc:spChg chg="add mod">
          <ac:chgData name="Marc Emmanuel EBO (Green Pay)" userId="084c3255-a5bf-450c-be20-6fce5371fa15" providerId="ADAL" clId="{20666CC9-DE7C-43B8-9B06-95C9DA441140}" dt="2024-04-21T21:44:33.087" v="7366" actId="20577"/>
          <ac:spMkLst>
            <pc:docMk/>
            <pc:sldMk cId="1519058305" sldId="1771"/>
            <ac:spMk id="3" creationId="{C642F281-C505-0449-83DA-194AE61A22DE}"/>
          </ac:spMkLst>
        </pc:spChg>
        <pc:spChg chg="mod">
          <ac:chgData name="Marc Emmanuel EBO (Green Pay)" userId="084c3255-a5bf-450c-be20-6fce5371fa15" providerId="ADAL" clId="{20666CC9-DE7C-43B8-9B06-95C9DA441140}" dt="2024-04-21T21:34:12.511" v="6878" actId="14100"/>
          <ac:spMkLst>
            <pc:docMk/>
            <pc:sldMk cId="1519058305" sldId="1771"/>
            <ac:spMk id="4" creationId="{93FF7646-C9DE-92C0-FBB5-E6864910C63C}"/>
          </ac:spMkLst>
        </pc:spChg>
        <pc:spChg chg="del">
          <ac:chgData name="Marc Emmanuel EBO (Green Pay)" userId="084c3255-a5bf-450c-be20-6fce5371fa15" providerId="ADAL" clId="{20666CC9-DE7C-43B8-9B06-95C9DA441140}" dt="2024-04-21T21:51:20.863" v="7570" actId="478"/>
          <ac:spMkLst>
            <pc:docMk/>
            <pc:sldMk cId="1519058305" sldId="1771"/>
            <ac:spMk id="5" creationId="{942881D8-6CB7-5041-DF05-8359ACC56A94}"/>
          </ac:spMkLst>
        </pc:spChg>
        <pc:spChg chg="add mod">
          <ac:chgData name="Marc Emmanuel EBO (Green Pay)" userId="084c3255-a5bf-450c-be20-6fce5371fa15" providerId="ADAL" clId="{20666CC9-DE7C-43B8-9B06-95C9DA441140}" dt="2024-04-22T07:53:01.906" v="7623" actId="20577"/>
          <ac:spMkLst>
            <pc:docMk/>
            <pc:sldMk cId="1519058305" sldId="1771"/>
            <ac:spMk id="6" creationId="{A703E475-6675-0620-5463-82E39430C633}"/>
          </ac:spMkLst>
        </pc:spChg>
        <pc:spChg chg="del">
          <ac:chgData name="Marc Emmanuel EBO (Green Pay)" userId="084c3255-a5bf-450c-be20-6fce5371fa15" providerId="ADAL" clId="{20666CC9-DE7C-43B8-9B06-95C9DA441140}" dt="2024-04-21T21:31:24.137" v="6831" actId="478"/>
          <ac:spMkLst>
            <pc:docMk/>
            <pc:sldMk cId="1519058305" sldId="1771"/>
            <ac:spMk id="8" creationId="{61346749-7DA1-752F-33A0-9F94E9EBB152}"/>
          </ac:spMkLst>
        </pc:spChg>
        <pc:grpChg chg="del">
          <ac:chgData name="Marc Emmanuel EBO (Green Pay)" userId="084c3255-a5bf-450c-be20-6fce5371fa15" providerId="ADAL" clId="{20666CC9-DE7C-43B8-9B06-95C9DA441140}" dt="2024-04-21T21:31:27.070" v="6832" actId="478"/>
          <ac:grpSpMkLst>
            <pc:docMk/>
            <pc:sldMk cId="1519058305" sldId="1771"/>
            <ac:grpSpMk id="19" creationId="{E5C7D78E-C65E-C8AD-659D-1F09D62EC1E8}"/>
          </ac:grpSpMkLst>
        </pc:grpChg>
      </pc:sldChg>
      <pc:sldChg chg="modSp mod modAnim">
        <pc:chgData name="Marc Emmanuel EBO (Green Pay)" userId="084c3255-a5bf-450c-be20-6fce5371fa15" providerId="ADAL" clId="{20666CC9-DE7C-43B8-9B06-95C9DA441140}" dt="2024-04-21T20:57:17.054" v="6238" actId="20577"/>
        <pc:sldMkLst>
          <pc:docMk/>
          <pc:sldMk cId="2967607813" sldId="1809"/>
        </pc:sldMkLst>
        <pc:spChg chg="mod">
          <ac:chgData name="Marc Emmanuel EBO (Green Pay)" userId="084c3255-a5bf-450c-be20-6fce5371fa15" providerId="ADAL" clId="{20666CC9-DE7C-43B8-9B06-95C9DA441140}" dt="2024-04-21T20:57:17.054" v="6238" actId="20577"/>
          <ac:spMkLst>
            <pc:docMk/>
            <pc:sldMk cId="2967607813" sldId="1809"/>
            <ac:spMk id="28" creationId="{00000000-0000-0000-0000-000000000000}"/>
          </ac:spMkLst>
        </pc:spChg>
        <pc:spChg chg="mod">
          <ac:chgData name="Marc Emmanuel EBO (Green Pay)" userId="084c3255-a5bf-450c-be20-6fce5371fa15" providerId="ADAL" clId="{20666CC9-DE7C-43B8-9B06-95C9DA441140}" dt="2024-04-21T20:56:50.690" v="6229" actId="1076"/>
          <ac:spMkLst>
            <pc:docMk/>
            <pc:sldMk cId="2967607813" sldId="1809"/>
            <ac:spMk id="29" creationId="{00000000-0000-0000-0000-000000000000}"/>
          </ac:spMkLst>
        </pc:spChg>
      </pc:sldChg>
      <pc:sldChg chg="addSp delSp modSp mod">
        <pc:chgData name="Marc Emmanuel EBO (Green Pay)" userId="084c3255-a5bf-450c-be20-6fce5371fa15" providerId="ADAL" clId="{20666CC9-DE7C-43B8-9B06-95C9DA441140}" dt="2024-04-21T20:59:37.734" v="6254" actId="12"/>
        <pc:sldMkLst>
          <pc:docMk/>
          <pc:sldMk cId="3876947031" sldId="1810"/>
        </pc:sldMkLst>
        <pc:spChg chg="mod">
          <ac:chgData name="Marc Emmanuel EBO (Green Pay)" userId="084c3255-a5bf-450c-be20-6fce5371fa15" providerId="ADAL" clId="{20666CC9-DE7C-43B8-9B06-95C9DA441140}" dt="2024-04-21T11:41:13.928" v="2502" actId="20577"/>
          <ac:spMkLst>
            <pc:docMk/>
            <pc:sldMk cId="3876947031" sldId="1810"/>
            <ac:spMk id="2" creationId="{84B04FE1-708E-FB88-772F-C130D420B5E6}"/>
          </ac:spMkLst>
        </pc:spChg>
        <pc:spChg chg="add mod">
          <ac:chgData name="Marc Emmanuel EBO (Green Pay)" userId="084c3255-a5bf-450c-be20-6fce5371fa15" providerId="ADAL" clId="{20666CC9-DE7C-43B8-9B06-95C9DA441140}" dt="2024-04-21T11:43:46.411" v="2522" actId="2085"/>
          <ac:spMkLst>
            <pc:docMk/>
            <pc:sldMk cId="3876947031" sldId="1810"/>
            <ac:spMk id="3" creationId="{2785C6AB-46FF-8DE5-757E-C56F33C72B79}"/>
          </ac:spMkLst>
        </pc:spChg>
        <pc:spChg chg="add mod">
          <ac:chgData name="Marc Emmanuel EBO (Green Pay)" userId="084c3255-a5bf-450c-be20-6fce5371fa15" providerId="ADAL" clId="{20666CC9-DE7C-43B8-9B06-95C9DA441140}" dt="2024-04-21T11:45:23.796" v="2547" actId="20577"/>
          <ac:spMkLst>
            <pc:docMk/>
            <pc:sldMk cId="3876947031" sldId="1810"/>
            <ac:spMk id="4" creationId="{141A24AA-4198-22AF-F702-CF1B72D43E52}"/>
          </ac:spMkLst>
        </pc:spChg>
        <pc:spChg chg="add mod">
          <ac:chgData name="Marc Emmanuel EBO (Green Pay)" userId="084c3255-a5bf-450c-be20-6fce5371fa15" providerId="ADAL" clId="{20666CC9-DE7C-43B8-9B06-95C9DA441140}" dt="2024-04-21T20:59:37.734" v="6254" actId="12"/>
          <ac:spMkLst>
            <pc:docMk/>
            <pc:sldMk cId="3876947031" sldId="1810"/>
            <ac:spMk id="5" creationId="{1BBBD0A5-4020-4183-7DA1-A649F354C3A7}"/>
          </ac:spMkLst>
        </pc:spChg>
        <pc:spChg chg="add del mod">
          <ac:chgData name="Marc Emmanuel EBO (Green Pay)" userId="084c3255-a5bf-450c-be20-6fce5371fa15" providerId="ADAL" clId="{20666CC9-DE7C-43B8-9B06-95C9DA441140}" dt="2024-04-21T09:49:34.638" v="1184" actId="478"/>
          <ac:spMkLst>
            <pc:docMk/>
            <pc:sldMk cId="3876947031" sldId="1810"/>
            <ac:spMk id="6" creationId="{252CDF22-99A8-3483-5F2A-4D914F28B29B}"/>
          </ac:spMkLst>
        </pc:spChg>
        <pc:spChg chg="add mod">
          <ac:chgData name="Marc Emmanuel EBO (Green Pay)" userId="084c3255-a5bf-450c-be20-6fce5371fa15" providerId="ADAL" clId="{20666CC9-DE7C-43B8-9B06-95C9DA441140}" dt="2024-04-21T20:58:55.632" v="6248" actId="20577"/>
          <ac:spMkLst>
            <pc:docMk/>
            <pc:sldMk cId="3876947031" sldId="1810"/>
            <ac:spMk id="7" creationId="{5D4154D2-015D-1215-03AE-C17AAA7A019C}"/>
          </ac:spMkLst>
        </pc:spChg>
        <pc:spChg chg="del mod">
          <ac:chgData name="Marc Emmanuel EBO (Green Pay)" userId="084c3255-a5bf-450c-be20-6fce5371fa15" providerId="ADAL" clId="{20666CC9-DE7C-43B8-9B06-95C9DA441140}" dt="2024-04-21T11:40:45.747" v="2495" actId="478"/>
          <ac:spMkLst>
            <pc:docMk/>
            <pc:sldMk cId="3876947031" sldId="1810"/>
            <ac:spMk id="9" creationId="{A4A9091A-6568-0DEE-3F68-CE395109334F}"/>
          </ac:spMkLst>
        </pc:spChg>
        <pc:spChg chg="add mod">
          <ac:chgData name="Marc Emmanuel EBO (Green Pay)" userId="084c3255-a5bf-450c-be20-6fce5371fa15" providerId="ADAL" clId="{20666CC9-DE7C-43B8-9B06-95C9DA441140}" dt="2024-04-21T11:44:13.817" v="2526" actId="2085"/>
          <ac:spMkLst>
            <pc:docMk/>
            <pc:sldMk cId="3876947031" sldId="1810"/>
            <ac:spMk id="10" creationId="{B871556D-9D4E-2649-1D34-AC269116314B}"/>
          </ac:spMkLst>
        </pc:spChg>
        <pc:spChg chg="add del mod">
          <ac:chgData name="Marc Emmanuel EBO (Green Pay)" userId="084c3255-a5bf-450c-be20-6fce5371fa15" providerId="ADAL" clId="{20666CC9-DE7C-43B8-9B06-95C9DA441140}" dt="2024-04-21T11:34:50.149" v="2477" actId="478"/>
          <ac:spMkLst>
            <pc:docMk/>
            <pc:sldMk cId="3876947031" sldId="1810"/>
            <ac:spMk id="11" creationId="{8A0C89A8-EEB6-F24B-0431-EFAA0DD1AACD}"/>
          </ac:spMkLst>
        </pc:spChg>
        <pc:spChg chg="add mod">
          <ac:chgData name="Marc Emmanuel EBO (Green Pay)" userId="084c3255-a5bf-450c-be20-6fce5371fa15" providerId="ADAL" clId="{20666CC9-DE7C-43B8-9B06-95C9DA441140}" dt="2024-04-21T18:30:07.290" v="4707" actId="113"/>
          <ac:spMkLst>
            <pc:docMk/>
            <pc:sldMk cId="3876947031" sldId="1810"/>
            <ac:spMk id="12" creationId="{C14601D9-5B4F-3808-51D6-9B4BFDAEC21E}"/>
          </ac:spMkLst>
        </pc:spChg>
        <pc:spChg chg="add mod">
          <ac:chgData name="Marc Emmanuel EBO (Green Pay)" userId="084c3255-a5bf-450c-be20-6fce5371fa15" providerId="ADAL" clId="{20666CC9-DE7C-43B8-9B06-95C9DA441140}" dt="2024-04-21T11:45:47.429" v="2551" actId="14100"/>
          <ac:spMkLst>
            <pc:docMk/>
            <pc:sldMk cId="3876947031" sldId="1810"/>
            <ac:spMk id="13" creationId="{F103F940-E164-C03E-0938-1FA1CC22B7A2}"/>
          </ac:spMkLst>
        </pc:spChg>
        <pc:spChg chg="add mod">
          <ac:chgData name="Marc Emmanuel EBO (Green Pay)" userId="084c3255-a5bf-450c-be20-6fce5371fa15" providerId="ADAL" clId="{20666CC9-DE7C-43B8-9B06-95C9DA441140}" dt="2024-04-21T11:36:27.777" v="2493" actId="14100"/>
          <ac:spMkLst>
            <pc:docMk/>
            <pc:sldMk cId="3876947031" sldId="1810"/>
            <ac:spMk id="14" creationId="{C7C97CAD-256E-4368-796B-D57BDB5D6903}"/>
          </ac:spMkLst>
        </pc:spChg>
        <pc:spChg chg="add mod">
          <ac:chgData name="Marc Emmanuel EBO (Green Pay)" userId="084c3255-a5bf-450c-be20-6fce5371fa15" providerId="ADAL" clId="{20666CC9-DE7C-43B8-9B06-95C9DA441140}" dt="2024-04-21T11:45:36.396" v="2549" actId="14100"/>
          <ac:spMkLst>
            <pc:docMk/>
            <pc:sldMk cId="3876947031" sldId="1810"/>
            <ac:spMk id="15" creationId="{6775A5FE-6028-42FE-C096-48A063219F9C}"/>
          </ac:spMkLst>
        </pc:spChg>
        <pc:spChg chg="del">
          <ac:chgData name="Marc Emmanuel EBO (Green Pay)" userId="084c3255-a5bf-450c-be20-6fce5371fa15" providerId="ADAL" clId="{20666CC9-DE7C-43B8-9B06-95C9DA441140}" dt="2024-04-21T09:26:54.984" v="747" actId="478"/>
          <ac:spMkLst>
            <pc:docMk/>
            <pc:sldMk cId="3876947031" sldId="1810"/>
            <ac:spMk id="16" creationId="{D1E6E9C5-B6C6-1144-2A85-CFADD55FA463}"/>
          </ac:spMkLst>
        </pc:spChg>
        <pc:spChg chg="del">
          <ac:chgData name="Marc Emmanuel EBO (Green Pay)" userId="084c3255-a5bf-450c-be20-6fce5371fa15" providerId="ADAL" clId="{20666CC9-DE7C-43B8-9B06-95C9DA441140}" dt="2024-04-21T09:26:47.587" v="745" actId="478"/>
          <ac:spMkLst>
            <pc:docMk/>
            <pc:sldMk cId="3876947031" sldId="1810"/>
            <ac:spMk id="18" creationId="{B08435C3-B00E-A840-7D2B-5F407EBCF319}"/>
          </ac:spMkLst>
        </pc:spChg>
        <pc:spChg chg="del mod">
          <ac:chgData name="Marc Emmanuel EBO (Green Pay)" userId="084c3255-a5bf-450c-be20-6fce5371fa15" providerId="ADAL" clId="{20666CC9-DE7C-43B8-9B06-95C9DA441140}" dt="2024-04-21T09:27:06.472" v="751" actId="478"/>
          <ac:spMkLst>
            <pc:docMk/>
            <pc:sldMk cId="3876947031" sldId="1810"/>
            <ac:spMk id="20" creationId="{75A48F57-ED60-54C4-754B-7CAFE4C8C42D}"/>
          </ac:spMkLst>
        </pc:spChg>
        <pc:spChg chg="del">
          <ac:chgData name="Marc Emmanuel EBO (Green Pay)" userId="084c3255-a5bf-450c-be20-6fce5371fa15" providerId="ADAL" clId="{20666CC9-DE7C-43B8-9B06-95C9DA441140}" dt="2024-04-21T09:26:51.316" v="746" actId="478"/>
          <ac:spMkLst>
            <pc:docMk/>
            <pc:sldMk cId="3876947031" sldId="1810"/>
            <ac:spMk id="22" creationId="{9CA08E69-F3D0-C060-7607-D5389B2A7A1E}"/>
          </ac:spMkLst>
        </pc:spChg>
      </pc:sldChg>
      <pc:sldChg chg="addSp delSp modSp mod">
        <pc:chgData name="Marc Emmanuel EBO (Green Pay)" userId="084c3255-a5bf-450c-be20-6fce5371fa15" providerId="ADAL" clId="{20666CC9-DE7C-43B8-9B06-95C9DA441140}" dt="2024-04-21T12:30:57.270" v="2587" actId="20577"/>
        <pc:sldMkLst>
          <pc:docMk/>
          <pc:sldMk cId="1488755956" sldId="1818"/>
        </pc:sldMkLst>
        <pc:spChg chg="add mod">
          <ac:chgData name="Marc Emmanuel EBO (Green Pay)" userId="084c3255-a5bf-450c-be20-6fce5371fa15" providerId="ADAL" clId="{20666CC9-DE7C-43B8-9B06-95C9DA441140}" dt="2024-04-21T08:27:46.002" v="493" actId="14100"/>
          <ac:spMkLst>
            <pc:docMk/>
            <pc:sldMk cId="1488755956" sldId="1818"/>
            <ac:spMk id="6" creationId="{7DEBE7D6-5C15-8711-6D6F-9186DC146480}"/>
          </ac:spMkLst>
        </pc:spChg>
        <pc:spChg chg="mod">
          <ac:chgData name="Marc Emmanuel EBO (Green Pay)" userId="084c3255-a5bf-450c-be20-6fce5371fa15" providerId="ADAL" clId="{20666CC9-DE7C-43B8-9B06-95C9DA441140}" dt="2024-04-21T08:09:28.072" v="276" actId="1076"/>
          <ac:spMkLst>
            <pc:docMk/>
            <pc:sldMk cId="1488755956" sldId="1818"/>
            <ac:spMk id="13" creationId="{1FD185D7-959A-1E70-A77B-B6AEBC37D742}"/>
          </ac:spMkLst>
        </pc:spChg>
        <pc:spChg chg="mod">
          <ac:chgData name="Marc Emmanuel EBO (Green Pay)" userId="084c3255-a5bf-450c-be20-6fce5371fa15" providerId="ADAL" clId="{20666CC9-DE7C-43B8-9B06-95C9DA441140}" dt="2024-04-21T08:14:14.379" v="284" actId="20577"/>
          <ac:spMkLst>
            <pc:docMk/>
            <pc:sldMk cId="1488755956" sldId="1818"/>
            <ac:spMk id="14" creationId="{B92CB0CC-CEFF-1D7B-9E8F-82B26CBCE8BA}"/>
          </ac:spMkLst>
        </pc:spChg>
        <pc:spChg chg="mod">
          <ac:chgData name="Marc Emmanuel EBO (Green Pay)" userId="084c3255-a5bf-450c-be20-6fce5371fa15" providerId="ADAL" clId="{20666CC9-DE7C-43B8-9B06-95C9DA441140}" dt="2024-04-21T12:30:57.270" v="2587" actId="20577"/>
          <ac:spMkLst>
            <pc:docMk/>
            <pc:sldMk cId="1488755956" sldId="1818"/>
            <ac:spMk id="24" creationId="{ABD48551-C98C-FCE3-001C-6E831D4D3921}"/>
          </ac:spMkLst>
        </pc:spChg>
        <pc:picChg chg="add mod">
          <ac:chgData name="Marc Emmanuel EBO (Green Pay)" userId="084c3255-a5bf-450c-be20-6fce5371fa15" providerId="ADAL" clId="{20666CC9-DE7C-43B8-9B06-95C9DA441140}" dt="2024-04-21T08:28:04.567" v="496" actId="14100"/>
          <ac:picMkLst>
            <pc:docMk/>
            <pc:sldMk cId="1488755956" sldId="1818"/>
            <ac:picMk id="10" creationId="{D8D37288-C780-3A3D-56B1-04CF6A64DAB3}"/>
          </ac:picMkLst>
        </pc:picChg>
        <pc:picChg chg="del">
          <ac:chgData name="Marc Emmanuel EBO (Green Pay)" userId="084c3255-a5bf-450c-be20-6fce5371fa15" providerId="ADAL" clId="{20666CC9-DE7C-43B8-9B06-95C9DA441140}" dt="2024-04-21T08:06:36.389" v="194" actId="478"/>
          <ac:picMkLst>
            <pc:docMk/>
            <pc:sldMk cId="1488755956" sldId="1818"/>
            <ac:picMk id="21" creationId="{74DF9F1E-FE9A-C041-5622-7450723BDC64}"/>
          </ac:picMkLst>
        </pc:picChg>
      </pc:sldChg>
      <pc:sldChg chg="addSp delSp modSp del mod delAnim">
        <pc:chgData name="Marc Emmanuel EBO (Green Pay)" userId="084c3255-a5bf-450c-be20-6fce5371fa15" providerId="ADAL" clId="{20666CC9-DE7C-43B8-9B06-95C9DA441140}" dt="2024-04-21T11:37:56.522" v="2494" actId="2696"/>
        <pc:sldMkLst>
          <pc:docMk/>
          <pc:sldMk cId="3667038299" sldId="1819"/>
        </pc:sldMkLst>
        <pc:spChg chg="add mod">
          <ac:chgData name="Marc Emmanuel EBO (Green Pay)" userId="084c3255-a5bf-450c-be20-6fce5371fa15" providerId="ADAL" clId="{20666CC9-DE7C-43B8-9B06-95C9DA441140}" dt="2024-04-18T20:19:00.201" v="146" actId="14100"/>
          <ac:spMkLst>
            <pc:docMk/>
            <pc:sldMk cId="3667038299" sldId="1819"/>
            <ac:spMk id="3" creationId="{F8622E96-5A33-FC37-2F27-22D6575B9C66}"/>
          </ac:spMkLst>
        </pc:spChg>
        <pc:spChg chg="del">
          <ac:chgData name="Marc Emmanuel EBO (Green Pay)" userId="084c3255-a5bf-450c-be20-6fce5371fa15" providerId="ADAL" clId="{20666CC9-DE7C-43B8-9B06-95C9DA441140}" dt="2024-04-18T20:13:24.249" v="92" actId="478"/>
          <ac:spMkLst>
            <pc:docMk/>
            <pc:sldMk cId="3667038299" sldId="1819"/>
            <ac:spMk id="4" creationId="{59FB2F0A-F861-6BBF-3D35-2E575F668D67}"/>
          </ac:spMkLst>
        </pc:spChg>
        <pc:spChg chg="mod">
          <ac:chgData name="Marc Emmanuel EBO (Green Pay)" userId="084c3255-a5bf-450c-be20-6fce5371fa15" providerId="ADAL" clId="{20666CC9-DE7C-43B8-9B06-95C9DA441140}" dt="2024-04-18T20:16:35.721" v="130" actId="1076"/>
          <ac:spMkLst>
            <pc:docMk/>
            <pc:sldMk cId="3667038299" sldId="1819"/>
            <ac:spMk id="6" creationId="{A6EF3176-4C7B-8A7E-57A7-1780DEE188F5}"/>
          </ac:spMkLst>
        </pc:spChg>
        <pc:spChg chg="mod">
          <ac:chgData name="Marc Emmanuel EBO (Green Pay)" userId="084c3255-a5bf-450c-be20-6fce5371fa15" providerId="ADAL" clId="{20666CC9-DE7C-43B8-9B06-95C9DA441140}" dt="2024-04-18T20:16:39.755" v="131" actId="1076"/>
          <ac:spMkLst>
            <pc:docMk/>
            <pc:sldMk cId="3667038299" sldId="1819"/>
            <ac:spMk id="7" creationId="{ED64FA9D-68D1-D31A-DB8E-1BBF3203E359}"/>
          </ac:spMkLst>
        </pc:spChg>
        <pc:spChg chg="add mod">
          <ac:chgData name="Marc Emmanuel EBO (Green Pay)" userId="084c3255-a5bf-450c-be20-6fce5371fa15" providerId="ADAL" clId="{20666CC9-DE7C-43B8-9B06-95C9DA441140}" dt="2024-04-18T20:39:48.607" v="157" actId="14100"/>
          <ac:spMkLst>
            <pc:docMk/>
            <pc:sldMk cId="3667038299" sldId="1819"/>
            <ac:spMk id="8" creationId="{0A2BDE42-C4E5-9802-7DAA-21810CBDE8E3}"/>
          </ac:spMkLst>
        </pc:spChg>
        <pc:spChg chg="mod">
          <ac:chgData name="Marc Emmanuel EBO (Green Pay)" userId="084c3255-a5bf-450c-be20-6fce5371fa15" providerId="ADAL" clId="{20666CC9-DE7C-43B8-9B06-95C9DA441140}" dt="2024-04-18T20:12:58.426" v="91" actId="20577"/>
          <ac:spMkLst>
            <pc:docMk/>
            <pc:sldMk cId="3667038299" sldId="1819"/>
            <ac:spMk id="17" creationId="{61CC0604-577E-48E1-33DC-233F4F6FF475}"/>
          </ac:spMkLst>
        </pc:spChg>
        <pc:spChg chg="mod">
          <ac:chgData name="Marc Emmanuel EBO (Green Pay)" userId="084c3255-a5bf-450c-be20-6fce5371fa15" providerId="ADAL" clId="{20666CC9-DE7C-43B8-9B06-95C9DA441140}" dt="2024-04-18T20:19:23.015" v="148" actId="14100"/>
          <ac:spMkLst>
            <pc:docMk/>
            <pc:sldMk cId="3667038299" sldId="1819"/>
            <ac:spMk id="18" creationId="{9B78F06A-432C-5509-2963-47D57C3CBC59}"/>
          </ac:spMkLst>
        </pc:spChg>
        <pc:spChg chg="mod">
          <ac:chgData name="Marc Emmanuel EBO (Green Pay)" userId="084c3255-a5bf-450c-be20-6fce5371fa15" providerId="ADAL" clId="{20666CC9-DE7C-43B8-9B06-95C9DA441140}" dt="2024-04-18T20:39:21.021" v="154" actId="14100"/>
          <ac:spMkLst>
            <pc:docMk/>
            <pc:sldMk cId="3667038299" sldId="1819"/>
            <ac:spMk id="19" creationId="{DCB6177C-5956-75E2-3A84-2673A343CAAC}"/>
          </ac:spMkLst>
        </pc:spChg>
        <pc:spChg chg="del">
          <ac:chgData name="Marc Emmanuel EBO (Green Pay)" userId="084c3255-a5bf-450c-be20-6fce5371fa15" providerId="ADAL" clId="{20666CC9-DE7C-43B8-9B06-95C9DA441140}" dt="2024-04-18T20:13:32.115" v="93" actId="478"/>
          <ac:spMkLst>
            <pc:docMk/>
            <pc:sldMk cId="3667038299" sldId="1819"/>
            <ac:spMk id="20" creationId="{DDB465AD-6514-61ED-34FA-177083593124}"/>
          </ac:spMkLst>
        </pc:spChg>
        <pc:spChg chg="del">
          <ac:chgData name="Marc Emmanuel EBO (Green Pay)" userId="084c3255-a5bf-450c-be20-6fce5371fa15" providerId="ADAL" clId="{20666CC9-DE7C-43B8-9B06-95C9DA441140}" dt="2024-04-18T20:10:45.812" v="1" actId="478"/>
          <ac:spMkLst>
            <pc:docMk/>
            <pc:sldMk cId="3667038299" sldId="1819"/>
            <ac:spMk id="23" creationId="{C0BB699A-F3E7-65AA-99E2-F0FB526AFC36}"/>
          </ac:spMkLst>
        </pc:spChg>
        <pc:spChg chg="del">
          <ac:chgData name="Marc Emmanuel EBO (Green Pay)" userId="084c3255-a5bf-450c-be20-6fce5371fa15" providerId="ADAL" clId="{20666CC9-DE7C-43B8-9B06-95C9DA441140}" dt="2024-04-18T20:18:42.063" v="145" actId="478"/>
          <ac:spMkLst>
            <pc:docMk/>
            <pc:sldMk cId="3667038299" sldId="1819"/>
            <ac:spMk id="57" creationId="{00000000-0000-0000-0000-000000000000}"/>
          </ac:spMkLst>
        </pc:spChg>
        <pc:graphicFrameChg chg="add del mod modGraphic">
          <ac:chgData name="Marc Emmanuel EBO (Green Pay)" userId="084c3255-a5bf-450c-be20-6fce5371fa15" providerId="ADAL" clId="{20666CC9-DE7C-43B8-9B06-95C9DA441140}" dt="2024-04-18T20:37:37.163" v="151" actId="478"/>
          <ac:graphicFrameMkLst>
            <pc:docMk/>
            <pc:sldMk cId="3667038299" sldId="1819"/>
            <ac:graphicFrameMk id="5" creationId="{69F349DC-5498-F6CD-5F31-E9A3C77127C1}"/>
          </ac:graphicFrameMkLst>
        </pc:graphicFrameChg>
        <pc:cxnChg chg="mod">
          <ac:chgData name="Marc Emmanuel EBO (Green Pay)" userId="084c3255-a5bf-450c-be20-6fce5371fa15" providerId="ADAL" clId="{20666CC9-DE7C-43B8-9B06-95C9DA441140}" dt="2024-04-18T20:18:42.063" v="145" actId="478"/>
          <ac:cxnSpMkLst>
            <pc:docMk/>
            <pc:sldMk cId="3667038299" sldId="1819"/>
            <ac:cxnSpMk id="27" creationId="{00000000-0000-0000-0000-000000000000}"/>
          </ac:cxnSpMkLst>
        </pc:cxnChg>
      </pc:sldChg>
      <pc:sldChg chg="delSp add mod">
        <pc:chgData name="Marc Emmanuel EBO (Green Pay)" userId="084c3255-a5bf-450c-be20-6fce5371fa15" providerId="ADAL" clId="{20666CC9-DE7C-43B8-9B06-95C9DA441140}" dt="2024-04-21T21:24:14.911" v="6733" actId="478"/>
        <pc:sldMkLst>
          <pc:docMk/>
          <pc:sldMk cId="3645552177" sldId="1820"/>
        </pc:sldMkLst>
        <pc:spChg chg="del">
          <ac:chgData name="Marc Emmanuel EBO (Green Pay)" userId="084c3255-a5bf-450c-be20-6fce5371fa15" providerId="ADAL" clId="{20666CC9-DE7C-43B8-9B06-95C9DA441140}" dt="2024-04-21T21:24:14.911" v="6733" actId="478"/>
          <ac:spMkLst>
            <pc:docMk/>
            <pc:sldMk cId="3645552177" sldId="1820"/>
            <ac:spMk id="23" creationId="{C0BB699A-F3E7-65AA-99E2-F0FB526AFC36}"/>
          </ac:spMkLst>
        </pc:spChg>
      </pc:sldChg>
      <pc:sldChg chg="addSp delSp modSp add mod">
        <pc:chgData name="Marc Emmanuel EBO (Green Pay)" userId="084c3255-a5bf-450c-be20-6fce5371fa15" providerId="ADAL" clId="{20666CC9-DE7C-43B8-9B06-95C9DA441140}" dt="2024-04-21T21:00:46.710" v="6262" actId="14100"/>
        <pc:sldMkLst>
          <pc:docMk/>
          <pc:sldMk cId="3495974023" sldId="1821"/>
        </pc:sldMkLst>
        <pc:spChg chg="mod">
          <ac:chgData name="Marc Emmanuel EBO (Green Pay)" userId="084c3255-a5bf-450c-be20-6fce5371fa15" providerId="ADAL" clId="{20666CC9-DE7C-43B8-9B06-95C9DA441140}" dt="2024-04-21T18:26:52.378" v="4700" actId="255"/>
          <ac:spMkLst>
            <pc:docMk/>
            <pc:sldMk cId="3495974023" sldId="1821"/>
            <ac:spMk id="2" creationId="{84B04FE1-708E-FB88-772F-C130D420B5E6}"/>
          </ac:spMkLst>
        </pc:spChg>
        <pc:spChg chg="add mod">
          <ac:chgData name="Marc Emmanuel EBO (Green Pay)" userId="084c3255-a5bf-450c-be20-6fce5371fa15" providerId="ADAL" clId="{20666CC9-DE7C-43B8-9B06-95C9DA441140}" dt="2024-04-21T12:28:47.078" v="2581" actId="2085"/>
          <ac:spMkLst>
            <pc:docMk/>
            <pc:sldMk cId="3495974023" sldId="1821"/>
            <ac:spMk id="3" creationId="{2390CA96-22EC-F35A-CAFD-BB15EFCEAB72}"/>
          </ac:spMkLst>
        </pc:spChg>
        <pc:spChg chg="add mod">
          <ac:chgData name="Marc Emmanuel EBO (Green Pay)" userId="084c3255-a5bf-450c-be20-6fce5371fa15" providerId="ADAL" clId="{20666CC9-DE7C-43B8-9B06-95C9DA441140}" dt="2024-04-21T12:27:57.064" v="2576" actId="1076"/>
          <ac:spMkLst>
            <pc:docMk/>
            <pc:sldMk cId="3495974023" sldId="1821"/>
            <ac:spMk id="4" creationId="{BE46960E-0251-FC79-F207-AAABA1F6DDC8}"/>
          </ac:spMkLst>
        </pc:spChg>
        <pc:spChg chg="add mod">
          <ac:chgData name="Marc Emmanuel EBO (Green Pay)" userId="084c3255-a5bf-450c-be20-6fce5371fa15" providerId="ADAL" clId="{20666CC9-DE7C-43B8-9B06-95C9DA441140}" dt="2024-04-21T12:28:57.527" v="2583" actId="2085"/>
          <ac:spMkLst>
            <pc:docMk/>
            <pc:sldMk cId="3495974023" sldId="1821"/>
            <ac:spMk id="5" creationId="{410E737E-6805-A78F-4119-E6293435F71D}"/>
          </ac:spMkLst>
        </pc:spChg>
        <pc:spChg chg="add del mod">
          <ac:chgData name="Marc Emmanuel EBO (Green Pay)" userId="084c3255-a5bf-450c-be20-6fce5371fa15" providerId="ADAL" clId="{20666CC9-DE7C-43B8-9B06-95C9DA441140}" dt="2024-04-21T11:09:03.392" v="2182" actId="478"/>
          <ac:spMkLst>
            <pc:docMk/>
            <pc:sldMk cId="3495974023" sldId="1821"/>
            <ac:spMk id="6" creationId="{D4D7F75A-CF1F-8C3C-6D20-78A626ADE8E7}"/>
          </ac:spMkLst>
        </pc:spChg>
        <pc:spChg chg="add mod">
          <ac:chgData name="Marc Emmanuel EBO (Green Pay)" userId="084c3255-a5bf-450c-be20-6fce5371fa15" providerId="ADAL" clId="{20666CC9-DE7C-43B8-9B06-95C9DA441140}" dt="2024-04-21T21:00:46.710" v="6262" actId="14100"/>
          <ac:spMkLst>
            <pc:docMk/>
            <pc:sldMk cId="3495974023" sldId="1821"/>
            <ac:spMk id="7" creationId="{B8BBC44E-A18D-DB92-F5A0-8AEC26C11C72}"/>
          </ac:spMkLst>
        </pc:spChg>
        <pc:spChg chg="del">
          <ac:chgData name="Marc Emmanuel EBO (Green Pay)" userId="084c3255-a5bf-450c-be20-6fce5371fa15" providerId="ADAL" clId="{20666CC9-DE7C-43B8-9B06-95C9DA441140}" dt="2024-04-21T09:55:36.384" v="1524" actId="478"/>
          <ac:spMkLst>
            <pc:docMk/>
            <pc:sldMk cId="3495974023" sldId="1821"/>
            <ac:spMk id="9" creationId="{A4A9091A-6568-0DEE-3F68-CE395109334F}"/>
          </ac:spMkLst>
        </pc:spChg>
        <pc:spChg chg="add mod">
          <ac:chgData name="Marc Emmanuel EBO (Green Pay)" userId="084c3255-a5bf-450c-be20-6fce5371fa15" providerId="ADAL" clId="{20666CC9-DE7C-43B8-9B06-95C9DA441140}" dt="2024-04-21T18:27:14.798" v="4703" actId="14100"/>
          <ac:spMkLst>
            <pc:docMk/>
            <pc:sldMk cId="3495974023" sldId="1821"/>
            <ac:spMk id="10" creationId="{5C0FAB24-5E83-C525-3A14-F7315F8AE3E5}"/>
          </ac:spMkLst>
        </pc:spChg>
        <pc:spChg chg="add mod">
          <ac:chgData name="Marc Emmanuel EBO (Green Pay)" userId="084c3255-a5bf-450c-be20-6fce5371fa15" providerId="ADAL" clId="{20666CC9-DE7C-43B8-9B06-95C9DA441140}" dt="2024-04-21T12:28:04.999" v="2578" actId="1076"/>
          <ac:spMkLst>
            <pc:docMk/>
            <pc:sldMk cId="3495974023" sldId="1821"/>
            <ac:spMk id="11" creationId="{9945B744-CFD1-1455-CFCE-9C2DCA2E7B14}"/>
          </ac:spMkLst>
        </pc:spChg>
        <pc:spChg chg="del">
          <ac:chgData name="Marc Emmanuel EBO (Green Pay)" userId="084c3255-a5bf-450c-be20-6fce5371fa15" providerId="ADAL" clId="{20666CC9-DE7C-43B8-9B06-95C9DA441140}" dt="2024-04-21T10:44:48.013" v="1645" actId="478"/>
          <ac:spMkLst>
            <pc:docMk/>
            <pc:sldMk cId="3495974023" sldId="1821"/>
            <ac:spMk id="16" creationId="{D1E6E9C5-B6C6-1144-2A85-CFADD55FA463}"/>
          </ac:spMkLst>
        </pc:spChg>
        <pc:spChg chg="del">
          <ac:chgData name="Marc Emmanuel EBO (Green Pay)" userId="084c3255-a5bf-450c-be20-6fce5371fa15" providerId="ADAL" clId="{20666CC9-DE7C-43B8-9B06-95C9DA441140}" dt="2024-04-21T10:44:44.996" v="1644" actId="478"/>
          <ac:spMkLst>
            <pc:docMk/>
            <pc:sldMk cId="3495974023" sldId="1821"/>
            <ac:spMk id="18" creationId="{B08435C3-B00E-A840-7D2B-5F407EBCF319}"/>
          </ac:spMkLst>
        </pc:spChg>
        <pc:spChg chg="del">
          <ac:chgData name="Marc Emmanuel EBO (Green Pay)" userId="084c3255-a5bf-450c-be20-6fce5371fa15" providerId="ADAL" clId="{20666CC9-DE7C-43B8-9B06-95C9DA441140}" dt="2024-04-21T10:44:55.687" v="1647" actId="478"/>
          <ac:spMkLst>
            <pc:docMk/>
            <pc:sldMk cId="3495974023" sldId="1821"/>
            <ac:spMk id="20" creationId="{75A48F57-ED60-54C4-754B-7CAFE4C8C42D}"/>
          </ac:spMkLst>
        </pc:spChg>
        <pc:spChg chg="del">
          <ac:chgData name="Marc Emmanuel EBO (Green Pay)" userId="084c3255-a5bf-450c-be20-6fce5371fa15" providerId="ADAL" clId="{20666CC9-DE7C-43B8-9B06-95C9DA441140}" dt="2024-04-21T10:44:52.131" v="1646" actId="478"/>
          <ac:spMkLst>
            <pc:docMk/>
            <pc:sldMk cId="3495974023" sldId="1821"/>
            <ac:spMk id="22" creationId="{9CA08E69-F3D0-C060-7607-D5389B2A7A1E}"/>
          </ac:spMkLst>
        </pc:spChg>
      </pc:sldChg>
      <pc:sldChg chg="delSp modSp add mod">
        <pc:chgData name="Marc Emmanuel EBO (Green Pay)" userId="084c3255-a5bf-450c-be20-6fce5371fa15" providerId="ADAL" clId="{20666CC9-DE7C-43B8-9B06-95C9DA441140}" dt="2024-04-21T21:04:16.868" v="6278" actId="33524"/>
        <pc:sldMkLst>
          <pc:docMk/>
          <pc:sldMk cId="1082188604" sldId="1822"/>
        </pc:sldMkLst>
        <pc:spChg chg="mod">
          <ac:chgData name="Marc Emmanuel EBO (Green Pay)" userId="084c3255-a5bf-450c-be20-6fce5371fa15" providerId="ADAL" clId="{20666CC9-DE7C-43B8-9B06-95C9DA441140}" dt="2024-04-21T21:04:16.868" v="6278" actId="33524"/>
          <ac:spMkLst>
            <pc:docMk/>
            <pc:sldMk cId="1082188604" sldId="1822"/>
            <ac:spMk id="2" creationId="{84B04FE1-708E-FB88-772F-C130D420B5E6}"/>
          </ac:spMkLst>
        </pc:spChg>
        <pc:spChg chg="del">
          <ac:chgData name="Marc Emmanuel EBO (Green Pay)" userId="084c3255-a5bf-450c-be20-6fce5371fa15" providerId="ADAL" clId="{20666CC9-DE7C-43B8-9B06-95C9DA441140}" dt="2024-04-21T12:34:48.591" v="2588" actId="478"/>
          <ac:spMkLst>
            <pc:docMk/>
            <pc:sldMk cId="1082188604" sldId="1822"/>
            <ac:spMk id="9" creationId="{A4A9091A-6568-0DEE-3F68-CE395109334F}"/>
          </ac:spMkLst>
        </pc:spChg>
        <pc:spChg chg="del mod">
          <ac:chgData name="Marc Emmanuel EBO (Green Pay)" userId="084c3255-a5bf-450c-be20-6fce5371fa15" providerId="ADAL" clId="{20666CC9-DE7C-43B8-9B06-95C9DA441140}" dt="2024-04-21T17:53:13.587" v="4210" actId="478"/>
          <ac:spMkLst>
            <pc:docMk/>
            <pc:sldMk cId="1082188604" sldId="1822"/>
            <ac:spMk id="16" creationId="{D1E6E9C5-B6C6-1144-2A85-CFADD55FA463}"/>
          </ac:spMkLst>
        </pc:spChg>
        <pc:spChg chg="del mod">
          <ac:chgData name="Marc Emmanuel EBO (Green Pay)" userId="084c3255-a5bf-450c-be20-6fce5371fa15" providerId="ADAL" clId="{20666CC9-DE7C-43B8-9B06-95C9DA441140}" dt="2024-04-21T17:53:08.611" v="4209" actId="478"/>
          <ac:spMkLst>
            <pc:docMk/>
            <pc:sldMk cId="1082188604" sldId="1822"/>
            <ac:spMk id="18" creationId="{B08435C3-B00E-A840-7D2B-5F407EBCF319}"/>
          </ac:spMkLst>
        </pc:spChg>
        <pc:spChg chg="del">
          <ac:chgData name="Marc Emmanuel EBO (Green Pay)" userId="084c3255-a5bf-450c-be20-6fce5371fa15" providerId="ADAL" clId="{20666CC9-DE7C-43B8-9B06-95C9DA441140}" dt="2024-04-21T13:12:56.209" v="3195" actId="478"/>
          <ac:spMkLst>
            <pc:docMk/>
            <pc:sldMk cId="1082188604" sldId="1822"/>
            <ac:spMk id="20" creationId="{75A48F57-ED60-54C4-754B-7CAFE4C8C42D}"/>
          </ac:spMkLst>
        </pc:spChg>
        <pc:spChg chg="del">
          <ac:chgData name="Marc Emmanuel EBO (Green Pay)" userId="084c3255-a5bf-450c-be20-6fce5371fa15" providerId="ADAL" clId="{20666CC9-DE7C-43B8-9B06-95C9DA441140}" dt="2024-04-21T13:12:50.910" v="3194" actId="478"/>
          <ac:spMkLst>
            <pc:docMk/>
            <pc:sldMk cId="1082188604" sldId="1822"/>
            <ac:spMk id="22" creationId="{9CA08E69-F3D0-C060-7607-D5389B2A7A1E}"/>
          </ac:spMkLst>
        </pc:spChg>
      </pc:sldChg>
      <pc:sldChg chg="addSp delSp modSp add mod">
        <pc:chgData name="Marc Emmanuel EBO (Green Pay)" userId="084c3255-a5bf-450c-be20-6fce5371fa15" providerId="ADAL" clId="{20666CC9-DE7C-43B8-9B06-95C9DA441140}" dt="2024-04-21T21:29:59.750" v="6828" actId="20577"/>
        <pc:sldMkLst>
          <pc:docMk/>
          <pc:sldMk cId="1710595251" sldId="1823"/>
        </pc:sldMkLst>
        <pc:spChg chg="del">
          <ac:chgData name="Marc Emmanuel EBO (Green Pay)" userId="084c3255-a5bf-450c-be20-6fce5371fa15" providerId="ADAL" clId="{20666CC9-DE7C-43B8-9B06-95C9DA441140}" dt="2024-04-21T18:30:49.886" v="4708" actId="478"/>
          <ac:spMkLst>
            <pc:docMk/>
            <pc:sldMk cId="1710595251" sldId="1823"/>
            <ac:spMk id="2" creationId="{84B04FE1-708E-FB88-772F-C130D420B5E6}"/>
          </ac:spMkLst>
        </pc:spChg>
        <pc:spChg chg="add del">
          <ac:chgData name="Marc Emmanuel EBO (Green Pay)" userId="084c3255-a5bf-450c-be20-6fce5371fa15" providerId="ADAL" clId="{20666CC9-DE7C-43B8-9B06-95C9DA441140}" dt="2024-04-21T17:52:07.297" v="4201" actId="478"/>
          <ac:spMkLst>
            <pc:docMk/>
            <pc:sldMk cId="1710595251" sldId="1823"/>
            <ac:spMk id="4" creationId="{C9FB8ABB-F939-B88B-F1FD-7ED89EA612D7}"/>
          </ac:spMkLst>
        </pc:spChg>
        <pc:spChg chg="add mod">
          <ac:chgData name="Marc Emmanuel EBO (Green Pay)" userId="084c3255-a5bf-450c-be20-6fce5371fa15" providerId="ADAL" clId="{20666CC9-DE7C-43B8-9B06-95C9DA441140}" dt="2024-04-21T18:44:15.687" v="4966" actId="20577"/>
          <ac:spMkLst>
            <pc:docMk/>
            <pc:sldMk cId="1710595251" sldId="1823"/>
            <ac:spMk id="5" creationId="{42E90B05-5455-3C25-7688-4665B56C6295}"/>
          </ac:spMkLst>
        </pc:spChg>
        <pc:spChg chg="add mod">
          <ac:chgData name="Marc Emmanuel EBO (Green Pay)" userId="084c3255-a5bf-450c-be20-6fce5371fa15" providerId="ADAL" clId="{20666CC9-DE7C-43B8-9B06-95C9DA441140}" dt="2024-04-21T19:14:25.217" v="5429" actId="20577"/>
          <ac:spMkLst>
            <pc:docMk/>
            <pc:sldMk cId="1710595251" sldId="1823"/>
            <ac:spMk id="6" creationId="{C5103759-915D-78A1-922D-41BDED482529}"/>
          </ac:spMkLst>
        </pc:spChg>
        <pc:spChg chg="add mod">
          <ac:chgData name="Marc Emmanuel EBO (Green Pay)" userId="084c3255-a5bf-450c-be20-6fce5371fa15" providerId="ADAL" clId="{20666CC9-DE7C-43B8-9B06-95C9DA441140}" dt="2024-04-21T19:02:13.788" v="5407" actId="1076"/>
          <ac:spMkLst>
            <pc:docMk/>
            <pc:sldMk cId="1710595251" sldId="1823"/>
            <ac:spMk id="7" creationId="{29F0D989-A2BD-FBE6-0962-84EAA7BF3251}"/>
          </ac:spMkLst>
        </pc:spChg>
        <pc:spChg chg="add mod">
          <ac:chgData name="Marc Emmanuel EBO (Green Pay)" userId="084c3255-a5bf-450c-be20-6fce5371fa15" providerId="ADAL" clId="{20666CC9-DE7C-43B8-9B06-95C9DA441140}" dt="2024-04-21T19:02:20.442" v="5408" actId="1076"/>
          <ac:spMkLst>
            <pc:docMk/>
            <pc:sldMk cId="1710595251" sldId="1823"/>
            <ac:spMk id="9" creationId="{9D0B7F7B-6C77-DF45-D039-2992E99926B5}"/>
          </ac:spMkLst>
        </pc:spChg>
        <pc:spChg chg="add mod">
          <ac:chgData name="Marc Emmanuel EBO (Green Pay)" userId="084c3255-a5bf-450c-be20-6fce5371fa15" providerId="ADAL" clId="{20666CC9-DE7C-43B8-9B06-95C9DA441140}" dt="2024-04-21T19:10:24.164" v="5421" actId="207"/>
          <ac:spMkLst>
            <pc:docMk/>
            <pc:sldMk cId="1710595251" sldId="1823"/>
            <ac:spMk id="10" creationId="{3B1EA70B-AD33-FA31-61FD-2022DDFCD2CE}"/>
          </ac:spMkLst>
        </pc:spChg>
        <pc:spChg chg="add mod">
          <ac:chgData name="Marc Emmanuel EBO (Green Pay)" userId="084c3255-a5bf-450c-be20-6fce5371fa15" providerId="ADAL" clId="{20666CC9-DE7C-43B8-9B06-95C9DA441140}" dt="2024-04-21T20:48:13.719" v="6103" actId="1076"/>
          <ac:spMkLst>
            <pc:docMk/>
            <pc:sldMk cId="1710595251" sldId="1823"/>
            <ac:spMk id="11" creationId="{8F4A49FD-2111-D195-3C68-EEA518FCA0C0}"/>
          </ac:spMkLst>
        </pc:spChg>
        <pc:spChg chg="add mod">
          <ac:chgData name="Marc Emmanuel EBO (Green Pay)" userId="084c3255-a5bf-450c-be20-6fce5371fa15" providerId="ADAL" clId="{20666CC9-DE7C-43B8-9B06-95C9DA441140}" dt="2024-04-21T20:53:50.066" v="6228" actId="20577"/>
          <ac:spMkLst>
            <pc:docMk/>
            <pc:sldMk cId="1710595251" sldId="1823"/>
            <ac:spMk id="12" creationId="{6AA3F402-25CD-99F3-90E2-1EBBC91E659A}"/>
          </ac:spMkLst>
        </pc:spChg>
        <pc:spChg chg="add mod">
          <ac:chgData name="Marc Emmanuel EBO (Green Pay)" userId="084c3255-a5bf-450c-be20-6fce5371fa15" providerId="ADAL" clId="{20666CC9-DE7C-43B8-9B06-95C9DA441140}" dt="2024-04-21T21:29:59.750" v="6828" actId="20577"/>
          <ac:spMkLst>
            <pc:docMk/>
            <pc:sldMk cId="1710595251" sldId="1823"/>
            <ac:spMk id="13" creationId="{EE9DEA28-9504-3A40-7961-3B3BAF02D4FE}"/>
          </ac:spMkLst>
        </pc:spChg>
        <pc:spChg chg="del">
          <ac:chgData name="Marc Emmanuel EBO (Green Pay)" userId="084c3255-a5bf-450c-be20-6fce5371fa15" providerId="ADAL" clId="{20666CC9-DE7C-43B8-9B06-95C9DA441140}" dt="2024-04-21T17:52:55.188" v="4206" actId="478"/>
          <ac:spMkLst>
            <pc:docMk/>
            <pc:sldMk cId="1710595251" sldId="1823"/>
            <ac:spMk id="16" creationId="{D1E6E9C5-B6C6-1144-2A85-CFADD55FA463}"/>
          </ac:spMkLst>
        </pc:spChg>
        <pc:spChg chg="del">
          <ac:chgData name="Marc Emmanuel EBO (Green Pay)" userId="084c3255-a5bf-450c-be20-6fce5371fa15" providerId="ADAL" clId="{20666CC9-DE7C-43B8-9B06-95C9DA441140}" dt="2024-04-21T17:52:33.179" v="4203" actId="478"/>
          <ac:spMkLst>
            <pc:docMk/>
            <pc:sldMk cId="1710595251" sldId="1823"/>
            <ac:spMk id="18" creationId="{B08435C3-B00E-A840-7D2B-5F407EBCF319}"/>
          </ac:spMkLst>
        </pc:spChg>
        <pc:spChg chg="mod">
          <ac:chgData name="Marc Emmanuel EBO (Green Pay)" userId="084c3255-a5bf-450c-be20-6fce5371fa15" providerId="ADAL" clId="{20666CC9-DE7C-43B8-9B06-95C9DA441140}" dt="2024-04-21T20:02:19.831" v="6094" actId="14100"/>
          <ac:spMkLst>
            <pc:docMk/>
            <pc:sldMk cId="1710595251" sldId="1823"/>
            <ac:spMk id="20" creationId="{75A48F57-ED60-54C4-754B-7CAFE4C8C42D}"/>
          </ac:spMkLst>
        </pc:spChg>
        <pc:spChg chg="mod">
          <ac:chgData name="Marc Emmanuel EBO (Green Pay)" userId="084c3255-a5bf-450c-be20-6fce5371fa15" providerId="ADAL" clId="{20666CC9-DE7C-43B8-9B06-95C9DA441140}" dt="2024-04-21T21:29:14.515" v="6790" actId="313"/>
          <ac:spMkLst>
            <pc:docMk/>
            <pc:sldMk cId="1710595251" sldId="1823"/>
            <ac:spMk id="22" creationId="{9CA08E69-F3D0-C060-7607-D5389B2A7A1E}"/>
          </ac:spMkLst>
        </pc:spChg>
      </pc:sldChg>
      <pc:sldChg chg="addSp delSp modSp add mod ord">
        <pc:chgData name="Marc Emmanuel EBO (Green Pay)" userId="084c3255-a5bf-450c-be20-6fce5371fa15" providerId="ADAL" clId="{20666CC9-DE7C-43B8-9B06-95C9DA441140}" dt="2024-04-21T21:30:43.739" v="6830"/>
        <pc:sldMkLst>
          <pc:docMk/>
          <pc:sldMk cId="33679557" sldId="1824"/>
        </pc:sldMkLst>
        <pc:spChg chg="mod">
          <ac:chgData name="Marc Emmanuel EBO (Green Pay)" userId="084c3255-a5bf-450c-be20-6fce5371fa15" providerId="ADAL" clId="{20666CC9-DE7C-43B8-9B06-95C9DA441140}" dt="2024-04-21T21:07:10.389" v="6299" actId="14100"/>
          <ac:spMkLst>
            <pc:docMk/>
            <pc:sldMk cId="33679557" sldId="1824"/>
            <ac:spMk id="2" creationId="{84B04FE1-708E-FB88-772F-C130D420B5E6}"/>
          </ac:spMkLst>
        </pc:spChg>
        <pc:spChg chg="mod">
          <ac:chgData name="Marc Emmanuel EBO (Green Pay)" userId="084c3255-a5bf-450c-be20-6fce5371fa15" providerId="ADAL" clId="{20666CC9-DE7C-43B8-9B06-95C9DA441140}" dt="2024-04-21T21:07:16.514" v="6300" actId="1076"/>
          <ac:spMkLst>
            <pc:docMk/>
            <pc:sldMk cId="33679557" sldId="1824"/>
            <ac:spMk id="3" creationId="{2785C6AB-46FF-8DE5-757E-C56F33C72B79}"/>
          </ac:spMkLst>
        </pc:spChg>
        <pc:spChg chg="mod">
          <ac:chgData name="Marc Emmanuel EBO (Green Pay)" userId="084c3255-a5bf-450c-be20-6fce5371fa15" providerId="ADAL" clId="{20666CC9-DE7C-43B8-9B06-95C9DA441140}" dt="2024-04-21T21:23:09.843" v="6730" actId="20577"/>
          <ac:spMkLst>
            <pc:docMk/>
            <pc:sldMk cId="33679557" sldId="1824"/>
            <ac:spMk id="4" creationId="{141A24AA-4198-22AF-F702-CF1B72D43E52}"/>
          </ac:spMkLst>
        </pc:spChg>
        <pc:spChg chg="mod">
          <ac:chgData name="Marc Emmanuel EBO (Green Pay)" userId="084c3255-a5bf-450c-be20-6fce5371fa15" providerId="ADAL" clId="{20666CC9-DE7C-43B8-9B06-95C9DA441140}" dt="2024-04-21T21:18:51.414" v="6622" actId="1076"/>
          <ac:spMkLst>
            <pc:docMk/>
            <pc:sldMk cId="33679557" sldId="1824"/>
            <ac:spMk id="5" creationId="{1BBBD0A5-4020-4183-7DA1-A649F354C3A7}"/>
          </ac:spMkLst>
        </pc:spChg>
        <pc:spChg chg="add mod">
          <ac:chgData name="Marc Emmanuel EBO (Green Pay)" userId="084c3255-a5bf-450c-be20-6fce5371fa15" providerId="ADAL" clId="{20666CC9-DE7C-43B8-9B06-95C9DA441140}" dt="2024-04-21T21:22:44.256" v="6728" actId="113"/>
          <ac:spMkLst>
            <pc:docMk/>
            <pc:sldMk cId="33679557" sldId="1824"/>
            <ac:spMk id="6" creationId="{2250D2E7-3B89-5605-0E20-E5E28BD98D6F}"/>
          </ac:spMkLst>
        </pc:spChg>
        <pc:spChg chg="mod">
          <ac:chgData name="Marc Emmanuel EBO (Green Pay)" userId="084c3255-a5bf-450c-be20-6fce5371fa15" providerId="ADAL" clId="{20666CC9-DE7C-43B8-9B06-95C9DA441140}" dt="2024-04-21T21:09:06.992" v="6392" actId="14100"/>
          <ac:spMkLst>
            <pc:docMk/>
            <pc:sldMk cId="33679557" sldId="1824"/>
            <ac:spMk id="7" creationId="{5D4154D2-015D-1215-03AE-C17AAA7A019C}"/>
          </ac:spMkLst>
        </pc:spChg>
        <pc:spChg chg="add mod">
          <ac:chgData name="Marc Emmanuel EBO (Green Pay)" userId="084c3255-a5bf-450c-be20-6fce5371fa15" providerId="ADAL" clId="{20666CC9-DE7C-43B8-9B06-95C9DA441140}" dt="2024-04-21T21:20:51.174" v="6708" actId="14100"/>
          <ac:spMkLst>
            <pc:docMk/>
            <pc:sldMk cId="33679557" sldId="1824"/>
            <ac:spMk id="9" creationId="{42B7EF83-F266-CD6D-EBCE-C0A21CB0196C}"/>
          </ac:spMkLst>
        </pc:spChg>
        <pc:spChg chg="mod">
          <ac:chgData name="Marc Emmanuel EBO (Green Pay)" userId="084c3255-a5bf-450c-be20-6fce5371fa15" providerId="ADAL" clId="{20666CC9-DE7C-43B8-9B06-95C9DA441140}" dt="2024-04-21T21:21:05.939" v="6712" actId="1076"/>
          <ac:spMkLst>
            <pc:docMk/>
            <pc:sldMk cId="33679557" sldId="1824"/>
            <ac:spMk id="10" creationId="{B871556D-9D4E-2649-1D34-AC269116314B}"/>
          </ac:spMkLst>
        </pc:spChg>
        <pc:spChg chg="add mod">
          <ac:chgData name="Marc Emmanuel EBO (Green Pay)" userId="084c3255-a5bf-450c-be20-6fce5371fa15" providerId="ADAL" clId="{20666CC9-DE7C-43B8-9B06-95C9DA441140}" dt="2024-04-21T21:19:27.256" v="6628" actId="1076"/>
          <ac:spMkLst>
            <pc:docMk/>
            <pc:sldMk cId="33679557" sldId="1824"/>
            <ac:spMk id="11" creationId="{EA3AA4D3-2AC3-83B1-C092-5018C68E0479}"/>
          </ac:spMkLst>
        </pc:spChg>
        <pc:spChg chg="del">
          <ac:chgData name="Marc Emmanuel EBO (Green Pay)" userId="084c3255-a5bf-450c-be20-6fce5371fa15" providerId="ADAL" clId="{20666CC9-DE7C-43B8-9B06-95C9DA441140}" dt="2024-04-21T21:11:55.638" v="6463" actId="478"/>
          <ac:spMkLst>
            <pc:docMk/>
            <pc:sldMk cId="33679557" sldId="1824"/>
            <ac:spMk id="12" creationId="{C14601D9-5B4F-3808-51D6-9B4BFDAEC21E}"/>
          </ac:spMkLst>
        </pc:spChg>
        <pc:spChg chg="mod">
          <ac:chgData name="Marc Emmanuel EBO (Green Pay)" userId="084c3255-a5bf-450c-be20-6fce5371fa15" providerId="ADAL" clId="{20666CC9-DE7C-43B8-9B06-95C9DA441140}" dt="2024-04-21T21:09:32.212" v="6395" actId="1076"/>
          <ac:spMkLst>
            <pc:docMk/>
            <pc:sldMk cId="33679557" sldId="1824"/>
            <ac:spMk id="13" creationId="{F103F940-E164-C03E-0938-1FA1CC22B7A2}"/>
          </ac:spMkLst>
        </pc:spChg>
        <pc:spChg chg="mod">
          <ac:chgData name="Marc Emmanuel EBO (Green Pay)" userId="084c3255-a5bf-450c-be20-6fce5371fa15" providerId="ADAL" clId="{20666CC9-DE7C-43B8-9B06-95C9DA441140}" dt="2024-04-21T21:09:12.465" v="6393" actId="1076"/>
          <ac:spMkLst>
            <pc:docMk/>
            <pc:sldMk cId="33679557" sldId="1824"/>
            <ac:spMk id="14" creationId="{C7C97CAD-256E-4368-796B-D57BDB5D6903}"/>
          </ac:spMkLst>
        </pc:spChg>
        <pc:spChg chg="mod">
          <ac:chgData name="Marc Emmanuel EBO (Green Pay)" userId="084c3255-a5bf-450c-be20-6fce5371fa15" providerId="ADAL" clId="{20666CC9-DE7C-43B8-9B06-95C9DA441140}" dt="2024-04-21T21:18:58.962" v="6624" actId="1076"/>
          <ac:spMkLst>
            <pc:docMk/>
            <pc:sldMk cId="33679557" sldId="1824"/>
            <ac:spMk id="15" creationId="{6775A5FE-6028-42FE-C096-48A063219F9C}"/>
          </ac:spMkLst>
        </pc:spChg>
        <pc:spChg chg="add mod">
          <ac:chgData name="Marc Emmanuel EBO (Green Pay)" userId="084c3255-a5bf-450c-be20-6fce5371fa15" providerId="ADAL" clId="{20666CC9-DE7C-43B8-9B06-95C9DA441140}" dt="2024-04-21T21:21:41.416" v="6722" actId="1076"/>
          <ac:spMkLst>
            <pc:docMk/>
            <pc:sldMk cId="33679557" sldId="1824"/>
            <ac:spMk id="16" creationId="{03A21359-AE8A-71F8-3983-9F97738F5B73}"/>
          </ac:spMkLst>
        </pc:spChg>
      </pc:sldChg>
    </pc:docChg>
  </pc:docChgLst>
  <pc:docChgLst>
    <pc:chgData name="Marc Emmanuel EBO (Green Pay)" userId="084c3255-a5bf-450c-be20-6fce5371fa15" providerId="ADAL" clId="{78709189-4207-4BAF-8D67-23A4FA14D741}"/>
    <pc:docChg chg="undo redo custSel addSld delSld modSld sldOrd">
      <pc:chgData name="Marc Emmanuel EBO (Green Pay)" userId="084c3255-a5bf-450c-be20-6fce5371fa15" providerId="ADAL" clId="{78709189-4207-4BAF-8D67-23A4FA14D741}" dt="2024-04-18T19:49:51.141" v="8119" actId="2890"/>
      <pc:docMkLst>
        <pc:docMk/>
      </pc:docMkLst>
      <pc:sldChg chg="del">
        <pc:chgData name="Marc Emmanuel EBO (Green Pay)" userId="084c3255-a5bf-450c-be20-6fce5371fa15" providerId="ADAL" clId="{78709189-4207-4BAF-8D67-23A4FA14D741}" dt="2024-04-17T08:27:42.446" v="3233" actId="2696"/>
        <pc:sldMkLst>
          <pc:docMk/>
          <pc:sldMk cId="1215623166" sldId="1633"/>
        </pc:sldMkLst>
      </pc:sldChg>
      <pc:sldChg chg="modSp mod">
        <pc:chgData name="Marc Emmanuel EBO (Green Pay)" userId="084c3255-a5bf-450c-be20-6fce5371fa15" providerId="ADAL" clId="{78709189-4207-4BAF-8D67-23A4FA14D741}" dt="2024-04-17T19:09:04.284" v="7250" actId="255"/>
        <pc:sldMkLst>
          <pc:docMk/>
          <pc:sldMk cId="1828056982" sldId="1634"/>
        </pc:sldMkLst>
        <pc:spChg chg="mod">
          <ac:chgData name="Marc Emmanuel EBO (Green Pay)" userId="084c3255-a5bf-450c-be20-6fce5371fa15" providerId="ADAL" clId="{78709189-4207-4BAF-8D67-23A4FA14D741}" dt="2024-04-17T19:09:04.284" v="7250" actId="255"/>
          <ac:spMkLst>
            <pc:docMk/>
            <pc:sldMk cId="1828056982" sldId="1634"/>
            <ac:spMk id="13" creationId="{0478A6CC-8FFD-B0EB-AF62-1AE85800D9C4}"/>
          </ac:spMkLst>
        </pc:spChg>
      </pc:sldChg>
      <pc:sldChg chg="addSp delSp modSp mod ord delAnim">
        <pc:chgData name="Marc Emmanuel EBO (Green Pay)" userId="084c3255-a5bf-450c-be20-6fce5371fa15" providerId="ADAL" clId="{78709189-4207-4BAF-8D67-23A4FA14D741}" dt="2024-04-18T17:08:03.813" v="7989" actId="1076"/>
        <pc:sldMkLst>
          <pc:docMk/>
          <pc:sldMk cId="1519058305" sldId="1771"/>
        </pc:sldMkLst>
        <pc:spChg chg="add mod">
          <ac:chgData name="Marc Emmanuel EBO (Green Pay)" userId="084c3255-a5bf-450c-be20-6fce5371fa15" providerId="ADAL" clId="{78709189-4207-4BAF-8D67-23A4FA14D741}" dt="2024-04-18T17:00:03.735" v="7655" actId="14100"/>
          <ac:spMkLst>
            <pc:docMk/>
            <pc:sldMk cId="1519058305" sldId="1771"/>
            <ac:spMk id="2" creationId="{DECDBC7B-AAB5-8DE3-75CA-4655EB549FDF}"/>
          </ac:spMkLst>
        </pc:spChg>
        <pc:spChg chg="add del mod">
          <ac:chgData name="Marc Emmanuel EBO (Green Pay)" userId="084c3255-a5bf-450c-be20-6fce5371fa15" providerId="ADAL" clId="{78709189-4207-4BAF-8D67-23A4FA14D741}" dt="2024-04-17T14:34:09.942" v="4433" actId="478"/>
          <ac:spMkLst>
            <pc:docMk/>
            <pc:sldMk cId="1519058305" sldId="1771"/>
            <ac:spMk id="3" creationId="{A0F607CE-B94A-3236-11AE-66863BC52E96}"/>
          </ac:spMkLst>
        </pc:spChg>
        <pc:spChg chg="add mod">
          <ac:chgData name="Marc Emmanuel EBO (Green Pay)" userId="084c3255-a5bf-450c-be20-6fce5371fa15" providerId="ADAL" clId="{78709189-4207-4BAF-8D67-23A4FA14D741}" dt="2024-04-18T17:00:13.200" v="7657" actId="14100"/>
          <ac:spMkLst>
            <pc:docMk/>
            <pc:sldMk cId="1519058305" sldId="1771"/>
            <ac:spMk id="4" creationId="{93FF7646-C9DE-92C0-FBB5-E6864910C63C}"/>
          </ac:spMkLst>
        </pc:spChg>
        <pc:spChg chg="add mod">
          <ac:chgData name="Marc Emmanuel EBO (Green Pay)" userId="084c3255-a5bf-450c-be20-6fce5371fa15" providerId="ADAL" clId="{78709189-4207-4BAF-8D67-23A4FA14D741}" dt="2024-04-18T17:08:03.813" v="7989" actId="1076"/>
          <ac:spMkLst>
            <pc:docMk/>
            <pc:sldMk cId="1519058305" sldId="1771"/>
            <ac:spMk id="5" creationId="{942881D8-6CB7-5041-DF05-8359ACC56A94}"/>
          </ac:spMkLst>
        </pc:spChg>
        <pc:spChg chg="mod">
          <ac:chgData name="Marc Emmanuel EBO (Green Pay)" userId="084c3255-a5bf-450c-be20-6fce5371fa15" providerId="ADAL" clId="{78709189-4207-4BAF-8D67-23A4FA14D741}" dt="2024-04-17T15:22:26" v="6058" actId="20577"/>
          <ac:spMkLst>
            <pc:docMk/>
            <pc:sldMk cId="1519058305" sldId="1771"/>
            <ac:spMk id="8" creationId="{61346749-7DA1-752F-33A0-9F94E9EBB152}"/>
          </ac:spMkLst>
        </pc:spChg>
        <pc:spChg chg="mod">
          <ac:chgData name="Marc Emmanuel EBO (Green Pay)" userId="084c3255-a5bf-450c-be20-6fce5371fa15" providerId="ADAL" clId="{78709189-4207-4BAF-8D67-23A4FA14D741}" dt="2024-04-17T13:43:53.677" v="3759" actId="20577"/>
          <ac:spMkLst>
            <pc:docMk/>
            <pc:sldMk cId="1519058305" sldId="1771"/>
            <ac:spMk id="9" creationId="{420BCDFD-F3A3-6B1A-ABE2-EF0D02698044}"/>
          </ac:spMkLst>
        </pc:spChg>
        <pc:spChg chg="del">
          <ac:chgData name="Marc Emmanuel EBO (Green Pay)" userId="084c3255-a5bf-450c-be20-6fce5371fa15" providerId="ADAL" clId="{78709189-4207-4BAF-8D67-23A4FA14D741}" dt="2024-04-17T13:16:47.415" v="3291" actId="478"/>
          <ac:spMkLst>
            <pc:docMk/>
            <pc:sldMk cId="1519058305" sldId="1771"/>
            <ac:spMk id="10" creationId="{692D7C18-595B-8AA6-A2E5-56C6024A8BAD}"/>
          </ac:spMkLst>
        </pc:spChg>
        <pc:spChg chg="del">
          <ac:chgData name="Marc Emmanuel EBO (Green Pay)" userId="084c3255-a5bf-450c-be20-6fce5371fa15" providerId="ADAL" clId="{78709189-4207-4BAF-8D67-23A4FA14D741}" dt="2024-04-17T13:16:49.970" v="3292" actId="478"/>
          <ac:spMkLst>
            <pc:docMk/>
            <pc:sldMk cId="1519058305" sldId="1771"/>
            <ac:spMk id="11" creationId="{CC69E5AE-CD6B-1882-C64E-351F9588FA68}"/>
          </ac:spMkLst>
        </pc:spChg>
        <pc:spChg chg="del">
          <ac:chgData name="Marc Emmanuel EBO (Green Pay)" userId="084c3255-a5bf-450c-be20-6fce5371fa15" providerId="ADAL" clId="{78709189-4207-4BAF-8D67-23A4FA14D741}" dt="2024-04-17T13:16:58.645" v="3294" actId="478"/>
          <ac:spMkLst>
            <pc:docMk/>
            <pc:sldMk cId="1519058305" sldId="1771"/>
            <ac:spMk id="12" creationId="{FEF54BA5-5FC7-0B59-4F72-01538A6D6C49}"/>
          </ac:spMkLst>
        </pc:spChg>
        <pc:spChg chg="del mod">
          <ac:chgData name="Marc Emmanuel EBO (Green Pay)" userId="084c3255-a5bf-450c-be20-6fce5371fa15" providerId="ADAL" clId="{78709189-4207-4BAF-8D67-23A4FA14D741}" dt="2024-04-17T13:17:06.371" v="3297" actId="478"/>
          <ac:spMkLst>
            <pc:docMk/>
            <pc:sldMk cId="1519058305" sldId="1771"/>
            <ac:spMk id="13" creationId="{185A2FDD-6BB6-2BF8-948B-D5A4FE8BF579}"/>
          </ac:spMkLst>
        </pc:spChg>
        <pc:spChg chg="del">
          <ac:chgData name="Marc Emmanuel EBO (Green Pay)" userId="084c3255-a5bf-450c-be20-6fce5371fa15" providerId="ADAL" clId="{78709189-4207-4BAF-8D67-23A4FA14D741}" dt="2024-04-17T13:17:04.644" v="3296" actId="478"/>
          <ac:spMkLst>
            <pc:docMk/>
            <pc:sldMk cId="1519058305" sldId="1771"/>
            <ac:spMk id="14" creationId="{DC1C92D8-7E36-C8CF-1A41-9BE8AE1BE1A3}"/>
          </ac:spMkLst>
        </pc:spChg>
        <pc:spChg chg="del">
          <ac:chgData name="Marc Emmanuel EBO (Green Pay)" userId="084c3255-a5bf-450c-be20-6fce5371fa15" providerId="ADAL" clId="{78709189-4207-4BAF-8D67-23A4FA14D741}" dt="2024-04-17T13:17:02.270" v="3295" actId="478"/>
          <ac:spMkLst>
            <pc:docMk/>
            <pc:sldMk cId="1519058305" sldId="1771"/>
            <ac:spMk id="15" creationId="{C67E729D-DD08-24AD-4AFD-2909A0A3E2DB}"/>
          </ac:spMkLst>
        </pc:spChg>
        <pc:spChg chg="del">
          <ac:chgData name="Marc Emmanuel EBO (Green Pay)" userId="084c3255-a5bf-450c-be20-6fce5371fa15" providerId="ADAL" clId="{78709189-4207-4BAF-8D67-23A4FA14D741}" dt="2024-04-17T13:17:08.381" v="3298" actId="478"/>
          <ac:spMkLst>
            <pc:docMk/>
            <pc:sldMk cId="1519058305" sldId="1771"/>
            <ac:spMk id="16" creationId="{E0ACE407-CAF2-EF96-77C2-36FEE9247FB2}"/>
          </ac:spMkLst>
        </pc:spChg>
        <pc:spChg chg="del">
          <ac:chgData name="Marc Emmanuel EBO (Green Pay)" userId="084c3255-a5bf-450c-be20-6fce5371fa15" providerId="ADAL" clId="{78709189-4207-4BAF-8D67-23A4FA14D741}" dt="2024-04-17T13:17:10.737" v="3299" actId="478"/>
          <ac:spMkLst>
            <pc:docMk/>
            <pc:sldMk cId="1519058305" sldId="1771"/>
            <ac:spMk id="17" creationId="{FB059F5D-46A1-E370-EBBC-621AC9A7F073}"/>
          </ac:spMkLst>
        </pc:spChg>
        <pc:spChg chg="del">
          <ac:chgData name="Marc Emmanuel EBO (Green Pay)" userId="084c3255-a5bf-450c-be20-6fce5371fa15" providerId="ADAL" clId="{78709189-4207-4BAF-8D67-23A4FA14D741}" dt="2024-04-17T13:17:13.015" v="3300" actId="478"/>
          <ac:spMkLst>
            <pc:docMk/>
            <pc:sldMk cId="1519058305" sldId="1771"/>
            <ac:spMk id="18" creationId="{5501634C-F045-0E18-5D6C-A7A7954F1E54}"/>
          </ac:spMkLst>
        </pc:spChg>
        <pc:spChg chg="del">
          <ac:chgData name="Marc Emmanuel EBO (Green Pay)" userId="084c3255-a5bf-450c-be20-6fce5371fa15" providerId="ADAL" clId="{78709189-4207-4BAF-8D67-23A4FA14D741}" dt="2024-04-17T13:16:55.539" v="3293" actId="478"/>
          <ac:spMkLst>
            <pc:docMk/>
            <pc:sldMk cId="1519058305" sldId="1771"/>
            <ac:spMk id="22" creationId="{7703C985-79B7-F014-A5BE-0D2BFE508ABD}"/>
          </ac:spMkLst>
        </pc:spChg>
        <pc:spChg chg="del">
          <ac:chgData name="Marc Emmanuel EBO (Green Pay)" userId="084c3255-a5bf-450c-be20-6fce5371fa15" providerId="ADAL" clId="{78709189-4207-4BAF-8D67-23A4FA14D741}" dt="2024-04-17T13:17:15.793" v="3301" actId="478"/>
          <ac:spMkLst>
            <pc:docMk/>
            <pc:sldMk cId="1519058305" sldId="1771"/>
            <ac:spMk id="23" creationId="{08192508-BDF7-B4FB-F70B-72CD52AD3997}"/>
          </ac:spMkLst>
        </pc:spChg>
      </pc:sldChg>
      <pc:sldChg chg="modSp mod modAnim">
        <pc:chgData name="Marc Emmanuel EBO (Green Pay)" userId="084c3255-a5bf-450c-be20-6fce5371fa15" providerId="ADAL" clId="{78709189-4207-4BAF-8D67-23A4FA14D741}" dt="2024-04-18T16:52:55.841" v="7633" actId="1076"/>
        <pc:sldMkLst>
          <pc:docMk/>
          <pc:sldMk cId="2967607813" sldId="1809"/>
        </pc:sldMkLst>
        <pc:spChg chg="mod">
          <ac:chgData name="Marc Emmanuel EBO (Green Pay)" userId="084c3255-a5bf-450c-be20-6fce5371fa15" providerId="ADAL" clId="{78709189-4207-4BAF-8D67-23A4FA14D741}" dt="2024-04-17T08:24:02.096" v="3203" actId="20577"/>
          <ac:spMkLst>
            <pc:docMk/>
            <pc:sldMk cId="2967607813" sldId="1809"/>
            <ac:spMk id="3" creationId="{D58AFE2F-1F9A-D18F-2B46-E7E9D3580EAB}"/>
          </ac:spMkLst>
        </pc:spChg>
        <pc:spChg chg="mod">
          <ac:chgData name="Marc Emmanuel EBO (Green Pay)" userId="084c3255-a5bf-450c-be20-6fce5371fa15" providerId="ADAL" clId="{78709189-4207-4BAF-8D67-23A4FA14D741}" dt="2024-04-18T16:52:55.841" v="7633" actId="1076"/>
          <ac:spMkLst>
            <pc:docMk/>
            <pc:sldMk cId="2967607813" sldId="1809"/>
            <ac:spMk id="27" creationId="{00000000-0000-0000-0000-000000000000}"/>
          </ac:spMkLst>
        </pc:spChg>
        <pc:spChg chg="mod">
          <ac:chgData name="Marc Emmanuel EBO (Green Pay)" userId="084c3255-a5bf-450c-be20-6fce5371fa15" providerId="ADAL" clId="{78709189-4207-4BAF-8D67-23A4FA14D741}" dt="2024-04-18T16:52:52.225" v="7632" actId="1076"/>
          <ac:spMkLst>
            <pc:docMk/>
            <pc:sldMk cId="2967607813" sldId="1809"/>
            <ac:spMk id="28" creationId="{00000000-0000-0000-0000-000000000000}"/>
          </ac:spMkLst>
        </pc:spChg>
      </pc:sldChg>
      <pc:sldChg chg="addSp delSp modSp mod ord">
        <pc:chgData name="Marc Emmanuel EBO (Green Pay)" userId="084c3255-a5bf-450c-be20-6fce5371fa15" providerId="ADAL" clId="{78709189-4207-4BAF-8D67-23A4FA14D741}" dt="2024-04-18T16:59:10.633" v="7654" actId="255"/>
        <pc:sldMkLst>
          <pc:docMk/>
          <pc:sldMk cId="3876947031" sldId="1810"/>
        </pc:sldMkLst>
        <pc:spChg chg="add mod">
          <ac:chgData name="Marc Emmanuel EBO (Green Pay)" userId="084c3255-a5bf-450c-be20-6fce5371fa15" providerId="ADAL" clId="{78709189-4207-4BAF-8D67-23A4FA14D741}" dt="2024-04-18T16:58:02.795" v="7646" actId="20577"/>
          <ac:spMkLst>
            <pc:docMk/>
            <pc:sldMk cId="3876947031" sldId="1810"/>
            <ac:spMk id="2" creationId="{84B04FE1-708E-FB88-772F-C130D420B5E6}"/>
          </ac:spMkLst>
        </pc:spChg>
        <pc:spChg chg="mod">
          <ac:chgData name="Marc Emmanuel EBO (Green Pay)" userId="084c3255-a5bf-450c-be20-6fce5371fa15" providerId="ADAL" clId="{78709189-4207-4BAF-8D67-23A4FA14D741}" dt="2024-04-17T13:34:45.778" v="3468" actId="20577"/>
          <ac:spMkLst>
            <pc:docMk/>
            <pc:sldMk cId="3876947031" sldId="1810"/>
            <ac:spMk id="8" creationId="{C144A5C0-C880-10EB-5AA5-A77F8BD987E5}"/>
          </ac:spMkLst>
        </pc:spChg>
        <pc:spChg chg="mod">
          <ac:chgData name="Marc Emmanuel EBO (Green Pay)" userId="084c3255-a5bf-450c-be20-6fce5371fa15" providerId="ADAL" clId="{78709189-4207-4BAF-8D67-23A4FA14D741}" dt="2024-04-17T19:05:37.370" v="7242" actId="20577"/>
          <ac:spMkLst>
            <pc:docMk/>
            <pc:sldMk cId="3876947031" sldId="1810"/>
            <ac:spMk id="9" creationId="{A4A9091A-6568-0DEE-3F68-CE395109334F}"/>
          </ac:spMkLst>
        </pc:spChg>
        <pc:spChg chg="del mod">
          <ac:chgData name="Marc Emmanuel EBO (Green Pay)" userId="084c3255-a5bf-450c-be20-6fce5371fa15" providerId="ADAL" clId="{78709189-4207-4BAF-8D67-23A4FA14D741}" dt="2024-04-16T13:33:59.419" v="551" actId="478"/>
          <ac:spMkLst>
            <pc:docMk/>
            <pc:sldMk cId="3876947031" sldId="1810"/>
            <ac:spMk id="12" creationId="{6FB068A1-08C2-F6E7-63CD-9CD3A240F21F}"/>
          </ac:spMkLst>
        </pc:spChg>
        <pc:spChg chg="del mod">
          <ac:chgData name="Marc Emmanuel EBO (Green Pay)" userId="084c3255-a5bf-450c-be20-6fce5371fa15" providerId="ADAL" clId="{78709189-4207-4BAF-8D67-23A4FA14D741}" dt="2024-04-16T13:34:15.302" v="553" actId="478"/>
          <ac:spMkLst>
            <pc:docMk/>
            <pc:sldMk cId="3876947031" sldId="1810"/>
            <ac:spMk id="13" creationId="{07FC02E1-210E-C64F-5EE8-227F25B6B180}"/>
          </ac:spMkLst>
        </pc:spChg>
        <pc:spChg chg="del">
          <ac:chgData name="Marc Emmanuel EBO (Green Pay)" userId="084c3255-a5bf-450c-be20-6fce5371fa15" providerId="ADAL" clId="{78709189-4207-4BAF-8D67-23A4FA14D741}" dt="2024-04-16T13:34:52.950" v="556" actId="478"/>
          <ac:spMkLst>
            <pc:docMk/>
            <pc:sldMk cId="3876947031" sldId="1810"/>
            <ac:spMk id="14" creationId="{4CD533A9-EDB6-5459-0386-256C9F262F4D}"/>
          </ac:spMkLst>
        </pc:spChg>
        <pc:spChg chg="del">
          <ac:chgData name="Marc Emmanuel EBO (Green Pay)" userId="084c3255-a5bf-450c-be20-6fce5371fa15" providerId="ADAL" clId="{78709189-4207-4BAF-8D67-23A4FA14D741}" dt="2024-04-16T13:36:05.847" v="589" actId="478"/>
          <ac:spMkLst>
            <pc:docMk/>
            <pc:sldMk cId="3876947031" sldId="1810"/>
            <ac:spMk id="15" creationId="{A4BD9D00-DED0-FCDC-211A-DADD0D0FD579}"/>
          </ac:spMkLst>
        </pc:spChg>
        <pc:spChg chg="mod">
          <ac:chgData name="Marc Emmanuel EBO (Green Pay)" userId="084c3255-a5bf-450c-be20-6fce5371fa15" providerId="ADAL" clId="{78709189-4207-4BAF-8D67-23A4FA14D741}" dt="2024-04-18T16:59:10.633" v="7654" actId="255"/>
          <ac:spMkLst>
            <pc:docMk/>
            <pc:sldMk cId="3876947031" sldId="1810"/>
            <ac:spMk id="16" creationId="{D1E6E9C5-B6C6-1144-2A85-CFADD55FA463}"/>
          </ac:spMkLst>
        </pc:spChg>
        <pc:spChg chg="mod">
          <ac:chgData name="Marc Emmanuel EBO (Green Pay)" userId="084c3255-a5bf-450c-be20-6fce5371fa15" providerId="ADAL" clId="{78709189-4207-4BAF-8D67-23A4FA14D741}" dt="2024-04-18T16:58:35.135" v="7649" actId="255"/>
          <ac:spMkLst>
            <pc:docMk/>
            <pc:sldMk cId="3876947031" sldId="1810"/>
            <ac:spMk id="18" creationId="{B08435C3-B00E-A840-7D2B-5F407EBCF319}"/>
          </ac:spMkLst>
        </pc:spChg>
        <pc:spChg chg="mod">
          <ac:chgData name="Marc Emmanuel EBO (Green Pay)" userId="084c3255-a5bf-450c-be20-6fce5371fa15" providerId="ADAL" clId="{78709189-4207-4BAF-8D67-23A4FA14D741}" dt="2024-04-18T16:59:03.626" v="7653" actId="255"/>
          <ac:spMkLst>
            <pc:docMk/>
            <pc:sldMk cId="3876947031" sldId="1810"/>
            <ac:spMk id="20" creationId="{75A48F57-ED60-54C4-754B-7CAFE4C8C42D}"/>
          </ac:spMkLst>
        </pc:spChg>
        <pc:spChg chg="mod">
          <ac:chgData name="Marc Emmanuel EBO (Green Pay)" userId="084c3255-a5bf-450c-be20-6fce5371fa15" providerId="ADAL" clId="{78709189-4207-4BAF-8D67-23A4FA14D741}" dt="2024-04-18T16:58:49.343" v="7651" actId="255"/>
          <ac:spMkLst>
            <pc:docMk/>
            <pc:sldMk cId="3876947031" sldId="1810"/>
            <ac:spMk id="22" creationId="{9CA08E69-F3D0-C060-7607-D5389B2A7A1E}"/>
          </ac:spMkLst>
        </pc:spChg>
        <pc:spChg chg="del mod">
          <ac:chgData name="Marc Emmanuel EBO (Green Pay)" userId="084c3255-a5bf-450c-be20-6fce5371fa15" providerId="ADAL" clId="{78709189-4207-4BAF-8D67-23A4FA14D741}" dt="2024-04-17T07:47:06.783" v="2693" actId="478"/>
          <ac:spMkLst>
            <pc:docMk/>
            <pc:sldMk cId="3876947031" sldId="1810"/>
            <ac:spMk id="24" creationId="{6BB3F0F8-364F-2287-98EF-8032BB0332F6}"/>
          </ac:spMkLst>
        </pc:spChg>
      </pc:sldChg>
      <pc:sldChg chg="addSp delSp modSp mod ord delAnim">
        <pc:chgData name="Marc Emmanuel EBO (Green Pay)" userId="084c3255-a5bf-450c-be20-6fce5371fa15" providerId="ADAL" clId="{78709189-4207-4BAF-8D67-23A4FA14D741}" dt="2024-04-17T16:51:57.651" v="7091" actId="20577"/>
        <pc:sldMkLst>
          <pc:docMk/>
          <pc:sldMk cId="1347062348" sldId="1813"/>
        </pc:sldMkLst>
        <pc:spChg chg="add mod">
          <ac:chgData name="Marc Emmanuel EBO (Green Pay)" userId="084c3255-a5bf-450c-be20-6fce5371fa15" providerId="ADAL" clId="{78709189-4207-4BAF-8D67-23A4FA14D741}" dt="2024-04-17T16:51:57.651" v="7091" actId="20577"/>
          <ac:spMkLst>
            <pc:docMk/>
            <pc:sldMk cId="1347062348" sldId="1813"/>
            <ac:spMk id="4" creationId="{0EED2F66-F5C8-582E-DB3A-5AD702F52454}"/>
          </ac:spMkLst>
        </pc:spChg>
        <pc:spChg chg="add mod">
          <ac:chgData name="Marc Emmanuel EBO (Green Pay)" userId="084c3255-a5bf-450c-be20-6fce5371fa15" providerId="ADAL" clId="{78709189-4207-4BAF-8D67-23A4FA14D741}" dt="2024-04-16T12:29:04.110" v="57"/>
          <ac:spMkLst>
            <pc:docMk/>
            <pc:sldMk cId="1347062348" sldId="1813"/>
            <ac:spMk id="5" creationId="{2D5D3208-EAB0-155F-6C7C-2D77E337A7FE}"/>
          </ac:spMkLst>
        </pc:spChg>
        <pc:spChg chg="add del mod">
          <ac:chgData name="Marc Emmanuel EBO (Green Pay)" userId="084c3255-a5bf-450c-be20-6fce5371fa15" providerId="ADAL" clId="{78709189-4207-4BAF-8D67-23A4FA14D741}" dt="2024-04-16T12:35:03.383" v="209" actId="478"/>
          <ac:spMkLst>
            <pc:docMk/>
            <pc:sldMk cId="1347062348" sldId="1813"/>
            <ac:spMk id="6" creationId="{13191296-52BE-B5CE-9A5A-3B4EECB04216}"/>
          </ac:spMkLst>
        </pc:spChg>
        <pc:spChg chg="add mod">
          <ac:chgData name="Marc Emmanuel EBO (Green Pay)" userId="084c3255-a5bf-450c-be20-6fce5371fa15" providerId="ADAL" clId="{78709189-4207-4BAF-8D67-23A4FA14D741}" dt="2024-04-16T12:37:10.598" v="227" actId="14100"/>
          <ac:spMkLst>
            <pc:docMk/>
            <pc:sldMk cId="1347062348" sldId="1813"/>
            <ac:spMk id="7" creationId="{FEC634DA-CE6C-7C12-317C-860722079E15}"/>
          </ac:spMkLst>
        </pc:spChg>
        <pc:spChg chg="add del mod">
          <ac:chgData name="Marc Emmanuel EBO (Green Pay)" userId="084c3255-a5bf-450c-be20-6fce5371fa15" providerId="ADAL" clId="{78709189-4207-4BAF-8D67-23A4FA14D741}" dt="2024-04-16T12:34:44.725" v="205" actId="478"/>
          <ac:spMkLst>
            <pc:docMk/>
            <pc:sldMk cId="1347062348" sldId="1813"/>
            <ac:spMk id="8" creationId="{45BB1785-0596-F76D-8709-21F40ECF5800}"/>
          </ac:spMkLst>
        </pc:spChg>
        <pc:spChg chg="add del mod">
          <ac:chgData name="Marc Emmanuel EBO (Green Pay)" userId="084c3255-a5bf-450c-be20-6fce5371fa15" providerId="ADAL" clId="{78709189-4207-4BAF-8D67-23A4FA14D741}" dt="2024-04-16T12:34:48.542" v="206" actId="478"/>
          <ac:spMkLst>
            <pc:docMk/>
            <pc:sldMk cId="1347062348" sldId="1813"/>
            <ac:spMk id="9" creationId="{E7BBE973-FC68-796F-67EF-6D77F3780073}"/>
          </ac:spMkLst>
        </pc:spChg>
        <pc:spChg chg="mod">
          <ac:chgData name="Marc Emmanuel EBO (Green Pay)" userId="084c3255-a5bf-450c-be20-6fce5371fa15" providerId="ADAL" clId="{78709189-4207-4BAF-8D67-23A4FA14D741}" dt="2024-04-17T13:32:30.491" v="3376" actId="2085"/>
          <ac:spMkLst>
            <pc:docMk/>
            <pc:sldMk cId="1347062348" sldId="1813"/>
            <ac:spMk id="10" creationId="{54A383BB-CBAD-9C70-8979-D06939C646DE}"/>
          </ac:spMkLst>
        </pc:spChg>
        <pc:spChg chg="mod">
          <ac:chgData name="Marc Emmanuel EBO (Green Pay)" userId="084c3255-a5bf-450c-be20-6fce5371fa15" providerId="ADAL" clId="{78709189-4207-4BAF-8D67-23A4FA14D741}" dt="2024-04-17T13:20:34.584" v="3332" actId="14100"/>
          <ac:spMkLst>
            <pc:docMk/>
            <pc:sldMk cId="1347062348" sldId="1813"/>
            <ac:spMk id="12" creationId="{2DCD985B-2EE1-ABB2-C539-8E681EB5728F}"/>
          </ac:spMkLst>
        </pc:spChg>
        <pc:spChg chg="del">
          <ac:chgData name="Marc Emmanuel EBO (Green Pay)" userId="084c3255-a5bf-450c-be20-6fce5371fa15" providerId="ADAL" clId="{78709189-4207-4BAF-8D67-23A4FA14D741}" dt="2024-04-16T12:26:07.973" v="27" actId="478"/>
          <ac:spMkLst>
            <pc:docMk/>
            <pc:sldMk cId="1347062348" sldId="1813"/>
            <ac:spMk id="17" creationId="{61CC0604-577E-48E1-33DC-233F4F6FF475}"/>
          </ac:spMkLst>
        </pc:spChg>
        <pc:spChg chg="del">
          <ac:chgData name="Marc Emmanuel EBO (Green Pay)" userId="084c3255-a5bf-450c-be20-6fce5371fa15" providerId="ADAL" clId="{78709189-4207-4BAF-8D67-23A4FA14D741}" dt="2024-04-16T12:25:48.772" v="23" actId="478"/>
          <ac:spMkLst>
            <pc:docMk/>
            <pc:sldMk cId="1347062348" sldId="1813"/>
            <ac:spMk id="18" creationId="{9B78F06A-432C-5509-2963-47D57C3CBC59}"/>
          </ac:spMkLst>
        </pc:spChg>
        <pc:spChg chg="del mod">
          <ac:chgData name="Marc Emmanuel EBO (Green Pay)" userId="084c3255-a5bf-450c-be20-6fce5371fa15" providerId="ADAL" clId="{78709189-4207-4BAF-8D67-23A4FA14D741}" dt="2024-04-16T12:25:54.101" v="25" actId="478"/>
          <ac:spMkLst>
            <pc:docMk/>
            <pc:sldMk cId="1347062348" sldId="1813"/>
            <ac:spMk id="19" creationId="{DCB6177C-5956-75E2-3A84-2673A343CAAC}"/>
          </ac:spMkLst>
        </pc:spChg>
        <pc:spChg chg="del">
          <ac:chgData name="Marc Emmanuel EBO (Green Pay)" userId="084c3255-a5bf-450c-be20-6fce5371fa15" providerId="ADAL" clId="{78709189-4207-4BAF-8D67-23A4FA14D741}" dt="2024-04-16T12:25:59.084" v="26" actId="478"/>
          <ac:spMkLst>
            <pc:docMk/>
            <pc:sldMk cId="1347062348" sldId="1813"/>
            <ac:spMk id="20" creationId="{DDB465AD-6514-61ED-34FA-177083593124}"/>
          </ac:spMkLst>
        </pc:spChg>
        <pc:spChg chg="mod">
          <ac:chgData name="Marc Emmanuel EBO (Green Pay)" userId="084c3255-a5bf-450c-be20-6fce5371fa15" providerId="ADAL" clId="{78709189-4207-4BAF-8D67-23A4FA14D741}" dt="2024-04-17T13:44:01.449" v="3761" actId="20577"/>
          <ac:spMkLst>
            <pc:docMk/>
            <pc:sldMk cId="1347062348" sldId="1813"/>
            <ac:spMk id="21" creationId="{C57EE2D4-4A64-BB07-0016-2A5EB00F8F03}"/>
          </ac:spMkLst>
        </pc:spChg>
        <pc:spChg chg="mod">
          <ac:chgData name="Marc Emmanuel EBO (Green Pay)" userId="084c3255-a5bf-450c-be20-6fce5371fa15" providerId="ADAL" clId="{78709189-4207-4BAF-8D67-23A4FA14D741}" dt="2024-04-17T13:31:52.736" v="3370" actId="20577"/>
          <ac:spMkLst>
            <pc:docMk/>
            <pc:sldMk cId="1347062348" sldId="1813"/>
            <ac:spMk id="22" creationId="{8F01C788-7951-1BC9-7CAC-C760E1B4F2C9}"/>
          </ac:spMkLst>
        </pc:spChg>
        <pc:spChg chg="add del mod">
          <ac:chgData name="Marc Emmanuel EBO (Green Pay)" userId="084c3255-a5bf-450c-be20-6fce5371fa15" providerId="ADAL" clId="{78709189-4207-4BAF-8D67-23A4FA14D741}" dt="2024-04-16T12:34:52.298" v="207" actId="478"/>
          <ac:spMkLst>
            <pc:docMk/>
            <pc:sldMk cId="1347062348" sldId="1813"/>
            <ac:spMk id="23" creationId="{B07C4EAE-D4C7-99F2-2AF1-EEB0461C7CB6}"/>
          </ac:spMkLst>
        </pc:spChg>
        <pc:spChg chg="mod">
          <ac:chgData name="Marc Emmanuel EBO (Green Pay)" userId="084c3255-a5bf-450c-be20-6fce5371fa15" providerId="ADAL" clId="{78709189-4207-4BAF-8D67-23A4FA14D741}" dt="2024-04-16T12:36:41.514" v="223" actId="1076"/>
          <ac:spMkLst>
            <pc:docMk/>
            <pc:sldMk cId="1347062348" sldId="1813"/>
            <ac:spMk id="24" creationId="{660EBEA9-AB5F-BCD8-C7F2-F0110A0B75C5}"/>
          </ac:spMkLst>
        </pc:spChg>
        <pc:spChg chg="mod">
          <ac:chgData name="Marc Emmanuel EBO (Green Pay)" userId="084c3255-a5bf-450c-be20-6fce5371fa15" providerId="ADAL" clId="{78709189-4207-4BAF-8D67-23A4FA14D741}" dt="2024-04-16T12:36:55.753" v="225" actId="14100"/>
          <ac:spMkLst>
            <pc:docMk/>
            <pc:sldMk cId="1347062348" sldId="1813"/>
            <ac:spMk id="35" creationId="{FC9BE10B-40AD-E29C-923A-384F21E8DA40}"/>
          </ac:spMkLst>
        </pc:spChg>
        <pc:spChg chg="del">
          <ac:chgData name="Marc Emmanuel EBO (Green Pay)" userId="084c3255-a5bf-450c-be20-6fce5371fa15" providerId="ADAL" clId="{78709189-4207-4BAF-8D67-23A4FA14D741}" dt="2024-04-17T13:27:58.862" v="3358" actId="478"/>
          <ac:spMkLst>
            <pc:docMk/>
            <pc:sldMk cId="1347062348" sldId="1813"/>
            <ac:spMk id="47" creationId="{00000000-0000-0000-0000-000000000000}"/>
          </ac:spMkLst>
        </pc:spChg>
        <pc:spChg chg="mod">
          <ac:chgData name="Marc Emmanuel EBO (Green Pay)" userId="084c3255-a5bf-450c-be20-6fce5371fa15" providerId="ADAL" clId="{78709189-4207-4BAF-8D67-23A4FA14D741}" dt="2024-04-16T12:37:28.437" v="229" actId="1076"/>
          <ac:spMkLst>
            <pc:docMk/>
            <pc:sldMk cId="1347062348" sldId="1813"/>
            <ac:spMk id="48" creationId="{67432557-16D2-64FC-A897-37F693523459}"/>
          </ac:spMkLst>
        </pc:spChg>
        <pc:spChg chg="mod">
          <ac:chgData name="Marc Emmanuel EBO (Green Pay)" userId="084c3255-a5bf-450c-be20-6fce5371fa15" providerId="ADAL" clId="{78709189-4207-4BAF-8D67-23A4FA14D741}" dt="2024-04-16T12:37:21.573" v="228" actId="1076"/>
          <ac:spMkLst>
            <pc:docMk/>
            <pc:sldMk cId="1347062348" sldId="1813"/>
            <ac:spMk id="51" creationId="{7024CAA6-1875-AF25-2965-B509AF324F41}"/>
          </ac:spMkLst>
        </pc:spChg>
        <pc:grpChg chg="del">
          <ac:chgData name="Marc Emmanuel EBO (Green Pay)" userId="084c3255-a5bf-450c-be20-6fce5371fa15" providerId="ADAL" clId="{78709189-4207-4BAF-8D67-23A4FA14D741}" dt="2024-04-17T13:32:41.164" v="3378" actId="478"/>
          <ac:grpSpMkLst>
            <pc:docMk/>
            <pc:sldMk cId="1347062348" sldId="1813"/>
            <ac:grpSpMk id="37" creationId="{00000000-0000-0000-0000-000000000000}"/>
          </ac:grpSpMkLst>
        </pc:grpChg>
        <pc:picChg chg="add mod">
          <ac:chgData name="Marc Emmanuel EBO (Green Pay)" userId="084c3255-a5bf-450c-be20-6fce5371fa15" providerId="ADAL" clId="{78709189-4207-4BAF-8D67-23A4FA14D741}" dt="2024-04-17T13:18:07.109" v="3310" actId="1076"/>
          <ac:picMkLst>
            <pc:docMk/>
            <pc:sldMk cId="1347062348" sldId="1813"/>
            <ac:picMk id="43" creationId="{C4216A53-926B-0BC1-5CCA-C218B60ACA40}"/>
          </ac:picMkLst>
        </pc:picChg>
        <pc:picChg chg="add mod">
          <ac:chgData name="Marc Emmanuel EBO (Green Pay)" userId="084c3255-a5bf-450c-be20-6fce5371fa15" providerId="ADAL" clId="{78709189-4207-4BAF-8D67-23A4FA14D741}" dt="2024-04-17T13:20:37.851" v="3333" actId="14100"/>
          <ac:picMkLst>
            <pc:docMk/>
            <pc:sldMk cId="1347062348" sldId="1813"/>
            <ac:picMk id="44" creationId="{27DCD200-F50C-D7D7-74BF-AFE1DE1F565F}"/>
          </ac:picMkLst>
        </pc:picChg>
        <pc:picChg chg="add mod">
          <ac:chgData name="Marc Emmanuel EBO (Green Pay)" userId="084c3255-a5bf-450c-be20-6fce5371fa15" providerId="ADAL" clId="{78709189-4207-4BAF-8D67-23A4FA14D741}" dt="2024-04-17T13:19:16.796" v="3320" actId="14100"/>
          <ac:picMkLst>
            <pc:docMk/>
            <pc:sldMk cId="1347062348" sldId="1813"/>
            <ac:picMk id="59" creationId="{A4E3FBC5-59AB-63D3-5981-AB706972D8DD}"/>
          </ac:picMkLst>
        </pc:picChg>
        <pc:picChg chg="add mod">
          <ac:chgData name="Marc Emmanuel EBO (Green Pay)" userId="084c3255-a5bf-450c-be20-6fce5371fa15" providerId="ADAL" clId="{78709189-4207-4BAF-8D67-23A4FA14D741}" dt="2024-04-17T13:20:46.428" v="3334" actId="14100"/>
          <ac:picMkLst>
            <pc:docMk/>
            <pc:sldMk cId="1347062348" sldId="1813"/>
            <ac:picMk id="62" creationId="{D1C88D25-7BFE-7B09-FB9B-ADBE824CBE3B}"/>
          </ac:picMkLst>
        </pc:picChg>
        <pc:picChg chg="add mod">
          <ac:chgData name="Marc Emmanuel EBO (Green Pay)" userId="084c3255-a5bf-450c-be20-6fce5371fa15" providerId="ADAL" clId="{78709189-4207-4BAF-8D67-23A4FA14D741}" dt="2024-04-17T13:20:28.349" v="3331" actId="14100"/>
          <ac:picMkLst>
            <pc:docMk/>
            <pc:sldMk cId="1347062348" sldId="1813"/>
            <ac:picMk id="63" creationId="{6B49E8A1-EBD9-5DA1-ABFA-1878455EA490}"/>
          </ac:picMkLst>
        </pc:picChg>
        <pc:picChg chg="add mod">
          <ac:chgData name="Marc Emmanuel EBO (Green Pay)" userId="084c3255-a5bf-450c-be20-6fce5371fa15" providerId="ADAL" clId="{78709189-4207-4BAF-8D67-23A4FA14D741}" dt="2024-04-17T13:23:11.003" v="3338" actId="14100"/>
          <ac:picMkLst>
            <pc:docMk/>
            <pc:sldMk cId="1347062348" sldId="1813"/>
            <ac:picMk id="64" creationId="{CD8A2070-B576-1038-EDA8-EC5039B2FCE4}"/>
          </ac:picMkLst>
        </pc:picChg>
        <pc:picChg chg="add del mod">
          <ac:chgData name="Marc Emmanuel EBO (Green Pay)" userId="084c3255-a5bf-450c-be20-6fce5371fa15" providerId="ADAL" clId="{78709189-4207-4BAF-8D67-23A4FA14D741}" dt="2024-04-17T13:24:00.941" v="3340" actId="478"/>
          <ac:picMkLst>
            <pc:docMk/>
            <pc:sldMk cId="1347062348" sldId="1813"/>
            <ac:picMk id="66" creationId="{FB05EAE9-783A-C25D-1E31-575679BD4A28}"/>
          </ac:picMkLst>
        </pc:picChg>
        <pc:picChg chg="add mod">
          <ac:chgData name="Marc Emmanuel EBO (Green Pay)" userId="084c3255-a5bf-450c-be20-6fce5371fa15" providerId="ADAL" clId="{78709189-4207-4BAF-8D67-23A4FA14D741}" dt="2024-04-17T13:24:36.374" v="3345" actId="14100"/>
          <ac:picMkLst>
            <pc:docMk/>
            <pc:sldMk cId="1347062348" sldId="1813"/>
            <ac:picMk id="67" creationId="{9C5D0A8B-948B-970C-4400-314FA3B142DB}"/>
          </ac:picMkLst>
        </pc:picChg>
        <pc:picChg chg="add mod">
          <ac:chgData name="Marc Emmanuel EBO (Green Pay)" userId="084c3255-a5bf-450c-be20-6fce5371fa15" providerId="ADAL" clId="{78709189-4207-4BAF-8D67-23A4FA14D741}" dt="2024-04-17T13:25:48.828" v="3351" actId="14100"/>
          <ac:picMkLst>
            <pc:docMk/>
            <pc:sldMk cId="1347062348" sldId="1813"/>
            <ac:picMk id="68" creationId="{051A9133-0247-7DA5-8438-524697F1DA6A}"/>
          </ac:picMkLst>
        </pc:picChg>
        <pc:picChg chg="add mod">
          <ac:chgData name="Marc Emmanuel EBO (Green Pay)" userId="084c3255-a5bf-450c-be20-6fce5371fa15" providerId="ADAL" clId="{78709189-4207-4BAF-8D67-23A4FA14D741}" dt="2024-04-17T13:28:08.803" v="3359" actId="14100"/>
          <ac:picMkLst>
            <pc:docMk/>
            <pc:sldMk cId="1347062348" sldId="1813"/>
            <ac:picMk id="69" creationId="{3523F76B-79FF-B185-F0A4-500CED339839}"/>
          </ac:picMkLst>
        </pc:picChg>
        <pc:picChg chg="add mod">
          <ac:chgData name="Marc Emmanuel EBO (Green Pay)" userId="084c3255-a5bf-450c-be20-6fce5371fa15" providerId="ADAL" clId="{78709189-4207-4BAF-8D67-23A4FA14D741}" dt="2024-04-17T13:29:14.573" v="3363" actId="14100"/>
          <ac:picMkLst>
            <pc:docMk/>
            <pc:sldMk cId="1347062348" sldId="1813"/>
            <ac:picMk id="70" creationId="{0F9006BD-2262-9CCC-B822-D8E2A2A165D4}"/>
          </ac:picMkLst>
        </pc:picChg>
        <pc:picChg chg="add del mod">
          <ac:chgData name="Marc Emmanuel EBO (Green Pay)" userId="084c3255-a5bf-450c-be20-6fce5371fa15" providerId="ADAL" clId="{78709189-4207-4BAF-8D67-23A4FA14D741}" dt="2024-04-17T13:31:12.603" v="3368" actId="478"/>
          <ac:picMkLst>
            <pc:docMk/>
            <pc:sldMk cId="1347062348" sldId="1813"/>
            <ac:picMk id="71" creationId="{9069EDC5-80DF-D95A-AD27-2D6E87CD95A6}"/>
          </ac:picMkLst>
        </pc:picChg>
        <pc:picChg chg="add mod">
          <ac:chgData name="Marc Emmanuel EBO (Green Pay)" userId="084c3255-a5bf-450c-be20-6fce5371fa15" providerId="ADAL" clId="{78709189-4207-4BAF-8D67-23A4FA14D741}" dt="2024-04-17T13:32:13.356" v="3375" actId="14100"/>
          <ac:picMkLst>
            <pc:docMk/>
            <pc:sldMk cId="1347062348" sldId="1813"/>
            <ac:picMk id="72" creationId="{E87733D3-4335-0DF0-FC19-29C7D88C99CD}"/>
          </ac:picMkLst>
        </pc:picChg>
      </pc:sldChg>
      <pc:sldChg chg="del">
        <pc:chgData name="Marc Emmanuel EBO (Green Pay)" userId="084c3255-a5bf-450c-be20-6fce5371fa15" providerId="ADAL" clId="{78709189-4207-4BAF-8D67-23A4FA14D741}" dt="2024-04-17T08:26:01.750" v="3232" actId="2696"/>
        <pc:sldMkLst>
          <pc:docMk/>
          <pc:sldMk cId="3573831281" sldId="1814"/>
        </pc:sldMkLst>
      </pc:sldChg>
      <pc:sldChg chg="addSp delSp modSp mod">
        <pc:chgData name="Marc Emmanuel EBO (Green Pay)" userId="084c3255-a5bf-450c-be20-6fce5371fa15" providerId="ADAL" clId="{78709189-4207-4BAF-8D67-23A4FA14D741}" dt="2024-04-18T00:06:42.441" v="7323" actId="14100"/>
        <pc:sldMkLst>
          <pc:docMk/>
          <pc:sldMk cId="411761220" sldId="1815"/>
        </pc:sldMkLst>
        <pc:spChg chg="mod">
          <ac:chgData name="Marc Emmanuel EBO (Green Pay)" userId="084c3255-a5bf-450c-be20-6fce5371fa15" providerId="ADAL" clId="{78709189-4207-4BAF-8D67-23A4FA14D741}" dt="2024-04-17T13:43:24.028" v="3757" actId="20577"/>
          <ac:spMkLst>
            <pc:docMk/>
            <pc:sldMk cId="411761220" sldId="1815"/>
            <ac:spMk id="7" creationId="{E9D1C708-71BF-D811-B6A4-363AE3385ABF}"/>
          </ac:spMkLst>
        </pc:spChg>
        <pc:spChg chg="del mod">
          <ac:chgData name="Marc Emmanuel EBO (Green Pay)" userId="084c3255-a5bf-450c-be20-6fce5371fa15" providerId="ADAL" clId="{78709189-4207-4BAF-8D67-23A4FA14D741}" dt="2024-04-17T19:45:01.424" v="7255" actId="478"/>
          <ac:spMkLst>
            <pc:docMk/>
            <pc:sldMk cId="411761220" sldId="1815"/>
            <ac:spMk id="8" creationId="{3D65A742-138E-6770-CF0F-D0F7086D9F89}"/>
          </ac:spMkLst>
        </pc:spChg>
        <pc:spChg chg="del mod">
          <ac:chgData name="Marc Emmanuel EBO (Green Pay)" userId="084c3255-a5bf-450c-be20-6fce5371fa15" providerId="ADAL" clId="{78709189-4207-4BAF-8D67-23A4FA14D741}" dt="2024-04-17T19:46:18.029" v="7259" actId="478"/>
          <ac:spMkLst>
            <pc:docMk/>
            <pc:sldMk cId="411761220" sldId="1815"/>
            <ac:spMk id="11" creationId="{2FEE9CA0-3E83-3AA9-E184-80DBBC881C04}"/>
          </ac:spMkLst>
        </pc:spChg>
        <pc:graphicFrameChg chg="add del mod">
          <ac:chgData name="Marc Emmanuel EBO (Green Pay)" userId="084c3255-a5bf-450c-be20-6fce5371fa15" providerId="ADAL" clId="{78709189-4207-4BAF-8D67-23A4FA14D741}" dt="2024-04-17T19:20:52.515" v="7252" actId="478"/>
          <ac:graphicFrameMkLst>
            <pc:docMk/>
            <pc:sldMk cId="411761220" sldId="1815"/>
            <ac:graphicFrameMk id="2" creationId="{2B2923EC-B66B-D830-2D39-F65D788F2549}"/>
          </ac:graphicFrameMkLst>
        </pc:graphicFrameChg>
        <pc:graphicFrameChg chg="add del mod modGraphic">
          <ac:chgData name="Marc Emmanuel EBO (Green Pay)" userId="084c3255-a5bf-450c-be20-6fce5371fa15" providerId="ADAL" clId="{78709189-4207-4BAF-8D67-23A4FA14D741}" dt="2024-04-17T19:46:23.521" v="7261" actId="478"/>
          <ac:graphicFrameMkLst>
            <pc:docMk/>
            <pc:sldMk cId="411761220" sldId="1815"/>
            <ac:graphicFrameMk id="3" creationId="{A5B8FC71-29DE-2968-DAD3-E1BD65752F63}"/>
          </ac:graphicFrameMkLst>
        </pc:graphicFrameChg>
        <pc:graphicFrameChg chg="add mod modGraphic">
          <ac:chgData name="Marc Emmanuel EBO (Green Pay)" userId="084c3255-a5bf-450c-be20-6fce5371fa15" providerId="ADAL" clId="{78709189-4207-4BAF-8D67-23A4FA14D741}" dt="2024-04-18T00:02:56.623" v="7304" actId="1076"/>
          <ac:graphicFrameMkLst>
            <pc:docMk/>
            <pc:sldMk cId="411761220" sldId="1815"/>
            <ac:graphicFrameMk id="4" creationId="{3177AB5B-7D42-0092-B7C8-874D84612F14}"/>
          </ac:graphicFrameMkLst>
        </pc:graphicFrameChg>
        <pc:graphicFrameChg chg="add mod modGraphic">
          <ac:chgData name="Marc Emmanuel EBO (Green Pay)" userId="084c3255-a5bf-450c-be20-6fce5371fa15" providerId="ADAL" clId="{78709189-4207-4BAF-8D67-23A4FA14D741}" dt="2024-04-18T00:06:25.776" v="7320" actId="1076"/>
          <ac:graphicFrameMkLst>
            <pc:docMk/>
            <pc:sldMk cId="411761220" sldId="1815"/>
            <ac:graphicFrameMk id="5" creationId="{792AF6A6-FA42-0CFA-DB31-C4A5C26A8B9A}"/>
          </ac:graphicFrameMkLst>
        </pc:graphicFrameChg>
        <pc:graphicFrameChg chg="add del mod modGraphic">
          <ac:chgData name="Marc Emmanuel EBO (Green Pay)" userId="084c3255-a5bf-450c-be20-6fce5371fa15" providerId="ADAL" clId="{78709189-4207-4BAF-8D67-23A4FA14D741}" dt="2024-04-17T23:39:21.882" v="7274" actId="478"/>
          <ac:graphicFrameMkLst>
            <pc:docMk/>
            <pc:sldMk cId="411761220" sldId="1815"/>
            <ac:graphicFrameMk id="6" creationId="{F4305D20-2FC7-865C-92A3-27176AEFC683}"/>
          </ac:graphicFrameMkLst>
        </pc:graphicFrameChg>
        <pc:graphicFrameChg chg="add del mod modGraphic">
          <ac:chgData name="Marc Emmanuel EBO (Green Pay)" userId="084c3255-a5bf-450c-be20-6fce5371fa15" providerId="ADAL" clId="{78709189-4207-4BAF-8D67-23A4FA14D741}" dt="2024-04-17T23:43:49.474" v="7278" actId="478"/>
          <ac:graphicFrameMkLst>
            <pc:docMk/>
            <pc:sldMk cId="411761220" sldId="1815"/>
            <ac:graphicFrameMk id="9" creationId="{A7ED3B02-ABE3-441B-3F4A-2D948D3EBE3F}"/>
          </ac:graphicFrameMkLst>
        </pc:graphicFrameChg>
        <pc:graphicFrameChg chg="add del mod modGraphic">
          <ac:chgData name="Marc Emmanuel EBO (Green Pay)" userId="084c3255-a5bf-450c-be20-6fce5371fa15" providerId="ADAL" clId="{78709189-4207-4BAF-8D67-23A4FA14D741}" dt="2024-04-17T23:50:31.266" v="7297" actId="478"/>
          <ac:graphicFrameMkLst>
            <pc:docMk/>
            <pc:sldMk cId="411761220" sldId="1815"/>
            <ac:graphicFrameMk id="10" creationId="{FE982D3F-4B18-DE69-9CAA-C871968A957F}"/>
          </ac:graphicFrameMkLst>
        </pc:graphicFrameChg>
        <pc:graphicFrameChg chg="add del mod modGraphic">
          <ac:chgData name="Marc Emmanuel EBO (Green Pay)" userId="084c3255-a5bf-450c-be20-6fce5371fa15" providerId="ADAL" clId="{78709189-4207-4BAF-8D67-23A4FA14D741}" dt="2024-04-17T23:49:23.504" v="7291" actId="478"/>
          <ac:graphicFrameMkLst>
            <pc:docMk/>
            <pc:sldMk cId="411761220" sldId="1815"/>
            <ac:graphicFrameMk id="12" creationId="{F577A3A6-5823-8A09-115E-F8BCFF342823}"/>
          </ac:graphicFrameMkLst>
        </pc:graphicFrameChg>
        <pc:graphicFrameChg chg="del">
          <ac:chgData name="Marc Emmanuel EBO (Green Pay)" userId="084c3255-a5bf-450c-be20-6fce5371fa15" providerId="ADAL" clId="{78709189-4207-4BAF-8D67-23A4FA14D741}" dt="2024-04-17T13:15:22.970" v="3264" actId="478"/>
          <ac:graphicFrameMkLst>
            <pc:docMk/>
            <pc:sldMk cId="411761220" sldId="1815"/>
            <ac:graphicFrameMk id="13" creationId="{BBF1EC25-B014-803E-9AB8-1E35CDD1CB1F}"/>
          </ac:graphicFrameMkLst>
        </pc:graphicFrameChg>
        <pc:graphicFrameChg chg="add mod modGraphic">
          <ac:chgData name="Marc Emmanuel EBO (Green Pay)" userId="084c3255-a5bf-450c-be20-6fce5371fa15" providerId="ADAL" clId="{78709189-4207-4BAF-8D67-23A4FA14D741}" dt="2024-04-18T00:06:32.022" v="7321" actId="1076"/>
          <ac:graphicFrameMkLst>
            <pc:docMk/>
            <pc:sldMk cId="411761220" sldId="1815"/>
            <ac:graphicFrameMk id="14" creationId="{204B5F3C-6726-405C-025D-683254694FDD}"/>
          </ac:graphicFrameMkLst>
        </pc:graphicFrameChg>
        <pc:graphicFrameChg chg="del">
          <ac:chgData name="Marc Emmanuel EBO (Green Pay)" userId="084c3255-a5bf-450c-be20-6fce5371fa15" providerId="ADAL" clId="{78709189-4207-4BAF-8D67-23A4FA14D741}" dt="2024-04-17T13:15:25.547" v="3265" actId="478"/>
          <ac:graphicFrameMkLst>
            <pc:docMk/>
            <pc:sldMk cId="411761220" sldId="1815"/>
            <ac:graphicFrameMk id="15" creationId="{745A5D60-BB3C-4F72-C8C8-0FBECD9ABDB2}"/>
          </ac:graphicFrameMkLst>
        </pc:graphicFrameChg>
        <pc:graphicFrameChg chg="add del mod modGraphic">
          <ac:chgData name="Marc Emmanuel EBO (Green Pay)" userId="084c3255-a5bf-450c-be20-6fce5371fa15" providerId="ADAL" clId="{78709189-4207-4BAF-8D67-23A4FA14D741}" dt="2024-04-18T00:05:20.513" v="7314" actId="478"/>
          <ac:graphicFrameMkLst>
            <pc:docMk/>
            <pc:sldMk cId="411761220" sldId="1815"/>
            <ac:graphicFrameMk id="16" creationId="{19774FCC-BA71-4DF2-754B-A09E5FECE56E}"/>
          </ac:graphicFrameMkLst>
        </pc:graphicFrameChg>
        <pc:graphicFrameChg chg="add del mod modGraphic">
          <ac:chgData name="Marc Emmanuel EBO (Green Pay)" userId="084c3255-a5bf-450c-be20-6fce5371fa15" providerId="ADAL" clId="{78709189-4207-4BAF-8D67-23A4FA14D741}" dt="2024-04-18T00:03:16.243" v="7307" actId="478"/>
          <ac:graphicFrameMkLst>
            <pc:docMk/>
            <pc:sldMk cId="411761220" sldId="1815"/>
            <ac:graphicFrameMk id="17" creationId="{B5D84490-60DF-7659-FC30-636B4FDB4C74}"/>
          </ac:graphicFrameMkLst>
        </pc:graphicFrameChg>
        <pc:graphicFrameChg chg="add mod modGraphic">
          <ac:chgData name="Marc Emmanuel EBO (Green Pay)" userId="084c3255-a5bf-450c-be20-6fce5371fa15" providerId="ADAL" clId="{78709189-4207-4BAF-8D67-23A4FA14D741}" dt="2024-04-18T00:05:18.153" v="7313" actId="1076"/>
          <ac:graphicFrameMkLst>
            <pc:docMk/>
            <pc:sldMk cId="411761220" sldId="1815"/>
            <ac:graphicFrameMk id="18" creationId="{F2947793-84E6-6886-FA82-4BF29FA12062}"/>
          </ac:graphicFrameMkLst>
        </pc:graphicFrameChg>
        <pc:graphicFrameChg chg="del">
          <ac:chgData name="Marc Emmanuel EBO (Green Pay)" userId="084c3255-a5bf-450c-be20-6fce5371fa15" providerId="ADAL" clId="{78709189-4207-4BAF-8D67-23A4FA14D741}" dt="2024-04-17T13:15:33.401" v="3266" actId="478"/>
          <ac:graphicFrameMkLst>
            <pc:docMk/>
            <pc:sldMk cId="411761220" sldId="1815"/>
            <ac:graphicFrameMk id="19" creationId="{644CD3F1-FDCB-40CF-B39C-C8397E60A4B9}"/>
          </ac:graphicFrameMkLst>
        </pc:graphicFrameChg>
        <pc:graphicFrameChg chg="add mod modGraphic">
          <ac:chgData name="Marc Emmanuel EBO (Green Pay)" userId="084c3255-a5bf-450c-be20-6fce5371fa15" providerId="ADAL" clId="{78709189-4207-4BAF-8D67-23A4FA14D741}" dt="2024-04-18T00:05:32.229" v="7317" actId="14100"/>
          <ac:graphicFrameMkLst>
            <pc:docMk/>
            <pc:sldMk cId="411761220" sldId="1815"/>
            <ac:graphicFrameMk id="20" creationId="{11D15510-E202-2F1D-E749-239954A93AF3}"/>
          </ac:graphicFrameMkLst>
        </pc:graphicFrameChg>
        <pc:graphicFrameChg chg="add mod modGraphic">
          <ac:chgData name="Marc Emmanuel EBO (Green Pay)" userId="084c3255-a5bf-450c-be20-6fce5371fa15" providerId="ADAL" clId="{78709189-4207-4BAF-8D67-23A4FA14D741}" dt="2024-04-18T00:06:42.441" v="7323" actId="14100"/>
          <ac:graphicFrameMkLst>
            <pc:docMk/>
            <pc:sldMk cId="411761220" sldId="1815"/>
            <ac:graphicFrameMk id="21" creationId="{3556C160-EA34-8E9D-B9DD-3156C01BDCE8}"/>
          </ac:graphicFrameMkLst>
        </pc:graphicFrameChg>
      </pc:sldChg>
      <pc:sldChg chg="addSp delSp modSp mod modAnim">
        <pc:chgData name="Marc Emmanuel EBO (Green Pay)" userId="084c3255-a5bf-450c-be20-6fce5371fa15" providerId="ADAL" clId="{78709189-4207-4BAF-8D67-23A4FA14D741}" dt="2024-04-17T18:58:41.935" v="7227" actId="478"/>
        <pc:sldMkLst>
          <pc:docMk/>
          <pc:sldMk cId="3422923872" sldId="1816"/>
        </pc:sldMkLst>
        <pc:spChg chg="add mod">
          <ac:chgData name="Marc Emmanuel EBO (Green Pay)" userId="084c3255-a5bf-450c-be20-6fce5371fa15" providerId="ADAL" clId="{78709189-4207-4BAF-8D67-23A4FA14D741}" dt="2024-04-17T13:38:07.983" v="3610" actId="20577"/>
          <ac:spMkLst>
            <pc:docMk/>
            <pc:sldMk cId="3422923872" sldId="1816"/>
            <ac:spMk id="2" creationId="{AD7383CE-8405-E1D1-E00A-D46C4E139195}"/>
          </ac:spMkLst>
        </pc:spChg>
        <pc:spChg chg="add mod">
          <ac:chgData name="Marc Emmanuel EBO (Green Pay)" userId="084c3255-a5bf-450c-be20-6fce5371fa15" providerId="ADAL" clId="{78709189-4207-4BAF-8D67-23A4FA14D741}" dt="2024-04-17T13:38:17.928" v="3631" actId="20577"/>
          <ac:spMkLst>
            <pc:docMk/>
            <pc:sldMk cId="3422923872" sldId="1816"/>
            <ac:spMk id="3" creationId="{5265EB51-BADE-1E86-7179-9A223012DAD7}"/>
          </ac:spMkLst>
        </pc:spChg>
        <pc:spChg chg="mod">
          <ac:chgData name="Marc Emmanuel EBO (Green Pay)" userId="084c3255-a5bf-450c-be20-6fce5371fa15" providerId="ADAL" clId="{78709189-4207-4BAF-8D67-23A4FA14D741}" dt="2024-04-17T13:33:32.152" v="3413" actId="20577"/>
          <ac:spMkLst>
            <pc:docMk/>
            <pc:sldMk cId="3422923872" sldId="1816"/>
            <ac:spMk id="24" creationId="{D7BB5A3B-4420-0D00-EA6C-8F3B55F65D38}"/>
          </ac:spMkLst>
        </pc:spChg>
        <pc:spChg chg="mod">
          <ac:chgData name="Marc Emmanuel EBO (Green Pay)" userId="084c3255-a5bf-450c-be20-6fce5371fa15" providerId="ADAL" clId="{78709189-4207-4BAF-8D67-23A4FA14D741}" dt="2024-04-17T13:35:21.726" v="3504" actId="20577"/>
          <ac:spMkLst>
            <pc:docMk/>
            <pc:sldMk cId="3422923872" sldId="1816"/>
            <ac:spMk id="25" creationId="{99F2DAE2-79B6-3A9C-E806-9F8DA340AAF0}"/>
          </ac:spMkLst>
        </pc:spChg>
        <pc:spChg chg="mod">
          <ac:chgData name="Marc Emmanuel EBO (Green Pay)" userId="084c3255-a5bf-450c-be20-6fce5371fa15" providerId="ADAL" clId="{78709189-4207-4BAF-8D67-23A4FA14D741}" dt="2024-04-17T13:33:57.277" v="3444" actId="14100"/>
          <ac:spMkLst>
            <pc:docMk/>
            <pc:sldMk cId="3422923872" sldId="1816"/>
            <ac:spMk id="29" creationId="{E4058579-35FD-62F7-5900-C0514D6B891A}"/>
          </ac:spMkLst>
        </pc:spChg>
        <pc:spChg chg="mod">
          <ac:chgData name="Marc Emmanuel EBO (Green Pay)" userId="084c3255-a5bf-450c-be20-6fce5371fa15" providerId="ADAL" clId="{78709189-4207-4BAF-8D67-23A4FA14D741}" dt="2024-04-17T13:34:30.543" v="3464" actId="20577"/>
          <ac:spMkLst>
            <pc:docMk/>
            <pc:sldMk cId="3422923872" sldId="1816"/>
            <ac:spMk id="31" creationId="{F2A63883-A0CC-8854-4179-DBB23B5AFC55}"/>
          </ac:spMkLst>
        </pc:spChg>
        <pc:spChg chg="mod">
          <ac:chgData name="Marc Emmanuel EBO (Green Pay)" userId="084c3255-a5bf-450c-be20-6fce5371fa15" providerId="ADAL" clId="{78709189-4207-4BAF-8D67-23A4FA14D741}" dt="2024-04-17T13:37:36.047" v="3604" actId="1076"/>
          <ac:spMkLst>
            <pc:docMk/>
            <pc:sldMk cId="3422923872" sldId="1816"/>
            <ac:spMk id="42" creationId="{B227EBDF-0F80-198C-4822-422D73BE251C}"/>
          </ac:spMkLst>
        </pc:spChg>
        <pc:spChg chg="mod">
          <ac:chgData name="Marc Emmanuel EBO (Green Pay)" userId="084c3255-a5bf-450c-be20-6fce5371fa15" providerId="ADAL" clId="{78709189-4207-4BAF-8D67-23A4FA14D741}" dt="2024-04-17T13:37:31.648" v="3603" actId="1076"/>
          <ac:spMkLst>
            <pc:docMk/>
            <pc:sldMk cId="3422923872" sldId="1816"/>
            <ac:spMk id="43" creationId="{6EEB085D-6421-3310-BED5-BE1B3D1BA1D9}"/>
          </ac:spMkLst>
        </pc:spChg>
        <pc:picChg chg="add del mod">
          <ac:chgData name="Marc Emmanuel EBO (Green Pay)" userId="084c3255-a5bf-450c-be20-6fce5371fa15" providerId="ADAL" clId="{78709189-4207-4BAF-8D67-23A4FA14D741}" dt="2024-04-17T18:58:41.935" v="7227" actId="478"/>
          <ac:picMkLst>
            <pc:docMk/>
            <pc:sldMk cId="3422923872" sldId="1816"/>
            <ac:picMk id="5" creationId="{275413A0-8432-410F-1EFB-2E3619EE0570}"/>
          </ac:picMkLst>
        </pc:picChg>
      </pc:sldChg>
      <pc:sldChg chg="addSp modSp mod">
        <pc:chgData name="Marc Emmanuel EBO (Green Pay)" userId="084c3255-a5bf-450c-be20-6fce5371fa15" providerId="ADAL" clId="{78709189-4207-4BAF-8D67-23A4FA14D741}" dt="2024-04-18T16:57:25.915" v="7636" actId="2711"/>
        <pc:sldMkLst>
          <pc:docMk/>
          <pc:sldMk cId="1661586400" sldId="1817"/>
        </pc:sldMkLst>
        <pc:spChg chg="add mod">
          <ac:chgData name="Marc Emmanuel EBO (Green Pay)" userId="084c3255-a5bf-450c-be20-6fce5371fa15" providerId="ADAL" clId="{78709189-4207-4BAF-8D67-23A4FA14D741}" dt="2024-04-17T15:30:00.891" v="6204" actId="2085"/>
          <ac:spMkLst>
            <pc:docMk/>
            <pc:sldMk cId="1661586400" sldId="1817"/>
            <ac:spMk id="2" creationId="{8BE6A2AE-B4DF-E826-E8FE-DA522BC69E23}"/>
          </ac:spMkLst>
        </pc:spChg>
        <pc:spChg chg="mod">
          <ac:chgData name="Marc Emmanuel EBO (Green Pay)" userId="084c3255-a5bf-450c-be20-6fce5371fa15" providerId="ADAL" clId="{78709189-4207-4BAF-8D67-23A4FA14D741}" dt="2024-04-17T13:33:20.217" v="3397" actId="20577"/>
          <ac:spMkLst>
            <pc:docMk/>
            <pc:sldMk cId="1661586400" sldId="1817"/>
            <ac:spMk id="5" creationId="{5B6E5B64-169C-A8F8-3EC5-9D7174E50CE5}"/>
          </ac:spMkLst>
        </pc:spChg>
        <pc:spChg chg="mod">
          <ac:chgData name="Marc Emmanuel EBO (Green Pay)" userId="084c3255-a5bf-450c-be20-6fce5371fa15" providerId="ADAL" clId="{78709189-4207-4BAF-8D67-23A4FA14D741}" dt="2024-04-17T15:23:59.985" v="6068" actId="1076"/>
          <ac:spMkLst>
            <pc:docMk/>
            <pc:sldMk cId="1661586400" sldId="1817"/>
            <ac:spMk id="6" creationId="{9E7D136F-235F-BC88-58FC-07B77475A6A0}"/>
          </ac:spMkLst>
        </pc:spChg>
        <pc:spChg chg="mod">
          <ac:chgData name="Marc Emmanuel EBO (Green Pay)" userId="084c3255-a5bf-450c-be20-6fce5371fa15" providerId="ADAL" clId="{78709189-4207-4BAF-8D67-23A4FA14D741}" dt="2024-04-18T16:57:16.994" v="7635" actId="14100"/>
          <ac:spMkLst>
            <pc:docMk/>
            <pc:sldMk cId="1661586400" sldId="1817"/>
            <ac:spMk id="11" creationId="{967CBC20-0DE1-7C6C-BFD4-45839FDF7B3B}"/>
          </ac:spMkLst>
        </pc:spChg>
        <pc:spChg chg="mod">
          <ac:chgData name="Marc Emmanuel EBO (Green Pay)" userId="084c3255-a5bf-450c-be20-6fce5371fa15" providerId="ADAL" clId="{78709189-4207-4BAF-8D67-23A4FA14D741}" dt="2024-04-18T16:57:25.915" v="7636" actId="2711"/>
          <ac:spMkLst>
            <pc:docMk/>
            <pc:sldMk cId="1661586400" sldId="1817"/>
            <ac:spMk id="12" creationId="{64BBC8D5-3193-5E1A-606D-3BAA8243E9CD}"/>
          </ac:spMkLst>
        </pc:spChg>
        <pc:spChg chg="mod">
          <ac:chgData name="Marc Emmanuel EBO (Green Pay)" userId="084c3255-a5bf-450c-be20-6fce5371fa15" providerId="ADAL" clId="{78709189-4207-4BAF-8D67-23A4FA14D741}" dt="2024-04-16T12:20:41.162" v="5" actId="14100"/>
          <ac:spMkLst>
            <pc:docMk/>
            <pc:sldMk cId="1661586400" sldId="1817"/>
            <ac:spMk id="15" creationId="{C047EE49-F948-D97E-7F71-2896353DB82E}"/>
          </ac:spMkLst>
        </pc:spChg>
        <pc:picChg chg="add mod">
          <ac:chgData name="Marc Emmanuel EBO (Green Pay)" userId="084c3255-a5bf-450c-be20-6fce5371fa15" providerId="ADAL" clId="{78709189-4207-4BAF-8D67-23A4FA14D741}" dt="2024-04-17T15:29:01.904" v="6198" actId="14100"/>
          <ac:picMkLst>
            <pc:docMk/>
            <pc:sldMk cId="1661586400" sldId="1817"/>
            <ac:picMk id="3" creationId="{FD1F233C-7456-C86B-ECB6-28910EF5EC29}"/>
          </ac:picMkLst>
        </pc:picChg>
        <pc:picChg chg="mod">
          <ac:chgData name="Marc Emmanuel EBO (Green Pay)" userId="084c3255-a5bf-450c-be20-6fce5371fa15" providerId="ADAL" clId="{78709189-4207-4BAF-8D67-23A4FA14D741}" dt="2024-04-16T12:20:48.191" v="6" actId="14100"/>
          <ac:picMkLst>
            <pc:docMk/>
            <pc:sldMk cId="1661586400" sldId="1817"/>
            <ac:picMk id="16" creationId="{3CF207C8-DA8D-661D-F957-3AACA4750875}"/>
          </ac:picMkLst>
        </pc:picChg>
      </pc:sldChg>
      <pc:sldChg chg="addSp delSp modSp mod ord">
        <pc:chgData name="Marc Emmanuel EBO (Green Pay)" userId="084c3255-a5bf-450c-be20-6fce5371fa15" providerId="ADAL" clId="{78709189-4207-4BAF-8D67-23A4FA14D741}" dt="2024-04-18T19:49:50.305" v="8118" actId="478"/>
        <pc:sldMkLst>
          <pc:docMk/>
          <pc:sldMk cId="1488755956" sldId="1818"/>
        </pc:sldMkLst>
        <pc:spChg chg="add mod">
          <ac:chgData name="Marc Emmanuel EBO (Green Pay)" userId="084c3255-a5bf-450c-be20-6fce5371fa15" providerId="ADAL" clId="{78709189-4207-4BAF-8D67-23A4FA14D741}" dt="2024-04-18T19:45:49.027" v="7991" actId="113"/>
          <ac:spMkLst>
            <pc:docMk/>
            <pc:sldMk cId="1488755956" sldId="1818"/>
            <ac:spMk id="2" creationId="{EECF7FDC-CBC6-D96E-3EF1-2B453C86CDE3}"/>
          </ac:spMkLst>
        </pc:spChg>
        <pc:spChg chg="mod">
          <ac:chgData name="Marc Emmanuel EBO (Green Pay)" userId="084c3255-a5bf-450c-be20-6fce5371fa15" providerId="ADAL" clId="{78709189-4207-4BAF-8D67-23A4FA14D741}" dt="2024-04-18T00:07:37.223" v="7332" actId="20577"/>
          <ac:spMkLst>
            <pc:docMk/>
            <pc:sldMk cId="1488755956" sldId="1818"/>
            <ac:spMk id="4" creationId="{56FE3A13-0DA0-7E41-2358-079CC3B0D3A7}"/>
          </ac:spMkLst>
        </pc:spChg>
        <pc:spChg chg="add mod">
          <ac:chgData name="Marc Emmanuel EBO (Green Pay)" userId="084c3255-a5bf-450c-be20-6fce5371fa15" providerId="ADAL" clId="{78709189-4207-4BAF-8D67-23A4FA14D741}" dt="2024-04-17T16:37:01.777" v="7011" actId="115"/>
          <ac:spMkLst>
            <pc:docMk/>
            <pc:sldMk cId="1488755956" sldId="1818"/>
            <ac:spMk id="5" creationId="{093B3719-2C2C-8978-EF2F-25137D3F4852}"/>
          </ac:spMkLst>
        </pc:spChg>
        <pc:spChg chg="add mod">
          <ac:chgData name="Marc Emmanuel EBO (Green Pay)" userId="084c3255-a5bf-450c-be20-6fce5371fa15" providerId="ADAL" clId="{78709189-4207-4BAF-8D67-23A4FA14D741}" dt="2024-04-17T16:40:46.380" v="7064" actId="14100"/>
          <ac:spMkLst>
            <pc:docMk/>
            <pc:sldMk cId="1488755956" sldId="1818"/>
            <ac:spMk id="7" creationId="{12A7E4AC-6207-AC75-18B2-D88C6FA71D3F}"/>
          </ac:spMkLst>
        </pc:spChg>
        <pc:spChg chg="del">
          <ac:chgData name="Marc Emmanuel EBO (Green Pay)" userId="084c3255-a5bf-450c-be20-6fce5371fa15" providerId="ADAL" clId="{78709189-4207-4BAF-8D67-23A4FA14D741}" dt="2024-04-17T13:15:42.088" v="3268" actId="478"/>
          <ac:spMkLst>
            <pc:docMk/>
            <pc:sldMk cId="1488755956" sldId="1818"/>
            <ac:spMk id="8" creationId="{117C2AFB-EAEA-5B28-70C9-9B7EAF3D4B19}"/>
          </ac:spMkLst>
        </pc:spChg>
        <pc:spChg chg="add mod">
          <ac:chgData name="Marc Emmanuel EBO (Green Pay)" userId="084c3255-a5bf-450c-be20-6fce5371fa15" providerId="ADAL" clId="{78709189-4207-4BAF-8D67-23A4FA14D741}" dt="2024-04-18T19:47:36.242" v="8093" actId="113"/>
          <ac:spMkLst>
            <pc:docMk/>
            <pc:sldMk cId="1488755956" sldId="1818"/>
            <ac:spMk id="11" creationId="{454CB187-989C-1E65-98D0-276B58E06715}"/>
          </ac:spMkLst>
        </pc:spChg>
        <pc:spChg chg="add mod">
          <ac:chgData name="Marc Emmanuel EBO (Green Pay)" userId="084c3255-a5bf-450c-be20-6fce5371fa15" providerId="ADAL" clId="{78709189-4207-4BAF-8D67-23A4FA14D741}" dt="2024-04-17T16:39:30.059" v="7025" actId="14100"/>
          <ac:spMkLst>
            <pc:docMk/>
            <pc:sldMk cId="1488755956" sldId="1818"/>
            <ac:spMk id="13" creationId="{1FD185D7-959A-1E70-A77B-B6AEBC37D742}"/>
          </ac:spMkLst>
        </pc:spChg>
        <pc:spChg chg="add mod">
          <ac:chgData name="Marc Emmanuel EBO (Green Pay)" userId="084c3255-a5bf-450c-be20-6fce5371fa15" providerId="ADAL" clId="{78709189-4207-4BAF-8D67-23A4FA14D741}" dt="2024-04-17T16:41:31.890" v="7068" actId="255"/>
          <ac:spMkLst>
            <pc:docMk/>
            <pc:sldMk cId="1488755956" sldId="1818"/>
            <ac:spMk id="14" creationId="{B92CB0CC-CEFF-1D7B-9E8F-82B26CBCE8BA}"/>
          </ac:spMkLst>
        </pc:spChg>
        <pc:spChg chg="add mod">
          <ac:chgData name="Marc Emmanuel EBO (Green Pay)" userId="084c3255-a5bf-450c-be20-6fce5371fa15" providerId="ADAL" clId="{78709189-4207-4BAF-8D67-23A4FA14D741}" dt="2024-04-17T16:37:34.007" v="7015" actId="2085"/>
          <ac:spMkLst>
            <pc:docMk/>
            <pc:sldMk cId="1488755956" sldId="1818"/>
            <ac:spMk id="23" creationId="{334A325C-57AE-3D6A-0BA9-EE1483950F9E}"/>
          </ac:spMkLst>
        </pc:spChg>
        <pc:spChg chg="add del mod">
          <ac:chgData name="Marc Emmanuel EBO (Green Pay)" userId="084c3255-a5bf-450c-be20-6fce5371fa15" providerId="ADAL" clId="{78709189-4207-4BAF-8D67-23A4FA14D741}" dt="2024-04-18T19:49:50.305" v="8118" actId="478"/>
          <ac:spMkLst>
            <pc:docMk/>
            <pc:sldMk cId="1488755956" sldId="1818"/>
            <ac:spMk id="24" creationId="{ABD48551-C98C-FCE3-001C-6E831D4D3921}"/>
          </ac:spMkLst>
        </pc:spChg>
        <pc:graphicFrameChg chg="del">
          <ac:chgData name="Marc Emmanuel EBO (Green Pay)" userId="084c3255-a5bf-450c-be20-6fce5371fa15" providerId="ADAL" clId="{78709189-4207-4BAF-8D67-23A4FA14D741}" dt="2024-04-17T13:15:39.449" v="3267" actId="478"/>
          <ac:graphicFrameMkLst>
            <pc:docMk/>
            <pc:sldMk cId="1488755956" sldId="1818"/>
            <ac:graphicFrameMk id="6" creationId="{D20B5237-271E-1726-C0FA-8BC8A585C5C2}"/>
          </ac:graphicFrameMkLst>
        </pc:graphicFrameChg>
        <pc:graphicFrameChg chg="del">
          <ac:chgData name="Marc Emmanuel EBO (Green Pay)" userId="084c3255-a5bf-450c-be20-6fce5371fa15" providerId="ADAL" clId="{78709189-4207-4BAF-8D67-23A4FA14D741}" dt="2024-04-17T13:15:44.164" v="3269" actId="478"/>
          <ac:graphicFrameMkLst>
            <pc:docMk/>
            <pc:sldMk cId="1488755956" sldId="1818"/>
            <ac:graphicFrameMk id="10" creationId="{6DDCDCA2-36FF-B55D-2124-71865CE947AA}"/>
          </ac:graphicFrameMkLst>
        </pc:graphicFrameChg>
        <pc:picChg chg="add mod">
          <ac:chgData name="Marc Emmanuel EBO (Green Pay)" userId="084c3255-a5bf-450c-be20-6fce5371fa15" providerId="ADAL" clId="{78709189-4207-4BAF-8D67-23A4FA14D741}" dt="2024-04-17T15:46:41.496" v="6410" actId="14100"/>
          <ac:picMkLst>
            <pc:docMk/>
            <pc:sldMk cId="1488755956" sldId="1818"/>
            <ac:picMk id="3" creationId="{4FC60880-D4B6-7366-A1C4-117223CA471A}"/>
          </ac:picMkLst>
        </pc:picChg>
        <pc:picChg chg="add mod">
          <ac:chgData name="Marc Emmanuel EBO (Green Pay)" userId="084c3255-a5bf-450c-be20-6fce5371fa15" providerId="ADAL" clId="{78709189-4207-4BAF-8D67-23A4FA14D741}" dt="2024-04-17T15:46:54.391" v="6412" actId="14100"/>
          <ac:picMkLst>
            <pc:docMk/>
            <pc:sldMk cId="1488755956" sldId="1818"/>
            <ac:picMk id="9" creationId="{D6DA9730-E10B-1576-DDC3-DEA0349444D8}"/>
          </ac:picMkLst>
        </pc:picChg>
        <pc:picChg chg="add mod">
          <ac:chgData name="Marc Emmanuel EBO (Green Pay)" userId="084c3255-a5bf-450c-be20-6fce5371fa15" providerId="ADAL" clId="{78709189-4207-4BAF-8D67-23A4FA14D741}" dt="2024-04-17T15:54:12.354" v="6489" actId="1076"/>
          <ac:picMkLst>
            <pc:docMk/>
            <pc:sldMk cId="1488755956" sldId="1818"/>
            <ac:picMk id="12" creationId="{DF9E6B77-8CC9-9BC2-997E-141711D669D7}"/>
          </ac:picMkLst>
        </pc:picChg>
        <pc:picChg chg="add del mod">
          <ac:chgData name="Marc Emmanuel EBO (Green Pay)" userId="084c3255-a5bf-450c-be20-6fce5371fa15" providerId="ADAL" clId="{78709189-4207-4BAF-8D67-23A4FA14D741}" dt="2024-04-17T16:10:58.449" v="6678" actId="478"/>
          <ac:picMkLst>
            <pc:docMk/>
            <pc:sldMk cId="1488755956" sldId="1818"/>
            <ac:picMk id="16" creationId="{DB7910FF-D16B-009D-5AC0-CE886A02EF9B}"/>
          </ac:picMkLst>
        </pc:picChg>
        <pc:picChg chg="add del mod">
          <ac:chgData name="Marc Emmanuel EBO (Green Pay)" userId="084c3255-a5bf-450c-be20-6fce5371fa15" providerId="ADAL" clId="{78709189-4207-4BAF-8D67-23A4FA14D741}" dt="2024-04-17T16:11:29.099" v="6685" actId="478"/>
          <ac:picMkLst>
            <pc:docMk/>
            <pc:sldMk cId="1488755956" sldId="1818"/>
            <ac:picMk id="17" creationId="{54AA8540-62C1-B0FD-4868-6673E5F993F5}"/>
          </ac:picMkLst>
        </pc:picChg>
        <pc:picChg chg="add del mod">
          <ac:chgData name="Marc Emmanuel EBO (Green Pay)" userId="084c3255-a5bf-450c-be20-6fce5371fa15" providerId="ADAL" clId="{78709189-4207-4BAF-8D67-23A4FA14D741}" dt="2024-04-17T16:12:08.383" v="6695" actId="478"/>
          <ac:picMkLst>
            <pc:docMk/>
            <pc:sldMk cId="1488755956" sldId="1818"/>
            <ac:picMk id="19" creationId="{7F49D707-2A70-A532-B43E-439CE05EA622}"/>
          </ac:picMkLst>
        </pc:picChg>
        <pc:picChg chg="add mod">
          <ac:chgData name="Marc Emmanuel EBO (Green Pay)" userId="084c3255-a5bf-450c-be20-6fce5371fa15" providerId="ADAL" clId="{78709189-4207-4BAF-8D67-23A4FA14D741}" dt="2024-04-18T19:47:23.233" v="8090" actId="1076"/>
          <ac:picMkLst>
            <pc:docMk/>
            <pc:sldMk cId="1488755956" sldId="1818"/>
            <ac:picMk id="21" creationId="{74DF9F1E-FE9A-C041-5622-7450723BDC64}"/>
          </ac:picMkLst>
        </pc:picChg>
        <pc:picChg chg="add mod">
          <ac:chgData name="Marc Emmanuel EBO (Green Pay)" userId="084c3255-a5bf-450c-be20-6fce5371fa15" providerId="ADAL" clId="{78709189-4207-4BAF-8D67-23A4FA14D741}" dt="2024-04-17T16:28:19.268" v="6771" actId="1076"/>
          <ac:picMkLst>
            <pc:docMk/>
            <pc:sldMk cId="1488755956" sldId="1818"/>
            <ac:picMk id="22" creationId="{8A053777-953C-446E-7F2E-0DBA6A71EECD}"/>
          </ac:picMkLst>
        </pc:picChg>
      </pc:sldChg>
      <pc:sldChg chg="new del">
        <pc:chgData name="Marc Emmanuel EBO (Green Pay)" userId="084c3255-a5bf-450c-be20-6fce5371fa15" providerId="ADAL" clId="{78709189-4207-4BAF-8D67-23A4FA14D741}" dt="2024-04-16T12:23:55.191" v="8" actId="680"/>
        <pc:sldMkLst>
          <pc:docMk/>
          <pc:sldMk cId="3550827763" sldId="1819"/>
        </pc:sldMkLst>
      </pc:sldChg>
      <pc:sldChg chg="addSp delSp modSp add mod ord delAnim">
        <pc:chgData name="Marc Emmanuel EBO (Green Pay)" userId="084c3255-a5bf-450c-be20-6fce5371fa15" providerId="ADAL" clId="{78709189-4207-4BAF-8D67-23A4FA14D741}" dt="2024-04-18T13:44:02.822" v="7631" actId="1076"/>
        <pc:sldMkLst>
          <pc:docMk/>
          <pc:sldMk cId="3667038299" sldId="1819"/>
        </pc:sldMkLst>
        <pc:spChg chg="del">
          <ac:chgData name="Marc Emmanuel EBO (Green Pay)" userId="084c3255-a5bf-450c-be20-6fce5371fa15" providerId="ADAL" clId="{78709189-4207-4BAF-8D67-23A4FA14D741}" dt="2024-04-17T07:15:06.467" v="1202" actId="478"/>
          <ac:spMkLst>
            <pc:docMk/>
            <pc:sldMk cId="3667038299" sldId="1819"/>
            <ac:spMk id="3" creationId="{00000000-0000-0000-0000-000000000000}"/>
          </ac:spMkLst>
        </pc:spChg>
        <pc:spChg chg="add mod">
          <ac:chgData name="Marc Emmanuel EBO (Green Pay)" userId="084c3255-a5bf-450c-be20-6fce5371fa15" providerId="ADAL" clId="{78709189-4207-4BAF-8D67-23A4FA14D741}" dt="2024-04-17T16:43:35.539" v="7077" actId="207"/>
          <ac:spMkLst>
            <pc:docMk/>
            <pc:sldMk cId="3667038299" sldId="1819"/>
            <ac:spMk id="4" creationId="{59FB2F0A-F861-6BBF-3D35-2E575F668D67}"/>
          </ac:spMkLst>
        </pc:spChg>
        <pc:spChg chg="add del mod">
          <ac:chgData name="Marc Emmanuel EBO (Green Pay)" userId="084c3255-a5bf-450c-be20-6fce5371fa15" providerId="ADAL" clId="{78709189-4207-4BAF-8D67-23A4FA14D741}" dt="2024-04-16T12:43:39.214" v="284" actId="478"/>
          <ac:spMkLst>
            <pc:docMk/>
            <pc:sldMk cId="3667038299" sldId="1819"/>
            <ac:spMk id="5" creationId="{8963CBC0-C179-ACE4-F78F-8700DBE976E9}"/>
          </ac:spMkLst>
        </pc:spChg>
        <pc:spChg chg="add mod">
          <ac:chgData name="Marc Emmanuel EBO (Green Pay)" userId="084c3255-a5bf-450c-be20-6fce5371fa15" providerId="ADAL" clId="{78709189-4207-4BAF-8D67-23A4FA14D741}" dt="2024-04-17T16:43:45.199" v="7078" actId="207"/>
          <ac:spMkLst>
            <pc:docMk/>
            <pc:sldMk cId="3667038299" sldId="1819"/>
            <ac:spMk id="6" creationId="{A6EF3176-4C7B-8A7E-57A7-1780DEE188F5}"/>
          </ac:spMkLst>
        </pc:spChg>
        <pc:spChg chg="add mod">
          <ac:chgData name="Marc Emmanuel EBO (Green Pay)" userId="084c3255-a5bf-450c-be20-6fce5371fa15" providerId="ADAL" clId="{78709189-4207-4BAF-8D67-23A4FA14D741}" dt="2024-04-17T16:43:50.970" v="7079" actId="207"/>
          <ac:spMkLst>
            <pc:docMk/>
            <pc:sldMk cId="3667038299" sldId="1819"/>
            <ac:spMk id="7" creationId="{ED64FA9D-68D1-D31A-DB8E-1BBF3203E359}"/>
          </ac:spMkLst>
        </pc:spChg>
        <pc:spChg chg="add del mod">
          <ac:chgData name="Marc Emmanuel EBO (Green Pay)" userId="084c3255-a5bf-450c-be20-6fce5371fa15" providerId="ADAL" clId="{78709189-4207-4BAF-8D67-23A4FA14D741}" dt="2024-04-17T07:15:10.386" v="1203" actId="478"/>
          <ac:spMkLst>
            <pc:docMk/>
            <pc:sldMk cId="3667038299" sldId="1819"/>
            <ac:spMk id="9" creationId="{6A34AEEA-015B-D556-9300-A4A887C2801F}"/>
          </ac:spMkLst>
        </pc:spChg>
        <pc:spChg chg="del">
          <ac:chgData name="Marc Emmanuel EBO (Green Pay)" userId="084c3255-a5bf-450c-be20-6fce5371fa15" providerId="ADAL" clId="{78709189-4207-4BAF-8D67-23A4FA14D741}" dt="2024-04-16T12:40:49.533" v="230" actId="478"/>
          <ac:spMkLst>
            <pc:docMk/>
            <pc:sldMk cId="3667038299" sldId="1819"/>
            <ac:spMk id="10" creationId="{54A383BB-CBAD-9C70-8979-D06939C646DE}"/>
          </ac:spMkLst>
        </pc:spChg>
        <pc:spChg chg="del mod">
          <ac:chgData name="Marc Emmanuel EBO (Green Pay)" userId="084c3255-a5bf-450c-be20-6fce5371fa15" providerId="ADAL" clId="{78709189-4207-4BAF-8D67-23A4FA14D741}" dt="2024-04-16T12:24:57.442" v="12" actId="478"/>
          <ac:spMkLst>
            <pc:docMk/>
            <pc:sldMk cId="3667038299" sldId="1819"/>
            <ac:spMk id="11" creationId="{E4BA7F06-0DA4-B1F1-4764-E11D5E96442B}"/>
          </ac:spMkLst>
        </pc:spChg>
        <pc:spChg chg="del">
          <ac:chgData name="Marc Emmanuel EBO (Green Pay)" userId="084c3255-a5bf-450c-be20-6fce5371fa15" providerId="ADAL" clId="{78709189-4207-4BAF-8D67-23A4FA14D741}" dt="2024-04-16T12:25:09.435" v="15" actId="478"/>
          <ac:spMkLst>
            <pc:docMk/>
            <pc:sldMk cId="3667038299" sldId="1819"/>
            <ac:spMk id="12" creationId="{2DCD985B-2EE1-ABB2-C539-8E681EB5728F}"/>
          </ac:spMkLst>
        </pc:spChg>
        <pc:spChg chg="del">
          <ac:chgData name="Marc Emmanuel EBO (Green Pay)" userId="084c3255-a5bf-450c-be20-6fce5371fa15" providerId="ADAL" clId="{78709189-4207-4BAF-8D67-23A4FA14D741}" dt="2024-04-16T12:25:38.769" v="22" actId="478"/>
          <ac:spMkLst>
            <pc:docMk/>
            <pc:sldMk cId="3667038299" sldId="1819"/>
            <ac:spMk id="13" creationId="{1A1A9FD1-D5B9-E243-D906-09E5F6B68176}"/>
          </ac:spMkLst>
        </pc:spChg>
        <pc:spChg chg="del">
          <ac:chgData name="Marc Emmanuel EBO (Green Pay)" userId="084c3255-a5bf-450c-be20-6fce5371fa15" providerId="ADAL" clId="{78709189-4207-4BAF-8D67-23A4FA14D741}" dt="2024-04-16T12:25:33.485" v="21" actId="478"/>
          <ac:spMkLst>
            <pc:docMk/>
            <pc:sldMk cId="3667038299" sldId="1819"/>
            <ac:spMk id="14" creationId="{F665A244-09D4-A3EA-905A-623A913CB323}"/>
          </ac:spMkLst>
        </pc:spChg>
        <pc:spChg chg="del mod">
          <ac:chgData name="Marc Emmanuel EBO (Green Pay)" userId="084c3255-a5bf-450c-be20-6fce5371fa15" providerId="ADAL" clId="{78709189-4207-4BAF-8D67-23A4FA14D741}" dt="2024-04-17T16:42:45.989" v="7073" actId="478"/>
          <ac:spMkLst>
            <pc:docMk/>
            <pc:sldMk cId="3667038299" sldId="1819"/>
            <ac:spMk id="15" creationId="{24F028EF-2085-D624-19E2-322EB70A01A4}"/>
          </ac:spMkLst>
        </pc:spChg>
        <pc:spChg chg="del">
          <ac:chgData name="Marc Emmanuel EBO (Green Pay)" userId="084c3255-a5bf-450c-be20-6fce5371fa15" providerId="ADAL" clId="{78709189-4207-4BAF-8D67-23A4FA14D741}" dt="2024-04-16T12:25:30.422" v="20" actId="478"/>
          <ac:spMkLst>
            <pc:docMk/>
            <pc:sldMk cId="3667038299" sldId="1819"/>
            <ac:spMk id="16" creationId="{7A531FA0-81EE-49BB-F2A0-E11EFEF88FA8}"/>
          </ac:spMkLst>
        </pc:spChg>
        <pc:spChg chg="mod">
          <ac:chgData name="Marc Emmanuel EBO (Green Pay)" userId="084c3255-a5bf-450c-be20-6fce5371fa15" providerId="ADAL" clId="{78709189-4207-4BAF-8D67-23A4FA14D741}" dt="2024-04-18T13:44:02.822" v="7631" actId="1076"/>
          <ac:spMkLst>
            <pc:docMk/>
            <pc:sldMk cId="3667038299" sldId="1819"/>
            <ac:spMk id="17" creationId="{61CC0604-577E-48E1-33DC-233F4F6FF475}"/>
          </ac:spMkLst>
        </pc:spChg>
        <pc:spChg chg="mod">
          <ac:chgData name="Marc Emmanuel EBO (Green Pay)" userId="084c3255-a5bf-450c-be20-6fce5371fa15" providerId="ADAL" clId="{78709189-4207-4BAF-8D67-23A4FA14D741}" dt="2024-04-17T16:43:21.764" v="7074" actId="207"/>
          <ac:spMkLst>
            <pc:docMk/>
            <pc:sldMk cId="3667038299" sldId="1819"/>
            <ac:spMk id="18" creationId="{9B78F06A-432C-5509-2963-47D57C3CBC59}"/>
          </ac:spMkLst>
        </pc:spChg>
        <pc:spChg chg="mod">
          <ac:chgData name="Marc Emmanuel EBO (Green Pay)" userId="084c3255-a5bf-450c-be20-6fce5371fa15" providerId="ADAL" clId="{78709189-4207-4BAF-8D67-23A4FA14D741}" dt="2024-04-17T16:43:25.954" v="7075" actId="207"/>
          <ac:spMkLst>
            <pc:docMk/>
            <pc:sldMk cId="3667038299" sldId="1819"/>
            <ac:spMk id="19" creationId="{DCB6177C-5956-75E2-3A84-2673A343CAAC}"/>
          </ac:spMkLst>
        </pc:spChg>
        <pc:spChg chg="mod">
          <ac:chgData name="Marc Emmanuel EBO (Green Pay)" userId="084c3255-a5bf-450c-be20-6fce5371fa15" providerId="ADAL" clId="{78709189-4207-4BAF-8D67-23A4FA14D741}" dt="2024-04-17T16:43:30.791" v="7076" actId="207"/>
          <ac:spMkLst>
            <pc:docMk/>
            <pc:sldMk cId="3667038299" sldId="1819"/>
            <ac:spMk id="20" creationId="{DDB465AD-6514-61ED-34FA-177083593124}"/>
          </ac:spMkLst>
        </pc:spChg>
        <pc:spChg chg="mod">
          <ac:chgData name="Marc Emmanuel EBO (Green Pay)" userId="084c3255-a5bf-450c-be20-6fce5371fa15" providerId="ADAL" clId="{78709189-4207-4BAF-8D67-23A4FA14D741}" dt="2024-04-18T13:29:13.484" v="7341" actId="20577"/>
          <ac:spMkLst>
            <pc:docMk/>
            <pc:sldMk cId="3667038299" sldId="1819"/>
            <ac:spMk id="21" creationId="{C57EE2D4-4A64-BB07-0016-2A5EB00F8F03}"/>
          </ac:spMkLst>
        </pc:spChg>
        <pc:spChg chg="del">
          <ac:chgData name="Marc Emmanuel EBO (Green Pay)" userId="084c3255-a5bf-450c-be20-6fce5371fa15" providerId="ADAL" clId="{78709189-4207-4BAF-8D67-23A4FA14D741}" dt="2024-04-16T12:24:52.383" v="10" actId="478"/>
          <ac:spMkLst>
            <pc:docMk/>
            <pc:sldMk cId="3667038299" sldId="1819"/>
            <ac:spMk id="22" creationId="{8F01C788-7951-1BC9-7CAC-C760E1B4F2C9}"/>
          </ac:spMkLst>
        </pc:spChg>
        <pc:spChg chg="add mod">
          <ac:chgData name="Marc Emmanuel EBO (Green Pay)" userId="084c3255-a5bf-450c-be20-6fce5371fa15" providerId="ADAL" clId="{78709189-4207-4BAF-8D67-23A4FA14D741}" dt="2024-04-17T16:44:02.703" v="7082" actId="113"/>
          <ac:spMkLst>
            <pc:docMk/>
            <pc:sldMk cId="3667038299" sldId="1819"/>
            <ac:spMk id="23" creationId="{C0BB699A-F3E7-65AA-99E2-F0FB526AFC36}"/>
          </ac:spMkLst>
        </pc:spChg>
        <pc:spChg chg="del mod">
          <ac:chgData name="Marc Emmanuel EBO (Green Pay)" userId="084c3255-a5bf-450c-be20-6fce5371fa15" providerId="ADAL" clId="{78709189-4207-4BAF-8D67-23A4FA14D741}" dt="2024-04-16T12:25:05.808" v="14" actId="478"/>
          <ac:spMkLst>
            <pc:docMk/>
            <pc:sldMk cId="3667038299" sldId="1819"/>
            <ac:spMk id="24" creationId="{660EBEA9-AB5F-BCD8-C7F2-F0110A0B75C5}"/>
          </ac:spMkLst>
        </pc:spChg>
        <pc:spChg chg="del">
          <ac:chgData name="Marc Emmanuel EBO (Green Pay)" userId="084c3255-a5bf-450c-be20-6fce5371fa15" providerId="ADAL" clId="{78709189-4207-4BAF-8D67-23A4FA14D741}" dt="2024-04-16T12:42:39.819" v="241" actId="478"/>
          <ac:spMkLst>
            <pc:docMk/>
            <pc:sldMk cId="3667038299" sldId="1819"/>
            <ac:spMk id="33" creationId="{00000000-0000-0000-0000-000000000000}"/>
          </ac:spMkLst>
        </pc:spChg>
        <pc:spChg chg="del mod">
          <ac:chgData name="Marc Emmanuel EBO (Green Pay)" userId="084c3255-a5bf-450c-be20-6fce5371fa15" providerId="ADAL" clId="{78709189-4207-4BAF-8D67-23A4FA14D741}" dt="2024-04-16T12:25:14.967" v="17" actId="478"/>
          <ac:spMkLst>
            <pc:docMk/>
            <pc:sldMk cId="3667038299" sldId="1819"/>
            <ac:spMk id="35" creationId="{FC9BE10B-40AD-E29C-923A-384F21E8DA40}"/>
          </ac:spMkLst>
        </pc:spChg>
        <pc:spChg chg="del">
          <ac:chgData name="Marc Emmanuel EBO (Green Pay)" userId="084c3255-a5bf-450c-be20-6fce5371fa15" providerId="ADAL" clId="{78709189-4207-4BAF-8D67-23A4FA14D741}" dt="2024-04-17T08:16:08.916" v="2991" actId="478"/>
          <ac:spMkLst>
            <pc:docMk/>
            <pc:sldMk cId="3667038299" sldId="1819"/>
            <ac:spMk id="47" creationId="{00000000-0000-0000-0000-000000000000}"/>
          </ac:spMkLst>
        </pc:spChg>
        <pc:spChg chg="del">
          <ac:chgData name="Marc Emmanuel EBO (Green Pay)" userId="084c3255-a5bf-450c-be20-6fce5371fa15" providerId="ADAL" clId="{78709189-4207-4BAF-8D67-23A4FA14D741}" dt="2024-04-16T12:25:20.140" v="18" actId="478"/>
          <ac:spMkLst>
            <pc:docMk/>
            <pc:sldMk cId="3667038299" sldId="1819"/>
            <ac:spMk id="48" creationId="{67432557-16D2-64FC-A897-37F693523459}"/>
          </ac:spMkLst>
        </pc:spChg>
        <pc:spChg chg="del">
          <ac:chgData name="Marc Emmanuel EBO (Green Pay)" userId="084c3255-a5bf-450c-be20-6fce5371fa15" providerId="ADAL" clId="{78709189-4207-4BAF-8D67-23A4FA14D741}" dt="2024-04-16T12:25:23.861" v="19" actId="478"/>
          <ac:spMkLst>
            <pc:docMk/>
            <pc:sldMk cId="3667038299" sldId="1819"/>
            <ac:spMk id="51" creationId="{7024CAA6-1875-AF25-2965-B509AF324F41}"/>
          </ac:spMkLst>
        </pc:spChg>
        <pc:spChg chg="del">
          <ac:chgData name="Marc Emmanuel EBO (Green Pay)" userId="084c3255-a5bf-450c-be20-6fce5371fa15" providerId="ADAL" clId="{78709189-4207-4BAF-8D67-23A4FA14D741}" dt="2024-04-18T13:38:10.285" v="7354" actId="478"/>
          <ac:spMkLst>
            <pc:docMk/>
            <pc:sldMk cId="3667038299" sldId="1819"/>
            <ac:spMk id="56" creationId="{00000000-0000-0000-0000-000000000000}"/>
          </ac:spMkLst>
        </pc:spChg>
        <pc:spChg chg="del">
          <ac:chgData name="Marc Emmanuel EBO (Green Pay)" userId="084c3255-a5bf-450c-be20-6fce5371fa15" providerId="ADAL" clId="{78709189-4207-4BAF-8D67-23A4FA14D741}" dt="2024-04-17T14:17:53.347" v="3789" actId="478"/>
          <ac:spMkLst>
            <pc:docMk/>
            <pc:sldMk cId="3667038299" sldId="1819"/>
            <ac:spMk id="61" creationId="{00000000-0000-0000-0000-000000000000}"/>
          </ac:spMkLst>
        </pc:spChg>
        <pc:grpChg chg="del">
          <ac:chgData name="Marc Emmanuel EBO (Green Pay)" userId="084c3255-a5bf-450c-be20-6fce5371fa15" providerId="ADAL" clId="{78709189-4207-4BAF-8D67-23A4FA14D741}" dt="2024-04-17T08:16:13.621" v="2992" actId="478"/>
          <ac:grpSpMkLst>
            <pc:docMk/>
            <pc:sldMk cId="3667038299" sldId="1819"/>
            <ac:grpSpMk id="37" creationId="{00000000-0000-0000-0000-000000000000}"/>
          </ac:grpSpMkLst>
        </pc:grpChg>
      </pc:sldChg>
      <pc:sldChg chg="modSp add del mod">
        <pc:chgData name="Marc Emmanuel EBO (Green Pay)" userId="084c3255-a5bf-450c-be20-6fce5371fa15" providerId="ADAL" clId="{78709189-4207-4BAF-8D67-23A4FA14D741}" dt="2024-04-18T19:49:51.141" v="8119" actId="2890"/>
        <pc:sldMkLst>
          <pc:docMk/>
          <pc:sldMk cId="2694028787" sldId="1820"/>
        </pc:sldMkLst>
        <pc:spChg chg="mod">
          <ac:chgData name="Marc Emmanuel EBO (Green Pay)" userId="084c3255-a5bf-450c-be20-6fce5371fa15" providerId="ADAL" clId="{78709189-4207-4BAF-8D67-23A4FA14D741}" dt="2024-04-18T19:49:49.597" v="8117" actId="20577"/>
          <ac:spMkLst>
            <pc:docMk/>
            <pc:sldMk cId="2694028787" sldId="1820"/>
            <ac:spMk id="5" creationId="{093B3719-2C2C-8978-EF2F-25137D3F4852}"/>
          </ac:spMkLst>
        </pc:spChg>
      </pc:sldChg>
      <pc:sldMasterChg chg="delSldLayout">
        <pc:chgData name="Marc Emmanuel EBO (Green Pay)" userId="084c3255-a5bf-450c-be20-6fce5371fa15" providerId="ADAL" clId="{78709189-4207-4BAF-8D67-23A4FA14D741}" dt="2024-04-17T08:27:42.446" v="3233" actId="2696"/>
        <pc:sldMasterMkLst>
          <pc:docMk/>
          <pc:sldMasterMk cId="0" sldId="2147483648"/>
        </pc:sldMasterMkLst>
        <pc:sldLayoutChg chg="del">
          <pc:chgData name="Marc Emmanuel EBO (Green Pay)" userId="084c3255-a5bf-450c-be20-6fce5371fa15" providerId="ADAL" clId="{78709189-4207-4BAF-8D67-23A4FA14D741}" dt="2024-04-17T08:27:42.446" v="3233" actId="2696"/>
          <pc:sldLayoutMkLst>
            <pc:docMk/>
            <pc:sldMasterMk cId="0" sldId="2147483648"/>
            <pc:sldLayoutMk cId="1849937449" sldId="2147484274"/>
          </pc:sldLayoutMkLst>
        </pc:sldLayoutChg>
      </pc:sldMasterChg>
    </pc:docChg>
  </pc:docChgLst>
  <pc:docChgLst>
    <pc:chgData name="Marc Emmanuel EBO (Green Pay)" userId="084c3255-a5bf-450c-be20-6fce5371fa15" providerId="ADAL" clId="{A4E2CDC8-7DC6-4C05-BF36-2E274FC55262}"/>
    <pc:docChg chg="undo custSel addSld delSld modSld">
      <pc:chgData name="Marc Emmanuel EBO (Green Pay)" userId="084c3255-a5bf-450c-be20-6fce5371fa15" providerId="ADAL" clId="{A4E2CDC8-7DC6-4C05-BF36-2E274FC55262}" dt="2024-06-01T12:29:41.441" v="751" actId="20577"/>
      <pc:docMkLst>
        <pc:docMk/>
      </pc:docMkLst>
      <pc:sldChg chg="delSp modSp mod">
        <pc:chgData name="Marc Emmanuel EBO (Green Pay)" userId="084c3255-a5bf-450c-be20-6fce5371fa15" providerId="ADAL" clId="{A4E2CDC8-7DC6-4C05-BF36-2E274FC55262}" dt="2024-06-01T08:05:35.510" v="543" actId="207"/>
        <pc:sldMkLst>
          <pc:docMk/>
          <pc:sldMk cId="3876947031" sldId="1810"/>
        </pc:sldMkLst>
        <pc:spChg chg="mod">
          <ac:chgData name="Marc Emmanuel EBO (Green Pay)" userId="084c3255-a5bf-450c-be20-6fce5371fa15" providerId="ADAL" clId="{A4E2CDC8-7DC6-4C05-BF36-2E274FC55262}" dt="2024-06-01T08:05:35.510" v="543" actId="207"/>
          <ac:spMkLst>
            <pc:docMk/>
            <pc:sldMk cId="3876947031" sldId="1810"/>
            <ac:spMk id="2" creationId="{84B04FE1-708E-FB88-772F-C130D420B5E6}"/>
          </ac:spMkLst>
        </pc:spChg>
        <pc:spChg chg="del">
          <ac:chgData name="Marc Emmanuel EBO (Green Pay)" userId="084c3255-a5bf-450c-be20-6fce5371fa15" providerId="ADAL" clId="{A4E2CDC8-7DC6-4C05-BF36-2E274FC55262}" dt="2024-06-01T06:29:34" v="506" actId="478"/>
          <ac:spMkLst>
            <pc:docMk/>
            <pc:sldMk cId="3876947031" sldId="1810"/>
            <ac:spMk id="3" creationId="{2785C6AB-46FF-8DE5-757E-C56F33C72B79}"/>
          </ac:spMkLst>
        </pc:spChg>
        <pc:spChg chg="del">
          <ac:chgData name="Marc Emmanuel EBO (Green Pay)" userId="084c3255-a5bf-450c-be20-6fce5371fa15" providerId="ADAL" clId="{A4E2CDC8-7DC6-4C05-BF36-2E274FC55262}" dt="2024-06-01T06:29:44.249" v="509" actId="478"/>
          <ac:spMkLst>
            <pc:docMk/>
            <pc:sldMk cId="3876947031" sldId="1810"/>
            <ac:spMk id="4" creationId="{141A24AA-4198-22AF-F702-CF1B72D43E52}"/>
          </ac:spMkLst>
        </pc:spChg>
        <pc:spChg chg="del">
          <ac:chgData name="Marc Emmanuel EBO (Green Pay)" userId="084c3255-a5bf-450c-be20-6fce5371fa15" providerId="ADAL" clId="{A4E2CDC8-7DC6-4C05-BF36-2E274FC55262}" dt="2024-06-01T06:29:47.377" v="510" actId="478"/>
          <ac:spMkLst>
            <pc:docMk/>
            <pc:sldMk cId="3876947031" sldId="1810"/>
            <ac:spMk id="5" creationId="{1BBBD0A5-4020-4183-7DA1-A649F354C3A7}"/>
          </ac:spMkLst>
        </pc:spChg>
        <pc:spChg chg="del">
          <ac:chgData name="Marc Emmanuel EBO (Green Pay)" userId="084c3255-a5bf-450c-be20-6fce5371fa15" providerId="ADAL" clId="{A4E2CDC8-7DC6-4C05-BF36-2E274FC55262}" dt="2024-06-01T06:29:37.331" v="507" actId="478"/>
          <ac:spMkLst>
            <pc:docMk/>
            <pc:sldMk cId="3876947031" sldId="1810"/>
            <ac:spMk id="6" creationId="{485F5679-8E14-2A79-0E90-A8502CE31462}"/>
          </ac:spMkLst>
        </pc:spChg>
        <pc:spChg chg="del">
          <ac:chgData name="Marc Emmanuel EBO (Green Pay)" userId="084c3255-a5bf-450c-be20-6fce5371fa15" providerId="ADAL" clId="{A4E2CDC8-7DC6-4C05-BF36-2E274FC55262}" dt="2024-06-01T06:29:50.772" v="511" actId="478"/>
          <ac:spMkLst>
            <pc:docMk/>
            <pc:sldMk cId="3876947031" sldId="1810"/>
            <ac:spMk id="7" creationId="{5D4154D2-015D-1215-03AE-C17AAA7A019C}"/>
          </ac:spMkLst>
        </pc:spChg>
        <pc:spChg chg="del">
          <ac:chgData name="Marc Emmanuel EBO (Green Pay)" userId="084c3255-a5bf-450c-be20-6fce5371fa15" providerId="ADAL" clId="{A4E2CDC8-7DC6-4C05-BF36-2E274FC55262}" dt="2024-06-01T06:29:58.896" v="514" actId="478"/>
          <ac:spMkLst>
            <pc:docMk/>
            <pc:sldMk cId="3876947031" sldId="1810"/>
            <ac:spMk id="9" creationId="{44813F13-65FE-7610-3CB2-2B9DD8EBC52D}"/>
          </ac:spMkLst>
        </pc:spChg>
        <pc:spChg chg="del">
          <ac:chgData name="Marc Emmanuel EBO (Green Pay)" userId="084c3255-a5bf-450c-be20-6fce5371fa15" providerId="ADAL" clId="{A4E2CDC8-7DC6-4C05-BF36-2E274FC55262}" dt="2024-06-01T06:29:53.207" v="512" actId="478"/>
          <ac:spMkLst>
            <pc:docMk/>
            <pc:sldMk cId="3876947031" sldId="1810"/>
            <ac:spMk id="10" creationId="{B871556D-9D4E-2649-1D34-AC269116314B}"/>
          </ac:spMkLst>
        </pc:spChg>
        <pc:spChg chg="del">
          <ac:chgData name="Marc Emmanuel EBO (Green Pay)" userId="084c3255-a5bf-450c-be20-6fce5371fa15" providerId="ADAL" clId="{A4E2CDC8-7DC6-4C05-BF36-2E274FC55262}" dt="2024-06-01T06:30:02.184" v="515" actId="478"/>
          <ac:spMkLst>
            <pc:docMk/>
            <pc:sldMk cId="3876947031" sldId="1810"/>
            <ac:spMk id="12" creationId="{C14601D9-5B4F-3808-51D6-9B4BFDAEC21E}"/>
          </ac:spMkLst>
        </pc:spChg>
        <pc:spChg chg="del">
          <ac:chgData name="Marc Emmanuel EBO (Green Pay)" userId="084c3255-a5bf-450c-be20-6fce5371fa15" providerId="ADAL" clId="{A4E2CDC8-7DC6-4C05-BF36-2E274FC55262}" dt="2024-06-01T06:30:12.840" v="518" actId="478"/>
          <ac:spMkLst>
            <pc:docMk/>
            <pc:sldMk cId="3876947031" sldId="1810"/>
            <ac:spMk id="13" creationId="{F103F940-E164-C03E-0938-1FA1CC22B7A2}"/>
          </ac:spMkLst>
        </pc:spChg>
        <pc:spChg chg="del">
          <ac:chgData name="Marc Emmanuel EBO (Green Pay)" userId="084c3255-a5bf-450c-be20-6fce5371fa15" providerId="ADAL" clId="{A4E2CDC8-7DC6-4C05-BF36-2E274FC55262}" dt="2024-06-01T06:30:23.608" v="523" actId="478"/>
          <ac:spMkLst>
            <pc:docMk/>
            <pc:sldMk cId="3876947031" sldId="1810"/>
            <ac:spMk id="14" creationId="{C7C97CAD-256E-4368-796B-D57BDB5D6903}"/>
          </ac:spMkLst>
        </pc:spChg>
        <pc:spChg chg="del">
          <ac:chgData name="Marc Emmanuel EBO (Green Pay)" userId="084c3255-a5bf-450c-be20-6fce5371fa15" providerId="ADAL" clId="{A4E2CDC8-7DC6-4C05-BF36-2E274FC55262}" dt="2024-06-01T06:30:18.944" v="521" actId="478"/>
          <ac:spMkLst>
            <pc:docMk/>
            <pc:sldMk cId="3876947031" sldId="1810"/>
            <ac:spMk id="15" creationId="{6775A5FE-6028-42FE-C096-48A063219F9C}"/>
          </ac:spMkLst>
        </pc:spChg>
        <pc:spChg chg="del">
          <ac:chgData name="Marc Emmanuel EBO (Green Pay)" userId="084c3255-a5bf-450c-be20-6fce5371fa15" providerId="ADAL" clId="{A4E2CDC8-7DC6-4C05-BF36-2E274FC55262}" dt="2024-06-01T06:30:05.197" v="516" actId="478"/>
          <ac:spMkLst>
            <pc:docMk/>
            <pc:sldMk cId="3876947031" sldId="1810"/>
            <ac:spMk id="17" creationId="{04254217-F7DB-E23D-78D3-248C9FC8017D}"/>
          </ac:spMkLst>
        </pc:spChg>
        <pc:spChg chg="del">
          <ac:chgData name="Marc Emmanuel EBO (Green Pay)" userId="084c3255-a5bf-450c-be20-6fce5371fa15" providerId="ADAL" clId="{A4E2CDC8-7DC6-4C05-BF36-2E274FC55262}" dt="2024-06-01T06:30:43.433" v="531" actId="478"/>
          <ac:spMkLst>
            <pc:docMk/>
            <pc:sldMk cId="3876947031" sldId="1810"/>
            <ac:spMk id="18" creationId="{AD58AFFF-2821-2505-C1BC-134D8D14F384}"/>
          </ac:spMkLst>
        </pc:spChg>
        <pc:spChg chg="del mod">
          <ac:chgData name="Marc Emmanuel EBO (Green Pay)" userId="084c3255-a5bf-450c-be20-6fce5371fa15" providerId="ADAL" clId="{A4E2CDC8-7DC6-4C05-BF36-2E274FC55262}" dt="2024-06-01T06:30:27.441" v="525" actId="478"/>
          <ac:spMkLst>
            <pc:docMk/>
            <pc:sldMk cId="3876947031" sldId="1810"/>
            <ac:spMk id="20" creationId="{EC6858ED-E8EA-BD0E-8DAC-9354472FEB4E}"/>
          </ac:spMkLst>
        </pc:spChg>
        <pc:spChg chg="del">
          <ac:chgData name="Marc Emmanuel EBO (Green Pay)" userId="084c3255-a5bf-450c-be20-6fce5371fa15" providerId="ADAL" clId="{A4E2CDC8-7DC6-4C05-BF36-2E274FC55262}" dt="2024-06-01T06:30:30.677" v="526" actId="478"/>
          <ac:spMkLst>
            <pc:docMk/>
            <pc:sldMk cId="3876947031" sldId="1810"/>
            <ac:spMk id="21" creationId="{55EA9FFC-9A27-BA34-4A45-1B9820ED1303}"/>
          </ac:spMkLst>
        </pc:spChg>
        <pc:spChg chg="del">
          <ac:chgData name="Marc Emmanuel EBO (Green Pay)" userId="084c3255-a5bf-450c-be20-6fce5371fa15" providerId="ADAL" clId="{A4E2CDC8-7DC6-4C05-BF36-2E274FC55262}" dt="2024-06-01T06:29:40.531" v="508" actId="478"/>
          <ac:spMkLst>
            <pc:docMk/>
            <pc:sldMk cId="3876947031" sldId="1810"/>
            <ac:spMk id="22" creationId="{DC034D13-3E24-5C42-84C7-61DC993F120B}"/>
          </ac:spMkLst>
        </pc:spChg>
        <pc:spChg chg="del">
          <ac:chgData name="Marc Emmanuel EBO (Green Pay)" userId="084c3255-a5bf-450c-be20-6fce5371fa15" providerId="ADAL" clId="{A4E2CDC8-7DC6-4C05-BF36-2E274FC55262}" dt="2024-06-01T06:30:21.156" v="522" actId="478"/>
          <ac:spMkLst>
            <pc:docMk/>
            <pc:sldMk cId="3876947031" sldId="1810"/>
            <ac:spMk id="23" creationId="{1FE5D673-1DFC-8101-AED9-DB07FEB5761D}"/>
          </ac:spMkLst>
        </pc:spChg>
        <pc:spChg chg="del">
          <ac:chgData name="Marc Emmanuel EBO (Green Pay)" userId="084c3255-a5bf-450c-be20-6fce5371fa15" providerId="ADAL" clId="{A4E2CDC8-7DC6-4C05-BF36-2E274FC55262}" dt="2024-06-01T06:30:10.813" v="517" actId="478"/>
          <ac:spMkLst>
            <pc:docMk/>
            <pc:sldMk cId="3876947031" sldId="1810"/>
            <ac:spMk id="24" creationId="{4CC26BC9-A48F-A799-5387-9E2DF87303BA}"/>
          </ac:spMkLst>
        </pc:spChg>
        <pc:spChg chg="del">
          <ac:chgData name="Marc Emmanuel EBO (Green Pay)" userId="084c3255-a5bf-450c-be20-6fce5371fa15" providerId="ADAL" clId="{A4E2CDC8-7DC6-4C05-BF36-2E274FC55262}" dt="2024-06-01T06:29:55.154" v="513" actId="478"/>
          <ac:spMkLst>
            <pc:docMk/>
            <pc:sldMk cId="3876947031" sldId="1810"/>
            <ac:spMk id="25" creationId="{F566C446-8755-03B8-F5DB-43A9F43FEF25}"/>
          </ac:spMkLst>
        </pc:spChg>
        <pc:spChg chg="del">
          <ac:chgData name="Marc Emmanuel EBO (Green Pay)" userId="084c3255-a5bf-450c-be20-6fce5371fa15" providerId="ADAL" clId="{A4E2CDC8-7DC6-4C05-BF36-2E274FC55262}" dt="2024-06-01T06:30:32.451" v="527" actId="478"/>
          <ac:spMkLst>
            <pc:docMk/>
            <pc:sldMk cId="3876947031" sldId="1810"/>
            <ac:spMk id="26" creationId="{C53B3C73-1F39-3529-6F21-775892E36DA1}"/>
          </ac:spMkLst>
        </pc:spChg>
        <pc:spChg chg="del">
          <ac:chgData name="Marc Emmanuel EBO (Green Pay)" userId="084c3255-a5bf-450c-be20-6fce5371fa15" providerId="ADAL" clId="{A4E2CDC8-7DC6-4C05-BF36-2E274FC55262}" dt="2024-06-01T06:30:14.949" v="519" actId="478"/>
          <ac:spMkLst>
            <pc:docMk/>
            <pc:sldMk cId="3876947031" sldId="1810"/>
            <ac:spMk id="27" creationId="{C928FCA3-83B7-E583-FB3B-EAA521263E69}"/>
          </ac:spMkLst>
        </pc:spChg>
        <pc:spChg chg="del">
          <ac:chgData name="Marc Emmanuel EBO (Green Pay)" userId="084c3255-a5bf-450c-be20-6fce5371fa15" providerId="ADAL" clId="{A4E2CDC8-7DC6-4C05-BF36-2E274FC55262}" dt="2024-06-01T06:30:17.182" v="520" actId="478"/>
          <ac:spMkLst>
            <pc:docMk/>
            <pc:sldMk cId="3876947031" sldId="1810"/>
            <ac:spMk id="28" creationId="{86456D37-F694-2C13-9D78-7E602FD039BA}"/>
          </ac:spMkLst>
        </pc:spChg>
        <pc:spChg chg="del">
          <ac:chgData name="Marc Emmanuel EBO (Green Pay)" userId="084c3255-a5bf-450c-be20-6fce5371fa15" providerId="ADAL" clId="{A4E2CDC8-7DC6-4C05-BF36-2E274FC55262}" dt="2024-06-01T06:30:34.730" v="528" actId="478"/>
          <ac:spMkLst>
            <pc:docMk/>
            <pc:sldMk cId="3876947031" sldId="1810"/>
            <ac:spMk id="29" creationId="{999402A9-293E-6ED8-4CB3-FF6041DB1644}"/>
          </ac:spMkLst>
        </pc:spChg>
        <pc:spChg chg="del">
          <ac:chgData name="Marc Emmanuel EBO (Green Pay)" userId="084c3255-a5bf-450c-be20-6fce5371fa15" providerId="ADAL" clId="{A4E2CDC8-7DC6-4C05-BF36-2E274FC55262}" dt="2024-06-01T06:30:40.857" v="530" actId="478"/>
          <ac:spMkLst>
            <pc:docMk/>
            <pc:sldMk cId="3876947031" sldId="1810"/>
            <ac:spMk id="30" creationId="{78ACCE34-B2A4-668A-85AF-74FE7EC6C5F2}"/>
          </ac:spMkLst>
        </pc:spChg>
        <pc:spChg chg="del">
          <ac:chgData name="Marc Emmanuel EBO (Green Pay)" userId="084c3255-a5bf-450c-be20-6fce5371fa15" providerId="ADAL" clId="{A4E2CDC8-7DC6-4C05-BF36-2E274FC55262}" dt="2024-06-01T06:30:38.579" v="529" actId="478"/>
          <ac:spMkLst>
            <pc:docMk/>
            <pc:sldMk cId="3876947031" sldId="1810"/>
            <ac:spMk id="31" creationId="{BAF0E7B5-8626-CF23-F8BD-8C44BD5048E8}"/>
          </ac:spMkLst>
        </pc:spChg>
      </pc:sldChg>
      <pc:sldChg chg="delSp modSp del mod">
        <pc:chgData name="Marc Emmanuel EBO (Green Pay)" userId="084c3255-a5bf-450c-be20-6fce5371fa15" providerId="ADAL" clId="{A4E2CDC8-7DC6-4C05-BF36-2E274FC55262}" dt="2024-06-01T12:25:52.710" v="744" actId="2696"/>
        <pc:sldMkLst>
          <pc:docMk/>
          <pc:sldMk cId="3495974023" sldId="1821"/>
        </pc:sldMkLst>
        <pc:spChg chg="mod">
          <ac:chgData name="Marc Emmanuel EBO (Green Pay)" userId="084c3255-a5bf-450c-be20-6fce5371fa15" providerId="ADAL" clId="{A4E2CDC8-7DC6-4C05-BF36-2E274FC55262}" dt="2024-06-01T10:12:43.786" v="683" actId="20577"/>
          <ac:spMkLst>
            <pc:docMk/>
            <pc:sldMk cId="3495974023" sldId="1821"/>
            <ac:spMk id="2" creationId="{84B04FE1-708E-FB88-772F-C130D420B5E6}"/>
          </ac:spMkLst>
        </pc:spChg>
        <pc:spChg chg="del">
          <ac:chgData name="Marc Emmanuel EBO (Green Pay)" userId="084c3255-a5bf-450c-be20-6fce5371fa15" providerId="ADAL" clId="{A4E2CDC8-7DC6-4C05-BF36-2E274FC55262}" dt="2024-06-01T08:41:48.590" v="593" actId="478"/>
          <ac:spMkLst>
            <pc:docMk/>
            <pc:sldMk cId="3495974023" sldId="1821"/>
            <ac:spMk id="3" creationId="{2390CA96-22EC-F35A-CAFD-BB15EFCEAB72}"/>
          </ac:spMkLst>
        </pc:spChg>
        <pc:spChg chg="del">
          <ac:chgData name="Marc Emmanuel EBO (Green Pay)" userId="084c3255-a5bf-450c-be20-6fce5371fa15" providerId="ADAL" clId="{A4E2CDC8-7DC6-4C05-BF36-2E274FC55262}" dt="2024-06-01T08:41:44.564" v="592" actId="478"/>
          <ac:spMkLst>
            <pc:docMk/>
            <pc:sldMk cId="3495974023" sldId="1821"/>
            <ac:spMk id="4" creationId="{BE46960E-0251-FC79-F207-AAABA1F6DDC8}"/>
          </ac:spMkLst>
        </pc:spChg>
        <pc:spChg chg="del">
          <ac:chgData name="Marc Emmanuel EBO (Green Pay)" userId="084c3255-a5bf-450c-be20-6fce5371fa15" providerId="ADAL" clId="{A4E2CDC8-7DC6-4C05-BF36-2E274FC55262}" dt="2024-06-01T08:41:41.123" v="591" actId="478"/>
          <ac:spMkLst>
            <pc:docMk/>
            <pc:sldMk cId="3495974023" sldId="1821"/>
            <ac:spMk id="5" creationId="{410E737E-6805-A78F-4119-E6293435F71D}"/>
          </ac:spMkLst>
        </pc:spChg>
        <pc:spChg chg="del mod">
          <ac:chgData name="Marc Emmanuel EBO (Green Pay)" userId="084c3255-a5bf-450c-be20-6fce5371fa15" providerId="ADAL" clId="{A4E2CDC8-7DC6-4C05-BF36-2E274FC55262}" dt="2024-06-01T08:41:11.326" v="586" actId="478"/>
          <ac:spMkLst>
            <pc:docMk/>
            <pc:sldMk cId="3495974023" sldId="1821"/>
            <ac:spMk id="6" creationId="{6DE2FB3C-EF43-5EBD-B8C4-E326EF7884B7}"/>
          </ac:spMkLst>
        </pc:spChg>
        <pc:spChg chg="del mod">
          <ac:chgData name="Marc Emmanuel EBO (Green Pay)" userId="084c3255-a5bf-450c-be20-6fce5371fa15" providerId="ADAL" clId="{A4E2CDC8-7DC6-4C05-BF36-2E274FC55262}" dt="2024-06-01T08:41:54.922" v="595" actId="478"/>
          <ac:spMkLst>
            <pc:docMk/>
            <pc:sldMk cId="3495974023" sldId="1821"/>
            <ac:spMk id="7" creationId="{B8BBC44E-A18D-DB92-F5A0-8AEC26C11C72}"/>
          </ac:spMkLst>
        </pc:spChg>
        <pc:spChg chg="del mod">
          <ac:chgData name="Marc Emmanuel EBO (Green Pay)" userId="084c3255-a5bf-450c-be20-6fce5371fa15" providerId="ADAL" clId="{A4E2CDC8-7DC6-4C05-BF36-2E274FC55262}" dt="2024-06-01T08:41:23.615" v="590" actId="478"/>
          <ac:spMkLst>
            <pc:docMk/>
            <pc:sldMk cId="3495974023" sldId="1821"/>
            <ac:spMk id="9" creationId="{7F386B1A-65AE-B76B-B542-A7F2E7688832}"/>
          </ac:spMkLst>
        </pc:spChg>
        <pc:spChg chg="del">
          <ac:chgData name="Marc Emmanuel EBO (Green Pay)" userId="084c3255-a5bf-450c-be20-6fce5371fa15" providerId="ADAL" clId="{A4E2CDC8-7DC6-4C05-BF36-2E274FC55262}" dt="2024-06-01T08:42:03.834" v="597" actId="478"/>
          <ac:spMkLst>
            <pc:docMk/>
            <pc:sldMk cId="3495974023" sldId="1821"/>
            <ac:spMk id="10" creationId="{5C0FAB24-5E83-C525-3A14-F7315F8AE3E5}"/>
          </ac:spMkLst>
        </pc:spChg>
        <pc:spChg chg="del">
          <ac:chgData name="Marc Emmanuel EBO (Green Pay)" userId="084c3255-a5bf-450c-be20-6fce5371fa15" providerId="ADAL" clId="{A4E2CDC8-7DC6-4C05-BF36-2E274FC55262}" dt="2024-06-01T08:42:00.062" v="596" actId="478"/>
          <ac:spMkLst>
            <pc:docMk/>
            <pc:sldMk cId="3495974023" sldId="1821"/>
            <ac:spMk id="11" creationId="{9945B744-CFD1-1455-CFCE-9C2DCA2E7B14}"/>
          </ac:spMkLst>
        </pc:spChg>
        <pc:spChg chg="del">
          <ac:chgData name="Marc Emmanuel EBO (Green Pay)" userId="084c3255-a5bf-450c-be20-6fce5371fa15" providerId="ADAL" clId="{A4E2CDC8-7DC6-4C05-BF36-2E274FC55262}" dt="2024-06-01T08:41:17.443" v="588" actId="478"/>
          <ac:spMkLst>
            <pc:docMk/>
            <pc:sldMk cId="3495974023" sldId="1821"/>
            <ac:spMk id="12" creationId="{2C305CD6-CE75-42F6-BA17-70EF50F27FF7}"/>
          </ac:spMkLst>
        </pc:spChg>
      </pc:sldChg>
      <pc:sldChg chg="modSp mod">
        <pc:chgData name="Marc Emmanuel EBO (Green Pay)" userId="084c3255-a5bf-450c-be20-6fce5371fa15" providerId="ADAL" clId="{A4E2CDC8-7DC6-4C05-BF36-2E274FC55262}" dt="2024-06-01T06:28:41.582" v="504" actId="113"/>
        <pc:sldMkLst>
          <pc:docMk/>
          <pc:sldMk cId="1819545723" sldId="1832"/>
        </pc:sldMkLst>
        <pc:spChg chg="mod">
          <ac:chgData name="Marc Emmanuel EBO (Green Pay)" userId="084c3255-a5bf-450c-be20-6fce5371fa15" providerId="ADAL" clId="{A4E2CDC8-7DC6-4C05-BF36-2E274FC55262}" dt="2024-06-01T06:28:41.582" v="504" actId="113"/>
          <ac:spMkLst>
            <pc:docMk/>
            <pc:sldMk cId="1819545723" sldId="1832"/>
            <ac:spMk id="24" creationId="{ABD48551-C98C-FCE3-001C-6E831D4D3921}"/>
          </ac:spMkLst>
        </pc:spChg>
      </pc:sldChg>
      <pc:sldChg chg="addSp delSp modSp add mod">
        <pc:chgData name="Marc Emmanuel EBO (Green Pay)" userId="084c3255-a5bf-450c-be20-6fce5371fa15" providerId="ADAL" clId="{A4E2CDC8-7DC6-4C05-BF36-2E274FC55262}" dt="2024-06-01T05:21:27.476" v="146" actId="20577"/>
        <pc:sldMkLst>
          <pc:docMk/>
          <pc:sldMk cId="918684775" sldId="1833"/>
        </pc:sldMkLst>
        <pc:spChg chg="add mod">
          <ac:chgData name="Marc Emmanuel EBO (Green Pay)" userId="084c3255-a5bf-450c-be20-6fce5371fa15" providerId="ADAL" clId="{A4E2CDC8-7DC6-4C05-BF36-2E274FC55262}" dt="2024-06-01T05:13:49.931" v="57" actId="12"/>
          <ac:spMkLst>
            <pc:docMk/>
            <pc:sldMk cId="918684775" sldId="1833"/>
            <ac:spMk id="3" creationId="{5DF57714-5611-66DD-340A-0C58061199F6}"/>
          </ac:spMkLst>
        </pc:spChg>
        <pc:spChg chg="mod">
          <ac:chgData name="Marc Emmanuel EBO (Green Pay)" userId="084c3255-a5bf-450c-be20-6fce5371fa15" providerId="ADAL" clId="{A4E2CDC8-7DC6-4C05-BF36-2E274FC55262}" dt="2024-06-01T05:21:27.476" v="146" actId="20577"/>
          <ac:spMkLst>
            <pc:docMk/>
            <pc:sldMk cId="918684775" sldId="1833"/>
            <ac:spMk id="17" creationId="{61CC0604-577E-48E1-33DC-233F4F6FF475}"/>
          </ac:spMkLst>
        </pc:spChg>
        <pc:picChg chg="del">
          <ac:chgData name="Marc Emmanuel EBO (Green Pay)" userId="084c3255-a5bf-450c-be20-6fce5371fa15" providerId="ADAL" clId="{A4E2CDC8-7DC6-4C05-BF36-2E274FC55262}" dt="2024-06-01T05:05:39.651" v="3" actId="478"/>
          <ac:picMkLst>
            <pc:docMk/>
            <pc:sldMk cId="918684775" sldId="1833"/>
            <ac:picMk id="10" creationId="{7A910986-DE61-CE5C-446A-CCB41429B814}"/>
          </ac:picMkLst>
        </pc:picChg>
        <pc:picChg chg="del">
          <ac:chgData name="Marc Emmanuel EBO (Green Pay)" userId="084c3255-a5bf-450c-be20-6fce5371fa15" providerId="ADAL" clId="{A4E2CDC8-7DC6-4C05-BF36-2E274FC55262}" dt="2024-06-01T05:05:42.703" v="4" actId="478"/>
          <ac:picMkLst>
            <pc:docMk/>
            <pc:sldMk cId="918684775" sldId="1833"/>
            <ac:picMk id="12" creationId="{7CB397FF-717D-C3E3-FE2D-2460892EF1FE}"/>
          </ac:picMkLst>
        </pc:picChg>
      </pc:sldChg>
      <pc:sldChg chg="new del">
        <pc:chgData name="Marc Emmanuel EBO (Green Pay)" userId="084c3255-a5bf-450c-be20-6fce5371fa15" providerId="ADAL" clId="{A4E2CDC8-7DC6-4C05-BF36-2E274FC55262}" dt="2024-06-01T05:05:22.654" v="1" actId="2696"/>
        <pc:sldMkLst>
          <pc:docMk/>
          <pc:sldMk cId="3748763351" sldId="1833"/>
        </pc:sldMkLst>
      </pc:sldChg>
      <pc:sldChg chg="modSp add mod">
        <pc:chgData name="Marc Emmanuel EBO (Green Pay)" userId="084c3255-a5bf-450c-be20-6fce5371fa15" providerId="ADAL" clId="{A4E2CDC8-7DC6-4C05-BF36-2E274FC55262}" dt="2024-06-01T06:26:23.467" v="501" actId="207"/>
        <pc:sldMkLst>
          <pc:docMk/>
          <pc:sldMk cId="4279652847" sldId="1834"/>
        </pc:sldMkLst>
        <pc:spChg chg="mod">
          <ac:chgData name="Marc Emmanuel EBO (Green Pay)" userId="084c3255-a5bf-450c-be20-6fce5371fa15" providerId="ADAL" clId="{A4E2CDC8-7DC6-4C05-BF36-2E274FC55262}" dt="2024-06-01T06:26:23.467" v="501" actId="207"/>
          <ac:spMkLst>
            <pc:docMk/>
            <pc:sldMk cId="4279652847" sldId="1834"/>
            <ac:spMk id="3" creationId="{5DF57714-5611-66DD-340A-0C58061199F6}"/>
          </ac:spMkLst>
        </pc:spChg>
        <pc:spChg chg="mod">
          <ac:chgData name="Marc Emmanuel EBO (Green Pay)" userId="084c3255-a5bf-450c-be20-6fce5371fa15" providerId="ADAL" clId="{A4E2CDC8-7DC6-4C05-BF36-2E274FC55262}" dt="2024-06-01T06:26:03.919" v="500" actId="20577"/>
          <ac:spMkLst>
            <pc:docMk/>
            <pc:sldMk cId="4279652847" sldId="1834"/>
            <ac:spMk id="17" creationId="{61CC0604-577E-48E1-33DC-233F4F6FF475}"/>
          </ac:spMkLst>
        </pc:spChg>
      </pc:sldChg>
      <pc:sldChg chg="addSp delSp modSp add mod">
        <pc:chgData name="Marc Emmanuel EBO (Green Pay)" userId="084c3255-a5bf-450c-be20-6fce5371fa15" providerId="ADAL" clId="{A4E2CDC8-7DC6-4C05-BF36-2E274FC55262}" dt="2024-06-01T12:29:41.441" v="751" actId="20577"/>
        <pc:sldMkLst>
          <pc:docMk/>
          <pc:sldMk cId="465807644" sldId="1835"/>
        </pc:sldMkLst>
        <pc:spChg chg="del mod">
          <ac:chgData name="Marc Emmanuel EBO (Green Pay)" userId="084c3255-a5bf-450c-be20-6fce5371fa15" providerId="ADAL" clId="{A4E2CDC8-7DC6-4C05-BF36-2E274FC55262}" dt="2024-06-01T08:06:05.468" v="545" actId="478"/>
          <ac:spMkLst>
            <pc:docMk/>
            <pc:sldMk cId="465807644" sldId="1835"/>
            <ac:spMk id="2" creationId="{84B04FE1-708E-FB88-772F-C130D420B5E6}"/>
          </ac:spMkLst>
        </pc:spChg>
        <pc:spChg chg="mod">
          <ac:chgData name="Marc Emmanuel EBO (Green Pay)" userId="084c3255-a5bf-450c-be20-6fce5371fa15" providerId="ADAL" clId="{A4E2CDC8-7DC6-4C05-BF36-2E274FC55262}" dt="2024-06-01T08:06:19.384" v="546" actId="1076"/>
          <ac:spMkLst>
            <pc:docMk/>
            <pc:sldMk cId="465807644" sldId="1835"/>
            <ac:spMk id="3" creationId="{2785C6AB-46FF-8DE5-757E-C56F33C72B79}"/>
          </ac:spMkLst>
        </pc:spChg>
        <pc:spChg chg="del mod">
          <ac:chgData name="Marc Emmanuel EBO (Green Pay)" userId="084c3255-a5bf-450c-be20-6fce5371fa15" providerId="ADAL" clId="{A4E2CDC8-7DC6-4C05-BF36-2E274FC55262}" dt="2024-06-01T12:20:38.666" v="691" actId="478"/>
          <ac:spMkLst>
            <pc:docMk/>
            <pc:sldMk cId="465807644" sldId="1835"/>
            <ac:spMk id="4" creationId="{141A24AA-4198-22AF-F702-CF1B72D43E52}"/>
          </ac:spMkLst>
        </pc:spChg>
        <pc:spChg chg="del">
          <ac:chgData name="Marc Emmanuel EBO (Green Pay)" userId="084c3255-a5bf-450c-be20-6fce5371fa15" providerId="ADAL" clId="{A4E2CDC8-7DC6-4C05-BF36-2E274FC55262}" dt="2024-06-01T12:20:41.852" v="692" actId="478"/>
          <ac:spMkLst>
            <pc:docMk/>
            <pc:sldMk cId="465807644" sldId="1835"/>
            <ac:spMk id="5" creationId="{1BBBD0A5-4020-4183-7DA1-A649F354C3A7}"/>
          </ac:spMkLst>
        </pc:spChg>
        <pc:spChg chg="mod">
          <ac:chgData name="Marc Emmanuel EBO (Green Pay)" userId="084c3255-a5bf-450c-be20-6fce5371fa15" providerId="ADAL" clId="{A4E2CDC8-7DC6-4C05-BF36-2E274FC55262}" dt="2024-06-01T08:38:42.184" v="583" actId="20577"/>
          <ac:spMkLst>
            <pc:docMk/>
            <pc:sldMk cId="465807644" sldId="1835"/>
            <ac:spMk id="6" creationId="{485F5679-8E14-2A79-0E90-A8502CE31462}"/>
          </ac:spMkLst>
        </pc:spChg>
        <pc:spChg chg="mod">
          <ac:chgData name="Marc Emmanuel EBO (Green Pay)" userId="084c3255-a5bf-450c-be20-6fce5371fa15" providerId="ADAL" clId="{A4E2CDC8-7DC6-4C05-BF36-2E274FC55262}" dt="2024-06-01T08:06:31.045" v="548" actId="1076"/>
          <ac:spMkLst>
            <pc:docMk/>
            <pc:sldMk cId="465807644" sldId="1835"/>
            <ac:spMk id="7" creationId="{5D4154D2-015D-1215-03AE-C17AAA7A019C}"/>
          </ac:spMkLst>
        </pc:spChg>
        <pc:spChg chg="del mod">
          <ac:chgData name="Marc Emmanuel EBO (Green Pay)" userId="084c3255-a5bf-450c-be20-6fce5371fa15" providerId="ADAL" clId="{A4E2CDC8-7DC6-4C05-BF36-2E274FC55262}" dt="2024-06-01T12:20:46.922" v="694" actId="478"/>
          <ac:spMkLst>
            <pc:docMk/>
            <pc:sldMk cId="465807644" sldId="1835"/>
            <ac:spMk id="9" creationId="{44813F13-65FE-7610-3CB2-2B9DD8EBC52D}"/>
          </ac:spMkLst>
        </pc:spChg>
        <pc:spChg chg="mod">
          <ac:chgData name="Marc Emmanuel EBO (Green Pay)" userId="084c3255-a5bf-450c-be20-6fce5371fa15" providerId="ADAL" clId="{A4E2CDC8-7DC6-4C05-BF36-2E274FC55262}" dt="2024-06-01T08:28:48.861" v="577" actId="1076"/>
          <ac:spMkLst>
            <pc:docMk/>
            <pc:sldMk cId="465807644" sldId="1835"/>
            <ac:spMk id="10" creationId="{B871556D-9D4E-2649-1D34-AC269116314B}"/>
          </ac:spMkLst>
        </pc:spChg>
        <pc:spChg chg="add mod">
          <ac:chgData name="Marc Emmanuel EBO (Green Pay)" userId="084c3255-a5bf-450c-be20-6fce5371fa15" providerId="ADAL" clId="{A4E2CDC8-7DC6-4C05-BF36-2E274FC55262}" dt="2024-06-01T12:26:36.159" v="746" actId="207"/>
          <ac:spMkLst>
            <pc:docMk/>
            <pc:sldMk cId="465807644" sldId="1835"/>
            <ac:spMk id="11" creationId="{FD2BD0C6-1198-819B-30C3-E849744489DF}"/>
          </ac:spMkLst>
        </pc:spChg>
        <pc:spChg chg="del">
          <ac:chgData name="Marc Emmanuel EBO (Green Pay)" userId="084c3255-a5bf-450c-be20-6fce5371fa15" providerId="ADAL" clId="{A4E2CDC8-7DC6-4C05-BF36-2E274FC55262}" dt="2024-06-01T12:20:57.282" v="698" actId="478"/>
          <ac:spMkLst>
            <pc:docMk/>
            <pc:sldMk cId="465807644" sldId="1835"/>
            <ac:spMk id="12" creationId="{C14601D9-5B4F-3808-51D6-9B4BFDAEC21E}"/>
          </ac:spMkLst>
        </pc:spChg>
        <pc:spChg chg="mod">
          <ac:chgData name="Marc Emmanuel EBO (Green Pay)" userId="084c3255-a5bf-450c-be20-6fce5371fa15" providerId="ADAL" clId="{A4E2CDC8-7DC6-4C05-BF36-2E274FC55262}" dt="2024-06-01T08:28:43.205" v="576" actId="1076"/>
          <ac:spMkLst>
            <pc:docMk/>
            <pc:sldMk cId="465807644" sldId="1835"/>
            <ac:spMk id="13" creationId="{F103F940-E164-C03E-0938-1FA1CC22B7A2}"/>
          </ac:spMkLst>
        </pc:spChg>
        <pc:spChg chg="mod">
          <ac:chgData name="Marc Emmanuel EBO (Green Pay)" userId="084c3255-a5bf-450c-be20-6fce5371fa15" providerId="ADAL" clId="{A4E2CDC8-7DC6-4C05-BF36-2E274FC55262}" dt="2024-06-01T08:28:52.461" v="578" actId="1076"/>
          <ac:spMkLst>
            <pc:docMk/>
            <pc:sldMk cId="465807644" sldId="1835"/>
            <ac:spMk id="14" creationId="{C7C97CAD-256E-4368-796B-D57BDB5D6903}"/>
          </ac:spMkLst>
        </pc:spChg>
        <pc:spChg chg="del">
          <ac:chgData name="Marc Emmanuel EBO (Green Pay)" userId="084c3255-a5bf-450c-be20-6fce5371fa15" providerId="ADAL" clId="{A4E2CDC8-7DC6-4C05-BF36-2E274FC55262}" dt="2024-06-01T12:20:54.788" v="697" actId="478"/>
          <ac:spMkLst>
            <pc:docMk/>
            <pc:sldMk cId="465807644" sldId="1835"/>
            <ac:spMk id="15" creationId="{6775A5FE-6028-42FE-C096-48A063219F9C}"/>
          </ac:spMkLst>
        </pc:spChg>
        <pc:spChg chg="mod">
          <ac:chgData name="Marc Emmanuel EBO (Green Pay)" userId="084c3255-a5bf-450c-be20-6fce5371fa15" providerId="ADAL" clId="{A4E2CDC8-7DC6-4C05-BF36-2E274FC55262}" dt="2024-06-01T12:29:38.895" v="750" actId="20577"/>
          <ac:spMkLst>
            <pc:docMk/>
            <pc:sldMk cId="465807644" sldId="1835"/>
            <ac:spMk id="17" creationId="{04254217-F7DB-E23D-78D3-248C9FC8017D}"/>
          </ac:spMkLst>
        </pc:spChg>
        <pc:spChg chg="del">
          <ac:chgData name="Marc Emmanuel EBO (Green Pay)" userId="084c3255-a5bf-450c-be20-6fce5371fa15" providerId="ADAL" clId="{A4E2CDC8-7DC6-4C05-BF36-2E274FC55262}" dt="2024-06-01T12:20:59.792" v="699" actId="478"/>
          <ac:spMkLst>
            <pc:docMk/>
            <pc:sldMk cId="465807644" sldId="1835"/>
            <ac:spMk id="18" creationId="{AD58AFFF-2821-2505-C1BC-134D8D14F384}"/>
          </ac:spMkLst>
        </pc:spChg>
        <pc:spChg chg="mod">
          <ac:chgData name="Marc Emmanuel EBO (Green Pay)" userId="084c3255-a5bf-450c-be20-6fce5371fa15" providerId="ADAL" clId="{A4E2CDC8-7DC6-4C05-BF36-2E274FC55262}" dt="2024-06-01T12:29:41.441" v="751" actId="20577"/>
          <ac:spMkLst>
            <pc:docMk/>
            <pc:sldMk cId="465807644" sldId="1835"/>
            <ac:spMk id="20" creationId="{EC6858ED-E8EA-BD0E-8DAC-9354472FEB4E}"/>
          </ac:spMkLst>
        </pc:spChg>
        <pc:spChg chg="del mod">
          <ac:chgData name="Marc Emmanuel EBO (Green Pay)" userId="084c3255-a5bf-450c-be20-6fce5371fa15" providerId="ADAL" clId="{A4E2CDC8-7DC6-4C05-BF36-2E274FC55262}" dt="2024-06-01T12:20:34.736" v="690" actId="478"/>
          <ac:spMkLst>
            <pc:docMk/>
            <pc:sldMk cId="465807644" sldId="1835"/>
            <ac:spMk id="21" creationId="{55EA9FFC-9A27-BA34-4A45-1B9820ED1303}"/>
          </ac:spMkLst>
        </pc:spChg>
        <pc:spChg chg="del mod">
          <ac:chgData name="Marc Emmanuel EBO (Green Pay)" userId="084c3255-a5bf-450c-be20-6fce5371fa15" providerId="ADAL" clId="{A4E2CDC8-7DC6-4C05-BF36-2E274FC55262}" dt="2024-06-01T12:20:18.767" v="686" actId="478"/>
          <ac:spMkLst>
            <pc:docMk/>
            <pc:sldMk cId="465807644" sldId="1835"/>
            <ac:spMk id="22" creationId="{DC034D13-3E24-5C42-84C7-61DC993F120B}"/>
          </ac:spMkLst>
        </pc:spChg>
        <pc:spChg chg="mod">
          <ac:chgData name="Marc Emmanuel EBO (Green Pay)" userId="084c3255-a5bf-450c-be20-6fce5371fa15" providerId="ADAL" clId="{A4E2CDC8-7DC6-4C05-BF36-2E274FC55262}" dt="2024-06-01T08:06:35.888" v="549" actId="1076"/>
          <ac:spMkLst>
            <pc:docMk/>
            <pc:sldMk cId="465807644" sldId="1835"/>
            <ac:spMk id="23" creationId="{1FE5D673-1DFC-8101-AED9-DB07FEB5761D}"/>
          </ac:spMkLst>
        </pc:spChg>
        <pc:spChg chg="mod">
          <ac:chgData name="Marc Emmanuel EBO (Green Pay)" userId="084c3255-a5bf-450c-be20-6fce5371fa15" providerId="ADAL" clId="{A4E2CDC8-7DC6-4C05-BF36-2E274FC55262}" dt="2024-06-01T08:06:26.006" v="547" actId="1076"/>
          <ac:spMkLst>
            <pc:docMk/>
            <pc:sldMk cId="465807644" sldId="1835"/>
            <ac:spMk id="24" creationId="{4CC26BC9-A48F-A799-5387-9E2DF87303BA}"/>
          </ac:spMkLst>
        </pc:spChg>
        <pc:spChg chg="del mod">
          <ac:chgData name="Marc Emmanuel EBO (Green Pay)" userId="084c3255-a5bf-450c-be20-6fce5371fa15" providerId="ADAL" clId="{A4E2CDC8-7DC6-4C05-BF36-2E274FC55262}" dt="2024-06-01T12:20:25.254" v="688" actId="478"/>
          <ac:spMkLst>
            <pc:docMk/>
            <pc:sldMk cId="465807644" sldId="1835"/>
            <ac:spMk id="25" creationId="{F566C446-8755-03B8-F5DB-43A9F43FEF25}"/>
          </ac:spMkLst>
        </pc:spChg>
        <pc:spChg chg="del mod">
          <ac:chgData name="Marc Emmanuel EBO (Green Pay)" userId="084c3255-a5bf-450c-be20-6fce5371fa15" providerId="ADAL" clId="{A4E2CDC8-7DC6-4C05-BF36-2E274FC55262}" dt="2024-06-01T12:20:31.684" v="689" actId="478"/>
          <ac:spMkLst>
            <pc:docMk/>
            <pc:sldMk cId="465807644" sldId="1835"/>
            <ac:spMk id="26" creationId="{C53B3C73-1F39-3529-6F21-775892E36DA1}"/>
          </ac:spMkLst>
        </pc:spChg>
        <pc:spChg chg="del mod">
          <ac:chgData name="Marc Emmanuel EBO (Green Pay)" userId="084c3255-a5bf-450c-be20-6fce5371fa15" providerId="ADAL" clId="{A4E2CDC8-7DC6-4C05-BF36-2E274FC55262}" dt="2024-06-01T12:20:22.024" v="687" actId="478"/>
          <ac:spMkLst>
            <pc:docMk/>
            <pc:sldMk cId="465807644" sldId="1835"/>
            <ac:spMk id="27" creationId="{C928FCA3-83B7-E583-FB3B-EAA521263E69}"/>
          </ac:spMkLst>
        </pc:spChg>
        <pc:spChg chg="del mod">
          <ac:chgData name="Marc Emmanuel EBO (Green Pay)" userId="084c3255-a5bf-450c-be20-6fce5371fa15" providerId="ADAL" clId="{A4E2CDC8-7DC6-4C05-BF36-2E274FC55262}" dt="2024-06-01T12:20:44.372" v="693" actId="478"/>
          <ac:spMkLst>
            <pc:docMk/>
            <pc:sldMk cId="465807644" sldId="1835"/>
            <ac:spMk id="28" creationId="{86456D37-F694-2C13-9D78-7E602FD039BA}"/>
          </ac:spMkLst>
        </pc:spChg>
        <pc:spChg chg="del mod">
          <ac:chgData name="Marc Emmanuel EBO (Green Pay)" userId="084c3255-a5bf-450c-be20-6fce5371fa15" providerId="ADAL" clId="{A4E2CDC8-7DC6-4C05-BF36-2E274FC55262}" dt="2024-06-01T12:20:49.948" v="695" actId="478"/>
          <ac:spMkLst>
            <pc:docMk/>
            <pc:sldMk cId="465807644" sldId="1835"/>
            <ac:spMk id="29" creationId="{999402A9-293E-6ED8-4CB3-FF6041DB1644}"/>
          </ac:spMkLst>
        </pc:spChg>
        <pc:spChg chg="del">
          <ac:chgData name="Marc Emmanuel EBO (Green Pay)" userId="084c3255-a5bf-450c-be20-6fce5371fa15" providerId="ADAL" clId="{A4E2CDC8-7DC6-4C05-BF36-2E274FC55262}" dt="2024-06-01T12:21:04.075" v="700" actId="478"/>
          <ac:spMkLst>
            <pc:docMk/>
            <pc:sldMk cId="465807644" sldId="1835"/>
            <ac:spMk id="30" creationId="{78ACCE34-B2A4-668A-85AF-74FE7EC6C5F2}"/>
          </ac:spMkLst>
        </pc:spChg>
        <pc:spChg chg="del mod">
          <ac:chgData name="Marc Emmanuel EBO (Green Pay)" userId="084c3255-a5bf-450c-be20-6fce5371fa15" providerId="ADAL" clId="{A4E2CDC8-7DC6-4C05-BF36-2E274FC55262}" dt="2024-06-01T12:20:52.495" v="696" actId="478"/>
          <ac:spMkLst>
            <pc:docMk/>
            <pc:sldMk cId="465807644" sldId="1835"/>
            <ac:spMk id="31" creationId="{BAF0E7B5-8626-CF23-F8BD-8C44BD5048E8}"/>
          </ac:spMkLst>
        </pc:spChg>
      </pc:sldChg>
      <pc:sldChg chg="delSp modSp add mod">
        <pc:chgData name="Marc Emmanuel EBO (Green Pay)" userId="084c3255-a5bf-450c-be20-6fce5371fa15" providerId="ADAL" clId="{A4E2CDC8-7DC6-4C05-BF36-2E274FC55262}" dt="2024-06-01T08:45:10.707" v="615" actId="1076"/>
        <pc:sldMkLst>
          <pc:docMk/>
          <pc:sldMk cId="3524566691" sldId="1836"/>
        </pc:sldMkLst>
        <pc:spChg chg="del">
          <ac:chgData name="Marc Emmanuel EBO (Green Pay)" userId="084c3255-a5bf-450c-be20-6fce5371fa15" providerId="ADAL" clId="{A4E2CDC8-7DC6-4C05-BF36-2E274FC55262}" dt="2024-06-01T08:44:18.482" v="609" actId="478"/>
          <ac:spMkLst>
            <pc:docMk/>
            <pc:sldMk cId="3524566691" sldId="1836"/>
            <ac:spMk id="2" creationId="{84B04FE1-708E-FB88-772F-C130D420B5E6}"/>
          </ac:spMkLst>
        </pc:spChg>
        <pc:spChg chg="mod">
          <ac:chgData name="Marc Emmanuel EBO (Green Pay)" userId="084c3255-a5bf-450c-be20-6fce5371fa15" providerId="ADAL" clId="{A4E2CDC8-7DC6-4C05-BF36-2E274FC55262}" dt="2024-06-01T08:44:53.529" v="613" actId="1076"/>
          <ac:spMkLst>
            <pc:docMk/>
            <pc:sldMk cId="3524566691" sldId="1836"/>
            <ac:spMk id="3" creationId="{2390CA96-22EC-F35A-CAFD-BB15EFCEAB72}"/>
          </ac:spMkLst>
        </pc:spChg>
        <pc:spChg chg="mod">
          <ac:chgData name="Marc Emmanuel EBO (Green Pay)" userId="084c3255-a5bf-450c-be20-6fce5371fa15" providerId="ADAL" clId="{A4E2CDC8-7DC6-4C05-BF36-2E274FC55262}" dt="2024-06-01T08:45:01.560" v="614" actId="1076"/>
          <ac:spMkLst>
            <pc:docMk/>
            <pc:sldMk cId="3524566691" sldId="1836"/>
            <ac:spMk id="4" creationId="{BE46960E-0251-FC79-F207-AAABA1F6DDC8}"/>
          </ac:spMkLst>
        </pc:spChg>
        <pc:spChg chg="mod">
          <ac:chgData name="Marc Emmanuel EBO (Green Pay)" userId="084c3255-a5bf-450c-be20-6fce5371fa15" providerId="ADAL" clId="{A4E2CDC8-7DC6-4C05-BF36-2E274FC55262}" dt="2024-06-01T08:45:10.707" v="615" actId="1076"/>
          <ac:spMkLst>
            <pc:docMk/>
            <pc:sldMk cId="3524566691" sldId="1836"/>
            <ac:spMk id="5" creationId="{410E737E-6805-A78F-4119-E6293435F71D}"/>
          </ac:spMkLst>
        </pc:spChg>
        <pc:spChg chg="mod">
          <ac:chgData name="Marc Emmanuel EBO (Green Pay)" userId="084c3255-a5bf-450c-be20-6fce5371fa15" providerId="ADAL" clId="{A4E2CDC8-7DC6-4C05-BF36-2E274FC55262}" dt="2024-06-01T08:44:24.046" v="610" actId="1076"/>
          <ac:spMkLst>
            <pc:docMk/>
            <pc:sldMk cId="3524566691" sldId="1836"/>
            <ac:spMk id="6" creationId="{6DE2FB3C-EF43-5EBD-B8C4-E326EF7884B7}"/>
          </ac:spMkLst>
        </pc:spChg>
        <pc:spChg chg="mod">
          <ac:chgData name="Marc Emmanuel EBO (Green Pay)" userId="084c3255-a5bf-450c-be20-6fce5371fa15" providerId="ADAL" clId="{A4E2CDC8-7DC6-4C05-BF36-2E274FC55262}" dt="2024-06-01T08:44:38.341" v="612" actId="1076"/>
          <ac:spMkLst>
            <pc:docMk/>
            <pc:sldMk cId="3524566691" sldId="1836"/>
            <ac:spMk id="9" creationId="{7F386B1A-65AE-B76B-B542-A7F2E7688832}"/>
          </ac:spMkLst>
        </pc:spChg>
        <pc:spChg chg="mod">
          <ac:chgData name="Marc Emmanuel EBO (Green Pay)" userId="084c3255-a5bf-450c-be20-6fce5371fa15" providerId="ADAL" clId="{A4E2CDC8-7DC6-4C05-BF36-2E274FC55262}" dt="2024-06-01T08:44:32.562" v="611" actId="1076"/>
          <ac:spMkLst>
            <pc:docMk/>
            <pc:sldMk cId="3524566691" sldId="1836"/>
            <ac:spMk id="12" creationId="{2C305CD6-CE75-42F6-BA17-70EF50F27FF7}"/>
          </ac:spMkLst>
        </pc:spChg>
      </pc:sldChg>
      <pc:sldChg chg="add">
        <pc:chgData name="Marc Emmanuel EBO (Green Pay)" userId="084c3255-a5bf-450c-be20-6fce5371fa15" providerId="ADAL" clId="{A4E2CDC8-7DC6-4C05-BF36-2E274FC55262}" dt="2024-06-01T08:51:27.055" v="616" actId="2890"/>
        <pc:sldMkLst>
          <pc:docMk/>
          <pc:sldMk cId="3672226247" sldId="1837"/>
        </pc:sldMkLst>
      </pc:sldChg>
      <pc:sldChg chg="delSp modSp add mod">
        <pc:chgData name="Marc Emmanuel EBO (Green Pay)" userId="084c3255-a5bf-450c-be20-6fce5371fa15" providerId="ADAL" clId="{A4E2CDC8-7DC6-4C05-BF36-2E274FC55262}" dt="2024-06-01T12:29:23.747" v="749" actId="20577"/>
        <pc:sldMkLst>
          <pc:docMk/>
          <pc:sldMk cId="3055097545" sldId="1838"/>
        </pc:sldMkLst>
        <pc:spChg chg="del">
          <ac:chgData name="Marc Emmanuel EBO (Green Pay)" userId="084c3255-a5bf-450c-be20-6fce5371fa15" providerId="ADAL" clId="{A4E2CDC8-7DC6-4C05-BF36-2E274FC55262}" dt="2024-06-01T12:24:01.776" v="717" actId="478"/>
          <ac:spMkLst>
            <pc:docMk/>
            <pc:sldMk cId="3055097545" sldId="1838"/>
            <ac:spMk id="3" creationId="{2785C6AB-46FF-8DE5-757E-C56F33C72B79}"/>
          </ac:spMkLst>
        </pc:spChg>
        <pc:spChg chg="mod">
          <ac:chgData name="Marc Emmanuel EBO (Green Pay)" userId="084c3255-a5bf-450c-be20-6fce5371fa15" providerId="ADAL" clId="{A4E2CDC8-7DC6-4C05-BF36-2E274FC55262}" dt="2024-06-01T12:24:59.691" v="734" actId="1076"/>
          <ac:spMkLst>
            <pc:docMk/>
            <pc:sldMk cId="3055097545" sldId="1838"/>
            <ac:spMk id="4" creationId="{141A24AA-4198-22AF-F702-CF1B72D43E52}"/>
          </ac:spMkLst>
        </pc:spChg>
        <pc:spChg chg="mod">
          <ac:chgData name="Marc Emmanuel EBO (Green Pay)" userId="084c3255-a5bf-450c-be20-6fce5371fa15" providerId="ADAL" clId="{A4E2CDC8-7DC6-4C05-BF36-2E274FC55262}" dt="2024-06-01T12:25:22.070" v="739" actId="1076"/>
          <ac:spMkLst>
            <pc:docMk/>
            <pc:sldMk cId="3055097545" sldId="1838"/>
            <ac:spMk id="5" creationId="{1BBBD0A5-4020-4183-7DA1-A649F354C3A7}"/>
          </ac:spMkLst>
        </pc:spChg>
        <pc:spChg chg="del">
          <ac:chgData name="Marc Emmanuel EBO (Green Pay)" userId="084c3255-a5bf-450c-be20-6fce5371fa15" providerId="ADAL" clId="{A4E2CDC8-7DC6-4C05-BF36-2E274FC55262}" dt="2024-06-01T12:24:16.537" v="723" actId="478"/>
          <ac:spMkLst>
            <pc:docMk/>
            <pc:sldMk cId="3055097545" sldId="1838"/>
            <ac:spMk id="6" creationId="{485F5679-8E14-2A79-0E90-A8502CE31462}"/>
          </ac:spMkLst>
        </pc:spChg>
        <pc:spChg chg="del mod">
          <ac:chgData name="Marc Emmanuel EBO (Green Pay)" userId="084c3255-a5bf-450c-be20-6fce5371fa15" providerId="ADAL" clId="{A4E2CDC8-7DC6-4C05-BF36-2E274FC55262}" dt="2024-06-01T12:24:08.483" v="720" actId="478"/>
          <ac:spMkLst>
            <pc:docMk/>
            <pc:sldMk cId="3055097545" sldId="1838"/>
            <ac:spMk id="7" creationId="{5D4154D2-015D-1215-03AE-C17AAA7A019C}"/>
          </ac:spMkLst>
        </pc:spChg>
        <pc:spChg chg="mod">
          <ac:chgData name="Marc Emmanuel EBO (Green Pay)" userId="084c3255-a5bf-450c-be20-6fce5371fa15" providerId="ADAL" clId="{A4E2CDC8-7DC6-4C05-BF36-2E274FC55262}" dt="2024-06-01T12:25:07.135" v="736" actId="1076"/>
          <ac:spMkLst>
            <pc:docMk/>
            <pc:sldMk cId="3055097545" sldId="1838"/>
            <ac:spMk id="9" creationId="{44813F13-65FE-7610-3CB2-2B9DD8EBC52D}"/>
          </ac:spMkLst>
        </pc:spChg>
        <pc:spChg chg="del mod">
          <ac:chgData name="Marc Emmanuel EBO (Green Pay)" userId="084c3255-a5bf-450c-be20-6fce5371fa15" providerId="ADAL" clId="{A4E2CDC8-7DC6-4C05-BF36-2E274FC55262}" dt="2024-06-01T12:24:22.667" v="726" actId="478"/>
          <ac:spMkLst>
            <pc:docMk/>
            <pc:sldMk cId="3055097545" sldId="1838"/>
            <ac:spMk id="10" creationId="{B871556D-9D4E-2649-1D34-AC269116314B}"/>
          </ac:spMkLst>
        </pc:spChg>
        <pc:spChg chg="mod">
          <ac:chgData name="Marc Emmanuel EBO (Green Pay)" userId="084c3255-a5bf-450c-be20-6fce5371fa15" providerId="ADAL" clId="{A4E2CDC8-7DC6-4C05-BF36-2E274FC55262}" dt="2024-06-01T12:25:33.236" v="741" actId="1076"/>
          <ac:spMkLst>
            <pc:docMk/>
            <pc:sldMk cId="3055097545" sldId="1838"/>
            <ac:spMk id="12" creationId="{C14601D9-5B4F-3808-51D6-9B4BFDAEC21E}"/>
          </ac:spMkLst>
        </pc:spChg>
        <pc:spChg chg="del">
          <ac:chgData name="Marc Emmanuel EBO (Green Pay)" userId="084c3255-a5bf-450c-be20-6fce5371fa15" providerId="ADAL" clId="{A4E2CDC8-7DC6-4C05-BF36-2E274FC55262}" dt="2024-06-01T12:24:18.691" v="724" actId="478"/>
          <ac:spMkLst>
            <pc:docMk/>
            <pc:sldMk cId="3055097545" sldId="1838"/>
            <ac:spMk id="13" creationId="{F103F940-E164-C03E-0938-1FA1CC22B7A2}"/>
          </ac:spMkLst>
        </pc:spChg>
        <pc:spChg chg="del">
          <ac:chgData name="Marc Emmanuel EBO (Green Pay)" userId="084c3255-a5bf-450c-be20-6fce5371fa15" providerId="ADAL" clId="{A4E2CDC8-7DC6-4C05-BF36-2E274FC55262}" dt="2024-06-01T12:24:24.944" v="727" actId="478"/>
          <ac:spMkLst>
            <pc:docMk/>
            <pc:sldMk cId="3055097545" sldId="1838"/>
            <ac:spMk id="14" creationId="{C7C97CAD-256E-4368-796B-D57BDB5D6903}"/>
          </ac:spMkLst>
        </pc:spChg>
        <pc:spChg chg="mod">
          <ac:chgData name="Marc Emmanuel EBO (Green Pay)" userId="084c3255-a5bf-450c-be20-6fce5371fa15" providerId="ADAL" clId="{A4E2CDC8-7DC6-4C05-BF36-2E274FC55262}" dt="2024-06-01T12:25:26.468" v="740" actId="1076"/>
          <ac:spMkLst>
            <pc:docMk/>
            <pc:sldMk cId="3055097545" sldId="1838"/>
            <ac:spMk id="15" creationId="{6775A5FE-6028-42FE-C096-48A063219F9C}"/>
          </ac:spMkLst>
        </pc:spChg>
        <pc:spChg chg="del">
          <ac:chgData name="Marc Emmanuel EBO (Green Pay)" userId="084c3255-a5bf-450c-be20-6fce5371fa15" providerId="ADAL" clId="{A4E2CDC8-7DC6-4C05-BF36-2E274FC55262}" dt="2024-06-01T12:24:13.308" v="722" actId="478"/>
          <ac:spMkLst>
            <pc:docMk/>
            <pc:sldMk cId="3055097545" sldId="1838"/>
            <ac:spMk id="17" creationId="{04254217-F7DB-E23D-78D3-248C9FC8017D}"/>
          </ac:spMkLst>
        </pc:spChg>
        <pc:spChg chg="mod">
          <ac:chgData name="Marc Emmanuel EBO (Green Pay)" userId="084c3255-a5bf-450c-be20-6fce5371fa15" providerId="ADAL" clId="{A4E2CDC8-7DC6-4C05-BF36-2E274FC55262}" dt="2024-06-01T12:29:23.747" v="749" actId="20577"/>
          <ac:spMkLst>
            <pc:docMk/>
            <pc:sldMk cId="3055097545" sldId="1838"/>
            <ac:spMk id="18" creationId="{AD58AFFF-2821-2505-C1BC-134D8D14F384}"/>
          </ac:spMkLst>
        </pc:spChg>
        <pc:spChg chg="del">
          <ac:chgData name="Marc Emmanuel EBO (Green Pay)" userId="084c3255-a5bf-450c-be20-6fce5371fa15" providerId="ADAL" clId="{A4E2CDC8-7DC6-4C05-BF36-2E274FC55262}" dt="2024-06-01T12:24:27.303" v="728" actId="478"/>
          <ac:spMkLst>
            <pc:docMk/>
            <pc:sldMk cId="3055097545" sldId="1838"/>
            <ac:spMk id="20" creationId="{EC6858ED-E8EA-BD0E-8DAC-9354472FEB4E}"/>
          </ac:spMkLst>
        </pc:spChg>
        <pc:spChg chg="mod">
          <ac:chgData name="Marc Emmanuel EBO (Green Pay)" userId="084c3255-a5bf-450c-be20-6fce5371fa15" providerId="ADAL" clId="{A4E2CDC8-7DC6-4C05-BF36-2E274FC55262}" dt="2024-06-01T12:29:15.564" v="747" actId="20577"/>
          <ac:spMkLst>
            <pc:docMk/>
            <pc:sldMk cId="3055097545" sldId="1838"/>
            <ac:spMk id="21" creationId="{55EA9FFC-9A27-BA34-4A45-1B9820ED1303}"/>
          </ac:spMkLst>
        </pc:spChg>
        <pc:spChg chg="mod">
          <ac:chgData name="Marc Emmanuel EBO (Green Pay)" userId="084c3255-a5bf-450c-be20-6fce5371fa15" providerId="ADAL" clId="{A4E2CDC8-7DC6-4C05-BF36-2E274FC55262}" dt="2024-06-01T12:24:32.012" v="729" actId="1076"/>
          <ac:spMkLst>
            <pc:docMk/>
            <pc:sldMk cId="3055097545" sldId="1838"/>
            <ac:spMk id="22" creationId="{DC034D13-3E24-5C42-84C7-61DC993F120B}"/>
          </ac:spMkLst>
        </pc:spChg>
        <pc:spChg chg="del">
          <ac:chgData name="Marc Emmanuel EBO (Green Pay)" userId="084c3255-a5bf-450c-be20-6fce5371fa15" providerId="ADAL" clId="{A4E2CDC8-7DC6-4C05-BF36-2E274FC55262}" dt="2024-06-01T12:24:10.644" v="721" actId="478"/>
          <ac:spMkLst>
            <pc:docMk/>
            <pc:sldMk cId="3055097545" sldId="1838"/>
            <ac:spMk id="23" creationId="{1FE5D673-1DFC-8101-AED9-DB07FEB5761D}"/>
          </ac:spMkLst>
        </pc:spChg>
        <pc:spChg chg="del">
          <ac:chgData name="Marc Emmanuel EBO (Green Pay)" userId="084c3255-a5bf-450c-be20-6fce5371fa15" providerId="ADAL" clId="{A4E2CDC8-7DC6-4C05-BF36-2E274FC55262}" dt="2024-06-01T12:24:04.065" v="718" actId="478"/>
          <ac:spMkLst>
            <pc:docMk/>
            <pc:sldMk cId="3055097545" sldId="1838"/>
            <ac:spMk id="24" creationId="{4CC26BC9-A48F-A799-5387-9E2DF87303BA}"/>
          </ac:spMkLst>
        </pc:spChg>
        <pc:spChg chg="mod">
          <ac:chgData name="Marc Emmanuel EBO (Green Pay)" userId="084c3255-a5bf-450c-be20-6fce5371fa15" providerId="ADAL" clId="{A4E2CDC8-7DC6-4C05-BF36-2E274FC55262}" dt="2024-06-01T12:24:41.176" v="731" actId="1076"/>
          <ac:spMkLst>
            <pc:docMk/>
            <pc:sldMk cId="3055097545" sldId="1838"/>
            <ac:spMk id="25" creationId="{F566C446-8755-03B8-F5DB-43A9F43FEF25}"/>
          </ac:spMkLst>
        </pc:spChg>
        <pc:spChg chg="mod">
          <ac:chgData name="Marc Emmanuel EBO (Green Pay)" userId="084c3255-a5bf-450c-be20-6fce5371fa15" providerId="ADAL" clId="{A4E2CDC8-7DC6-4C05-BF36-2E274FC55262}" dt="2024-06-01T12:24:51.025" v="732" actId="1076"/>
          <ac:spMkLst>
            <pc:docMk/>
            <pc:sldMk cId="3055097545" sldId="1838"/>
            <ac:spMk id="26" creationId="{C53B3C73-1F39-3529-6F21-775892E36DA1}"/>
          </ac:spMkLst>
        </pc:spChg>
        <pc:spChg chg="mod">
          <ac:chgData name="Marc Emmanuel EBO (Green Pay)" userId="084c3255-a5bf-450c-be20-6fce5371fa15" providerId="ADAL" clId="{A4E2CDC8-7DC6-4C05-BF36-2E274FC55262}" dt="2024-06-01T12:24:35.411" v="730" actId="1076"/>
          <ac:spMkLst>
            <pc:docMk/>
            <pc:sldMk cId="3055097545" sldId="1838"/>
            <ac:spMk id="27" creationId="{C928FCA3-83B7-E583-FB3B-EAA521263E69}"/>
          </ac:spMkLst>
        </pc:spChg>
        <pc:spChg chg="mod">
          <ac:chgData name="Marc Emmanuel EBO (Green Pay)" userId="084c3255-a5bf-450c-be20-6fce5371fa15" providerId="ADAL" clId="{A4E2CDC8-7DC6-4C05-BF36-2E274FC55262}" dt="2024-06-01T12:25:03.660" v="735" actId="1076"/>
          <ac:spMkLst>
            <pc:docMk/>
            <pc:sldMk cId="3055097545" sldId="1838"/>
            <ac:spMk id="28" creationId="{86456D37-F694-2C13-9D78-7E602FD039BA}"/>
          </ac:spMkLst>
        </pc:spChg>
        <pc:spChg chg="mod">
          <ac:chgData name="Marc Emmanuel EBO (Green Pay)" userId="084c3255-a5bf-450c-be20-6fce5371fa15" providerId="ADAL" clId="{A4E2CDC8-7DC6-4C05-BF36-2E274FC55262}" dt="2024-06-01T12:25:11.422" v="737" actId="1076"/>
          <ac:spMkLst>
            <pc:docMk/>
            <pc:sldMk cId="3055097545" sldId="1838"/>
            <ac:spMk id="29" creationId="{999402A9-293E-6ED8-4CB3-FF6041DB1644}"/>
          </ac:spMkLst>
        </pc:spChg>
        <pc:spChg chg="mod">
          <ac:chgData name="Marc Emmanuel EBO (Green Pay)" userId="084c3255-a5bf-450c-be20-6fce5371fa15" providerId="ADAL" clId="{A4E2CDC8-7DC6-4C05-BF36-2E274FC55262}" dt="2024-06-01T12:25:38.909" v="742" actId="1076"/>
          <ac:spMkLst>
            <pc:docMk/>
            <pc:sldMk cId="3055097545" sldId="1838"/>
            <ac:spMk id="30" creationId="{78ACCE34-B2A4-668A-85AF-74FE7EC6C5F2}"/>
          </ac:spMkLst>
        </pc:spChg>
        <pc:spChg chg="mod">
          <ac:chgData name="Marc Emmanuel EBO (Green Pay)" userId="084c3255-a5bf-450c-be20-6fce5371fa15" providerId="ADAL" clId="{A4E2CDC8-7DC6-4C05-BF36-2E274FC55262}" dt="2024-06-01T12:29:19.720" v="748" actId="20577"/>
          <ac:spMkLst>
            <pc:docMk/>
            <pc:sldMk cId="3055097545" sldId="1838"/>
            <ac:spMk id="31" creationId="{BAF0E7B5-8626-CF23-F8BD-8C44BD5048E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0D0CDCF-B072-4CC6-B2A3-B1C4F4AE3FFA}" type="datetimeFigureOut">
              <a:rPr lang="en-US" smtClean="0"/>
              <a:pPr/>
              <a:t>6/7/2024</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A8A0187-CA69-4ACB-9811-75164F281DE0}" type="slidenum">
              <a:rPr lang="en-US" smtClean="0"/>
              <a:pPr/>
              <a:t>‹N°›</a:t>
            </a:fld>
            <a:endParaRPr lang="en-US" dirty="0"/>
          </a:p>
        </p:txBody>
      </p:sp>
    </p:spTree>
    <p:extLst>
      <p:ext uri="{BB962C8B-B14F-4D97-AF65-F5344CB8AC3E}">
        <p14:creationId xmlns:p14="http://schemas.microsoft.com/office/powerpoint/2010/main" val="29588819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663E9E0-D922-418E-8BFA-E41C87CB1E68}" type="datetimeFigureOut">
              <a:rPr lang="en-US" smtClean="0"/>
              <a:pPr/>
              <a:t>6/7/2024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E7D2F9E-D167-4ED3-83EC-AE46EA34BEC3}" type="slidenum">
              <a:rPr lang="en-US" smtClean="0"/>
              <a:pPr/>
              <a:t>‹N°›</a:t>
            </a:fld>
            <a:endParaRPr lang="en-US" dirty="0"/>
          </a:p>
        </p:txBody>
      </p:sp>
    </p:spTree>
    <p:extLst>
      <p:ext uri="{BB962C8B-B14F-4D97-AF65-F5344CB8AC3E}">
        <p14:creationId xmlns:p14="http://schemas.microsoft.com/office/powerpoint/2010/main" val="4237720134"/>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582561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ull Image">
    <p:spTree>
      <p:nvGrpSpPr>
        <p:cNvPr id="1" name=""/>
        <p:cNvGrpSpPr/>
        <p:nvPr/>
      </p:nvGrpSpPr>
      <p:grpSpPr>
        <a:xfrm>
          <a:off x="0" y="0"/>
          <a:ext cx="0" cy="0"/>
          <a:chOff x="0" y="0"/>
          <a:chExt cx="0" cy="0"/>
        </a:xfrm>
      </p:grpSpPr>
      <p:sp>
        <p:nvSpPr>
          <p:cNvPr id="27" name="Picture Placeholder 7"/>
          <p:cNvSpPr>
            <a:spLocks noGrp="1"/>
          </p:cNvSpPr>
          <p:nvPr>
            <p:ph type="pic" sz="quarter" idx="10" hasCustomPrompt="1"/>
          </p:nvPr>
        </p:nvSpPr>
        <p:spPr>
          <a:xfrm>
            <a:off x="0" y="0"/>
            <a:ext cx="12192000" cy="6858000"/>
          </a:xfrm>
          <a:prstGeom prst="rect">
            <a:avLst/>
          </a:prstGeom>
          <a:solidFill>
            <a:schemeClr val="tx2">
              <a:lumMod val="10000"/>
              <a:lumOff val="90000"/>
            </a:schemeClr>
          </a:solidFill>
          <a:ln w="19050">
            <a:noFill/>
          </a:ln>
        </p:spPr>
        <p:txBody>
          <a:bodyPr lIns="0" tIns="91440" rIns="0" bIns="1463040" anchor="b"/>
          <a:lstStyle>
            <a:lvl1pPr algn="ctr" rtl="0">
              <a:buNone/>
              <a:defRPr sz="1867">
                <a:solidFill>
                  <a:schemeClr val="tx1">
                    <a:lumMod val="75000"/>
                    <a:lumOff val="25000"/>
                  </a:schemeClr>
                </a:solidFill>
              </a:defRPr>
            </a:lvl1pPr>
          </a:lstStyle>
          <a:p>
            <a:r>
              <a:rPr lang="en-US" dirty="0"/>
              <a:t>Image Holder</a:t>
            </a:r>
          </a:p>
        </p:txBody>
      </p:sp>
    </p:spTree>
    <p:extLst>
      <p:ext uri="{BB962C8B-B14F-4D97-AF65-F5344CB8AC3E}">
        <p14:creationId xmlns:p14="http://schemas.microsoft.com/office/powerpoint/2010/main" val="3966644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Subtitle">
    <p:spTree>
      <p:nvGrpSpPr>
        <p:cNvPr id="1" name=""/>
        <p:cNvGrpSpPr/>
        <p:nvPr/>
      </p:nvGrpSpPr>
      <p:grpSpPr>
        <a:xfrm>
          <a:off x="0" y="0"/>
          <a:ext cx="0" cy="0"/>
          <a:chOff x="0" y="0"/>
          <a:chExt cx="0" cy="0"/>
        </a:xfrm>
      </p:grpSpPr>
      <p:sp>
        <p:nvSpPr>
          <p:cNvPr id="8" name="Text Placeholder 3"/>
          <p:cNvSpPr>
            <a:spLocks noGrp="1"/>
          </p:cNvSpPr>
          <p:nvPr>
            <p:ph type="body" sz="half" idx="2" hasCustomPrompt="1"/>
          </p:nvPr>
        </p:nvSpPr>
        <p:spPr>
          <a:xfrm>
            <a:off x="508001" y="1178427"/>
            <a:ext cx="11157817" cy="231007"/>
          </a:xfrm>
          <a:prstGeom prst="rect">
            <a:avLst/>
          </a:prstGeom>
        </p:spPr>
        <p:txBody>
          <a:bodyPr wrap="none" lIns="0" tIns="0" rIns="0" bIns="0" anchor="ctr">
            <a:noAutofit/>
          </a:bodyPr>
          <a:lstStyle>
            <a:lvl1pPr marL="0" indent="0" algn="ctr">
              <a:buNone/>
              <a:defRPr sz="1400" b="0" baseline="0">
                <a:solidFill>
                  <a:schemeClr val="bg1">
                    <a:lumMod val="75000"/>
                  </a:schemeClr>
                </a:solidFill>
                <a:latin typeface="Roboto Light" panose="02000000000000000000" pitchFamily="2" charset="0"/>
                <a:ea typeface="Roboto Light" panose="02000000000000000000" pitchFamily="2" charset="0"/>
              </a:defRPr>
            </a:lvl1pPr>
            <a:lvl2pPr marL="609570" indent="0">
              <a:buNone/>
              <a:defRPr sz="1600"/>
            </a:lvl2pPr>
            <a:lvl3pPr marL="1219139" indent="0">
              <a:buNone/>
              <a:defRPr sz="1333"/>
            </a:lvl3pPr>
            <a:lvl4pPr marL="1828709" indent="0">
              <a:buNone/>
              <a:defRPr sz="1200"/>
            </a:lvl4pPr>
            <a:lvl5pPr marL="2438278" indent="0">
              <a:buNone/>
              <a:defRPr sz="1200"/>
            </a:lvl5pPr>
            <a:lvl6pPr marL="3047848" indent="0">
              <a:buNone/>
              <a:defRPr sz="1200"/>
            </a:lvl6pPr>
            <a:lvl7pPr marL="3657417" indent="0">
              <a:buNone/>
              <a:defRPr sz="1200"/>
            </a:lvl7pPr>
            <a:lvl8pPr marL="4266987" indent="0">
              <a:buNone/>
              <a:defRPr sz="1200"/>
            </a:lvl8pPr>
            <a:lvl9pPr marL="4876557" indent="0">
              <a:buNone/>
              <a:defRPr sz="1200"/>
            </a:lvl9pPr>
          </a:lstStyle>
          <a:p>
            <a:pPr lvl="0"/>
            <a:r>
              <a:rPr lang="en-US" dirty="0"/>
              <a:t>CLICK TO EDITE SUBTITLE</a:t>
            </a:r>
          </a:p>
        </p:txBody>
      </p:sp>
      <p:sp>
        <p:nvSpPr>
          <p:cNvPr id="9" name="Title 2"/>
          <p:cNvSpPr>
            <a:spLocks noGrp="1"/>
          </p:cNvSpPr>
          <p:nvPr>
            <p:ph type="title"/>
          </p:nvPr>
        </p:nvSpPr>
        <p:spPr>
          <a:xfrm>
            <a:off x="508001" y="455085"/>
            <a:ext cx="11157817" cy="660511"/>
          </a:xfrm>
          <a:prstGeom prst="rect">
            <a:avLst/>
          </a:prstGeom>
        </p:spPr>
        <p:txBody>
          <a:bodyPr lIns="0" tIns="0" rIns="0" bIns="0" anchor="ctr"/>
          <a:lstStyle>
            <a:lvl1pPr algn="ctr">
              <a:defRPr sz="4267">
                <a:solidFill>
                  <a:schemeClr val="bg1">
                    <a:lumMod val="50000"/>
                  </a:schemeClr>
                </a:solidFill>
              </a:defRPr>
            </a:lvl1pPr>
          </a:lstStyle>
          <a:p>
            <a:r>
              <a:rPr lang="en-US" dirty="0"/>
              <a:t>Click to edit Master title style</a:t>
            </a:r>
          </a:p>
        </p:txBody>
      </p:sp>
    </p:spTree>
    <p:extLst>
      <p:ext uri="{BB962C8B-B14F-4D97-AF65-F5344CB8AC3E}">
        <p14:creationId xmlns:p14="http://schemas.microsoft.com/office/powerpoint/2010/main" val="8512714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Full Image With Title">
    <p:spTree>
      <p:nvGrpSpPr>
        <p:cNvPr id="1" name=""/>
        <p:cNvGrpSpPr/>
        <p:nvPr/>
      </p:nvGrpSpPr>
      <p:grpSpPr>
        <a:xfrm>
          <a:off x="0" y="0"/>
          <a:ext cx="0" cy="0"/>
          <a:chOff x="0" y="0"/>
          <a:chExt cx="0" cy="0"/>
        </a:xfrm>
      </p:grpSpPr>
      <p:sp>
        <p:nvSpPr>
          <p:cNvPr id="27" name="Picture Placeholder 7"/>
          <p:cNvSpPr>
            <a:spLocks noGrp="1"/>
          </p:cNvSpPr>
          <p:nvPr>
            <p:ph type="pic" sz="quarter" idx="10" hasCustomPrompt="1"/>
          </p:nvPr>
        </p:nvSpPr>
        <p:spPr>
          <a:xfrm>
            <a:off x="0" y="0"/>
            <a:ext cx="12192000" cy="6858000"/>
          </a:xfrm>
          <a:prstGeom prst="rect">
            <a:avLst/>
          </a:prstGeom>
          <a:solidFill>
            <a:schemeClr val="tx2">
              <a:lumMod val="10000"/>
              <a:lumOff val="90000"/>
            </a:schemeClr>
          </a:solidFill>
          <a:ln w="19050">
            <a:noFill/>
          </a:ln>
        </p:spPr>
        <p:txBody>
          <a:bodyPr lIns="0" tIns="91440" rIns="0" bIns="1463040" anchor="b"/>
          <a:lstStyle>
            <a:lvl1pPr algn="ctr" rtl="0">
              <a:buNone/>
              <a:defRPr sz="1867">
                <a:solidFill>
                  <a:schemeClr val="tx1">
                    <a:lumMod val="75000"/>
                    <a:lumOff val="25000"/>
                  </a:schemeClr>
                </a:solidFill>
              </a:defRPr>
            </a:lvl1pPr>
          </a:lstStyle>
          <a:p>
            <a:r>
              <a:rPr lang="en-US" dirty="0"/>
              <a:t>Image Holder</a:t>
            </a:r>
          </a:p>
        </p:txBody>
      </p:sp>
      <p:sp>
        <p:nvSpPr>
          <p:cNvPr id="3" name="Text Placeholder 3"/>
          <p:cNvSpPr>
            <a:spLocks noGrp="1"/>
          </p:cNvSpPr>
          <p:nvPr>
            <p:ph type="body" sz="half" idx="2" hasCustomPrompt="1"/>
          </p:nvPr>
        </p:nvSpPr>
        <p:spPr>
          <a:xfrm>
            <a:off x="508001" y="1178427"/>
            <a:ext cx="11157817" cy="231007"/>
          </a:xfrm>
          <a:prstGeom prst="rect">
            <a:avLst/>
          </a:prstGeom>
        </p:spPr>
        <p:txBody>
          <a:bodyPr wrap="none" lIns="0" tIns="0" rIns="0" bIns="0" anchor="ctr">
            <a:noAutofit/>
          </a:bodyPr>
          <a:lstStyle>
            <a:lvl1pPr marL="0" indent="0" algn="ctr">
              <a:buNone/>
              <a:defRPr sz="1400" b="0" baseline="0">
                <a:solidFill>
                  <a:schemeClr val="bg1"/>
                </a:solidFill>
                <a:latin typeface="Roboto Light" panose="02000000000000000000" pitchFamily="2" charset="0"/>
                <a:ea typeface="Roboto Light" panose="02000000000000000000" pitchFamily="2" charset="0"/>
              </a:defRPr>
            </a:lvl1pPr>
            <a:lvl2pPr marL="609570" indent="0">
              <a:buNone/>
              <a:defRPr sz="1600"/>
            </a:lvl2pPr>
            <a:lvl3pPr marL="1219139" indent="0">
              <a:buNone/>
              <a:defRPr sz="1333"/>
            </a:lvl3pPr>
            <a:lvl4pPr marL="1828709" indent="0">
              <a:buNone/>
              <a:defRPr sz="1200"/>
            </a:lvl4pPr>
            <a:lvl5pPr marL="2438278" indent="0">
              <a:buNone/>
              <a:defRPr sz="1200"/>
            </a:lvl5pPr>
            <a:lvl6pPr marL="3047848" indent="0">
              <a:buNone/>
              <a:defRPr sz="1200"/>
            </a:lvl6pPr>
            <a:lvl7pPr marL="3657417" indent="0">
              <a:buNone/>
              <a:defRPr sz="1200"/>
            </a:lvl7pPr>
            <a:lvl8pPr marL="4266987" indent="0">
              <a:buNone/>
              <a:defRPr sz="1200"/>
            </a:lvl8pPr>
            <a:lvl9pPr marL="4876557" indent="0">
              <a:buNone/>
              <a:defRPr sz="1200"/>
            </a:lvl9pPr>
          </a:lstStyle>
          <a:p>
            <a:pPr lvl="0"/>
            <a:r>
              <a:rPr lang="en-US" dirty="0"/>
              <a:t>CLICK TO EDITE SUBTITLE</a:t>
            </a:r>
          </a:p>
        </p:txBody>
      </p:sp>
      <p:sp>
        <p:nvSpPr>
          <p:cNvPr id="4" name="Title 2"/>
          <p:cNvSpPr>
            <a:spLocks noGrp="1"/>
          </p:cNvSpPr>
          <p:nvPr>
            <p:ph type="title"/>
          </p:nvPr>
        </p:nvSpPr>
        <p:spPr>
          <a:xfrm>
            <a:off x="508001" y="455085"/>
            <a:ext cx="11157817" cy="660511"/>
          </a:xfrm>
          <a:prstGeom prst="rect">
            <a:avLst/>
          </a:prstGeom>
        </p:spPr>
        <p:txBody>
          <a:bodyPr lIns="0" tIns="0" rIns="0" bIns="0" anchor="ctr"/>
          <a:lstStyle>
            <a:lvl1pPr algn="ctr">
              <a:defRPr sz="4267">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17889983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2_Title-Subtitle">
    <p:spTree>
      <p:nvGrpSpPr>
        <p:cNvPr id="1" name=""/>
        <p:cNvGrpSpPr/>
        <p:nvPr/>
      </p:nvGrpSpPr>
      <p:grpSpPr>
        <a:xfrm>
          <a:off x="0" y="0"/>
          <a:ext cx="0" cy="0"/>
          <a:chOff x="0" y="0"/>
          <a:chExt cx="0" cy="0"/>
        </a:xfrm>
      </p:grpSpPr>
      <p:sp>
        <p:nvSpPr>
          <p:cNvPr id="8" name="Text Placeholder 3"/>
          <p:cNvSpPr>
            <a:spLocks noGrp="1"/>
          </p:cNvSpPr>
          <p:nvPr>
            <p:ph type="body" sz="half" idx="2" hasCustomPrompt="1"/>
          </p:nvPr>
        </p:nvSpPr>
        <p:spPr>
          <a:xfrm>
            <a:off x="508001" y="1178427"/>
            <a:ext cx="11157817" cy="231007"/>
          </a:xfrm>
          <a:prstGeom prst="rect">
            <a:avLst/>
          </a:prstGeom>
        </p:spPr>
        <p:txBody>
          <a:bodyPr wrap="none" lIns="0" tIns="0" rIns="0" bIns="0" anchor="ctr">
            <a:noAutofit/>
          </a:bodyPr>
          <a:lstStyle>
            <a:lvl1pPr marL="0" indent="0" algn="ctr">
              <a:buNone/>
              <a:defRPr sz="1400" b="0" baseline="0">
                <a:solidFill>
                  <a:schemeClr val="bg1">
                    <a:lumMod val="75000"/>
                  </a:schemeClr>
                </a:solidFill>
                <a:latin typeface="Roboto Light" panose="02000000000000000000" pitchFamily="2" charset="0"/>
                <a:ea typeface="Roboto Light" panose="02000000000000000000" pitchFamily="2" charset="0"/>
              </a:defRPr>
            </a:lvl1pPr>
            <a:lvl2pPr marL="609570" indent="0">
              <a:buNone/>
              <a:defRPr sz="1600"/>
            </a:lvl2pPr>
            <a:lvl3pPr marL="1219139" indent="0">
              <a:buNone/>
              <a:defRPr sz="1333"/>
            </a:lvl3pPr>
            <a:lvl4pPr marL="1828709" indent="0">
              <a:buNone/>
              <a:defRPr sz="1200"/>
            </a:lvl4pPr>
            <a:lvl5pPr marL="2438278" indent="0">
              <a:buNone/>
              <a:defRPr sz="1200"/>
            </a:lvl5pPr>
            <a:lvl6pPr marL="3047848" indent="0">
              <a:buNone/>
              <a:defRPr sz="1200"/>
            </a:lvl6pPr>
            <a:lvl7pPr marL="3657417" indent="0">
              <a:buNone/>
              <a:defRPr sz="1200"/>
            </a:lvl7pPr>
            <a:lvl8pPr marL="4266987" indent="0">
              <a:buNone/>
              <a:defRPr sz="1200"/>
            </a:lvl8pPr>
            <a:lvl9pPr marL="4876557" indent="0">
              <a:buNone/>
              <a:defRPr sz="1200"/>
            </a:lvl9pPr>
          </a:lstStyle>
          <a:p>
            <a:pPr lvl="0"/>
            <a:r>
              <a:rPr lang="en-US" dirty="0"/>
              <a:t>CLICK TO EDITE SUBTITLE</a:t>
            </a:r>
          </a:p>
        </p:txBody>
      </p:sp>
      <p:sp>
        <p:nvSpPr>
          <p:cNvPr id="9" name="Title 2"/>
          <p:cNvSpPr>
            <a:spLocks noGrp="1"/>
          </p:cNvSpPr>
          <p:nvPr>
            <p:ph type="title"/>
          </p:nvPr>
        </p:nvSpPr>
        <p:spPr>
          <a:xfrm>
            <a:off x="508001" y="455085"/>
            <a:ext cx="11157817" cy="660511"/>
          </a:xfrm>
          <a:prstGeom prst="rect">
            <a:avLst/>
          </a:prstGeom>
        </p:spPr>
        <p:txBody>
          <a:bodyPr lIns="0" tIns="0" rIns="0" bIns="0" anchor="ctr"/>
          <a:lstStyle>
            <a:lvl1pPr algn="ctr">
              <a:defRPr sz="4267">
                <a:solidFill>
                  <a:schemeClr val="bg1">
                    <a:lumMod val="50000"/>
                  </a:schemeClr>
                </a:solidFill>
              </a:defRPr>
            </a:lvl1pPr>
          </a:lstStyle>
          <a:p>
            <a:r>
              <a:rPr lang="en-US" dirty="0"/>
              <a:t>Click to edit Master title style</a:t>
            </a:r>
          </a:p>
        </p:txBody>
      </p:sp>
      <p:sp>
        <p:nvSpPr>
          <p:cNvPr id="4" name="Picture Placeholder 7"/>
          <p:cNvSpPr>
            <a:spLocks noGrp="1"/>
          </p:cNvSpPr>
          <p:nvPr>
            <p:ph type="pic" sz="quarter" idx="10" hasCustomPrompt="1"/>
          </p:nvPr>
        </p:nvSpPr>
        <p:spPr>
          <a:xfrm>
            <a:off x="0" y="1841499"/>
            <a:ext cx="12192000" cy="2806701"/>
          </a:xfrm>
          <a:prstGeom prst="rect">
            <a:avLst/>
          </a:prstGeom>
          <a:solidFill>
            <a:schemeClr val="tx2">
              <a:lumMod val="10000"/>
              <a:lumOff val="90000"/>
            </a:schemeClr>
          </a:solidFill>
          <a:ln w="19050">
            <a:noFill/>
          </a:ln>
        </p:spPr>
        <p:txBody>
          <a:bodyPr tIns="0" bIns="182880" anchor="b"/>
          <a:lstStyle>
            <a:lvl1pPr algn="ctr">
              <a:buNone/>
              <a:defRPr sz="1400" baseline="0">
                <a:solidFill>
                  <a:schemeClr val="tx1">
                    <a:lumMod val="75000"/>
                    <a:lumOff val="25000"/>
                  </a:schemeClr>
                </a:solidFill>
              </a:defRPr>
            </a:lvl1pPr>
          </a:lstStyle>
          <a:p>
            <a:r>
              <a:rPr lang="en-US" dirty="0"/>
              <a:t>Image Holder</a:t>
            </a:r>
          </a:p>
        </p:txBody>
      </p:sp>
    </p:spTree>
    <p:extLst>
      <p:ext uri="{BB962C8B-B14F-4D97-AF65-F5344CB8AC3E}">
        <p14:creationId xmlns:p14="http://schemas.microsoft.com/office/powerpoint/2010/main" val="3247040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and Text">
    <p:spTree>
      <p:nvGrpSpPr>
        <p:cNvPr id="1" name=""/>
        <p:cNvGrpSpPr/>
        <p:nvPr/>
      </p:nvGrpSpPr>
      <p:grpSpPr>
        <a:xfrm>
          <a:off x="0" y="0"/>
          <a:ext cx="0" cy="0"/>
          <a:chOff x="0" y="0"/>
          <a:chExt cx="0" cy="0"/>
        </a:xfrm>
      </p:grpSpPr>
      <p:sp>
        <p:nvSpPr>
          <p:cNvPr id="7" name="Text Placeholder 3"/>
          <p:cNvSpPr>
            <a:spLocks noGrp="1"/>
          </p:cNvSpPr>
          <p:nvPr>
            <p:ph type="body" sz="half" idx="2" hasCustomPrompt="1"/>
          </p:nvPr>
        </p:nvSpPr>
        <p:spPr>
          <a:xfrm>
            <a:off x="508001" y="1178427"/>
            <a:ext cx="11157817" cy="231007"/>
          </a:xfrm>
          <a:prstGeom prst="rect">
            <a:avLst/>
          </a:prstGeom>
        </p:spPr>
        <p:txBody>
          <a:bodyPr wrap="none" lIns="0" tIns="0" rIns="0" bIns="0" anchor="ctr">
            <a:noAutofit/>
          </a:bodyPr>
          <a:lstStyle>
            <a:lvl1pPr marL="0" indent="0" algn="l">
              <a:buNone/>
              <a:defRPr sz="1400" b="0" baseline="0">
                <a:solidFill>
                  <a:schemeClr val="bg1"/>
                </a:solidFill>
                <a:latin typeface="Roboto Light" panose="02000000000000000000" pitchFamily="2" charset="0"/>
                <a:ea typeface="Roboto Light" panose="02000000000000000000" pitchFamily="2" charset="0"/>
              </a:defRPr>
            </a:lvl1pPr>
            <a:lvl2pPr marL="609570" indent="0">
              <a:buNone/>
              <a:defRPr sz="1600"/>
            </a:lvl2pPr>
            <a:lvl3pPr marL="1219139" indent="0">
              <a:buNone/>
              <a:defRPr sz="1333"/>
            </a:lvl3pPr>
            <a:lvl4pPr marL="1828709" indent="0">
              <a:buNone/>
              <a:defRPr sz="1200"/>
            </a:lvl4pPr>
            <a:lvl5pPr marL="2438278" indent="0">
              <a:buNone/>
              <a:defRPr sz="1200"/>
            </a:lvl5pPr>
            <a:lvl6pPr marL="3047848" indent="0">
              <a:buNone/>
              <a:defRPr sz="1200"/>
            </a:lvl6pPr>
            <a:lvl7pPr marL="3657417" indent="0">
              <a:buNone/>
              <a:defRPr sz="1200"/>
            </a:lvl7pPr>
            <a:lvl8pPr marL="4266987" indent="0">
              <a:buNone/>
              <a:defRPr sz="1200"/>
            </a:lvl8pPr>
            <a:lvl9pPr marL="4876557" indent="0">
              <a:buNone/>
              <a:defRPr sz="1200"/>
            </a:lvl9pPr>
          </a:lstStyle>
          <a:p>
            <a:pPr lvl="0"/>
            <a:r>
              <a:rPr lang="en-US" dirty="0"/>
              <a:t>CLICK TO EDITE SUBTITLE</a:t>
            </a:r>
          </a:p>
        </p:txBody>
      </p:sp>
      <p:sp>
        <p:nvSpPr>
          <p:cNvPr id="8" name="Title 2"/>
          <p:cNvSpPr>
            <a:spLocks noGrp="1"/>
          </p:cNvSpPr>
          <p:nvPr>
            <p:ph type="title"/>
          </p:nvPr>
        </p:nvSpPr>
        <p:spPr>
          <a:xfrm>
            <a:off x="508001" y="455085"/>
            <a:ext cx="11157817" cy="660511"/>
          </a:xfrm>
          <a:prstGeom prst="rect">
            <a:avLst/>
          </a:prstGeom>
        </p:spPr>
        <p:txBody>
          <a:bodyPr lIns="0" tIns="0" rIns="0" bIns="0" anchor="ctr"/>
          <a:lstStyle>
            <a:lvl1pPr algn="l">
              <a:defRPr sz="4267">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2476884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6.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14" name="Inhaltsplatzhalter 4"/>
          <p:cNvSpPr txBox="1">
            <a:spLocks/>
          </p:cNvSpPr>
          <p:nvPr userDrawn="1"/>
        </p:nvSpPr>
        <p:spPr>
          <a:xfrm>
            <a:off x="7620000" y="6527546"/>
            <a:ext cx="4064000" cy="184602"/>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en-US" sz="1333" kern="1200" dirty="0">
                <a:solidFill>
                  <a:schemeClr val="bg1">
                    <a:lumMod val="75000"/>
                  </a:schemeClr>
                </a:solidFill>
                <a:effectLst/>
                <a:latin typeface="Calibri Light" panose="020F0302020204030204" pitchFamily="34" charset="0"/>
                <a:ea typeface="+mn-ea"/>
                <a:cs typeface="+mn-cs"/>
              </a:rPr>
              <a:t>Copyright (C)</a:t>
            </a:r>
            <a:r>
              <a:rPr lang="en-US" sz="1333" kern="1200" baseline="0" dirty="0">
                <a:solidFill>
                  <a:schemeClr val="bg1">
                    <a:lumMod val="75000"/>
                  </a:schemeClr>
                </a:solidFill>
                <a:effectLst/>
                <a:latin typeface="Calibri Light" panose="020F0302020204030204" pitchFamily="34" charset="0"/>
                <a:ea typeface="+mn-ea"/>
                <a:cs typeface="+mn-cs"/>
              </a:rPr>
              <a:t> </a:t>
            </a:r>
            <a:r>
              <a:rPr lang="en-US" sz="1333" kern="1200" dirty="0">
                <a:solidFill>
                  <a:schemeClr val="bg1">
                    <a:lumMod val="75000"/>
                  </a:schemeClr>
                </a:solidFill>
                <a:effectLst/>
                <a:latin typeface="Calibri Light" panose="020F0302020204030204" pitchFamily="34" charset="0"/>
                <a:ea typeface="+mn-ea"/>
                <a:cs typeface="+mn-cs"/>
              </a:rPr>
              <a:t>SlideSalad.com All rights reserved.</a:t>
            </a:r>
          </a:p>
        </p:txBody>
      </p:sp>
      <p:sp>
        <p:nvSpPr>
          <p:cNvPr id="15" name="Inhaltsplatzhalter 4"/>
          <p:cNvSpPr txBox="1">
            <a:spLocks/>
          </p:cNvSpPr>
          <p:nvPr userDrawn="1"/>
        </p:nvSpPr>
        <p:spPr>
          <a:xfrm>
            <a:off x="533400" y="6527546"/>
            <a:ext cx="4064000" cy="184602"/>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1333" kern="1200" dirty="0">
                <a:solidFill>
                  <a:schemeClr val="bg1">
                    <a:lumMod val="75000"/>
                  </a:schemeClr>
                </a:solidFill>
                <a:effectLst/>
                <a:latin typeface="Calibri Light" panose="020F0302020204030204" pitchFamily="34" charset="0"/>
                <a:ea typeface="+mn-ea"/>
                <a:cs typeface="+mn-cs"/>
              </a:rPr>
              <a:t>Free SlideSalad</a:t>
            </a:r>
            <a:r>
              <a:rPr lang="en-US" sz="1333" kern="1200" baseline="0" dirty="0">
                <a:solidFill>
                  <a:schemeClr val="bg1">
                    <a:lumMod val="75000"/>
                  </a:schemeClr>
                </a:solidFill>
                <a:effectLst/>
                <a:latin typeface="Calibri Light" panose="020F0302020204030204" pitchFamily="34" charset="0"/>
                <a:ea typeface="+mn-ea"/>
                <a:cs typeface="+mn-cs"/>
              </a:rPr>
              <a:t> PowerPoint Template</a:t>
            </a:r>
            <a:endParaRPr lang="en-US" sz="1333" kern="1200" dirty="0">
              <a:solidFill>
                <a:schemeClr val="bg1">
                  <a:lumMod val="75000"/>
                </a:schemeClr>
              </a:solidFill>
              <a:effectLst/>
              <a:latin typeface="Calibri Light" panose="020F0302020204030204" pitchFamily="34" charset="0"/>
              <a:ea typeface="+mn-ea"/>
              <a:cs typeface="+mn-cs"/>
            </a:endParaRPr>
          </a:p>
        </p:txBody>
      </p:sp>
      <p:cxnSp>
        <p:nvCxnSpPr>
          <p:cNvPr id="17" name="Straight Connector 16"/>
          <p:cNvCxnSpPr/>
          <p:nvPr userDrawn="1"/>
        </p:nvCxnSpPr>
        <p:spPr>
          <a:xfrm>
            <a:off x="0" y="6381589"/>
            <a:ext cx="12192000"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9" name="Picture 18"/>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5384799" y="6495893"/>
            <a:ext cx="1422403" cy="247904"/>
          </a:xfrm>
          <a:prstGeom prst="rect">
            <a:avLst/>
          </a:prstGeom>
        </p:spPr>
      </p:pic>
    </p:spTree>
  </p:cSld>
  <p:clrMap bg1="lt1" tx1="dk1" bg2="lt2" tx2="dk2" accent1="accent1" accent2="accent2" accent3="accent3" accent4="accent4" accent5="accent5" accent6="accent6" hlink="hlink" folHlink="folHlink"/>
  <p:sldLayoutIdLst>
    <p:sldLayoutId id="2147483915" r:id="rId1"/>
    <p:sldLayoutId id="2147483959" r:id="rId2"/>
    <p:sldLayoutId id="2147484190" r:id="rId3"/>
    <p:sldLayoutId id="2147484273" r:id="rId4"/>
    <p:sldLayoutId id="2147484275" r:id="rId5"/>
  </p:sldLayoutIdLst>
  <p:hf hd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Rectangle 10"/>
          <p:cNvSpPr/>
          <p:nvPr userDrawn="1"/>
        </p:nvSpPr>
        <p:spPr>
          <a:xfrm>
            <a:off x="0" y="0"/>
            <a:ext cx="12192000" cy="6858000"/>
          </a:xfrm>
          <a:prstGeom prst="rect">
            <a:avLst/>
          </a:prstGeom>
          <a:solidFill>
            <a:srgbClr val="72B3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7" name="Inhaltsplatzhalter 4"/>
          <p:cNvSpPr txBox="1">
            <a:spLocks/>
          </p:cNvSpPr>
          <p:nvPr userDrawn="1"/>
        </p:nvSpPr>
        <p:spPr>
          <a:xfrm>
            <a:off x="7620000" y="6527546"/>
            <a:ext cx="4064000" cy="184602"/>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buNone/>
            </a:pPr>
            <a:r>
              <a:rPr lang="en-US" sz="1333" kern="1200" dirty="0">
                <a:solidFill>
                  <a:schemeClr val="bg1"/>
                </a:solidFill>
                <a:effectLst/>
                <a:latin typeface="Calibri Light" panose="020F0302020204030204" pitchFamily="34" charset="0"/>
                <a:ea typeface="+mn-ea"/>
                <a:cs typeface="+mn-cs"/>
              </a:rPr>
              <a:t>Copyright (C)</a:t>
            </a:r>
            <a:r>
              <a:rPr lang="en-US" sz="1333" kern="1200" baseline="0" dirty="0">
                <a:solidFill>
                  <a:schemeClr val="bg1"/>
                </a:solidFill>
                <a:effectLst/>
                <a:latin typeface="Calibri Light" panose="020F0302020204030204" pitchFamily="34" charset="0"/>
                <a:ea typeface="+mn-ea"/>
                <a:cs typeface="+mn-cs"/>
              </a:rPr>
              <a:t> </a:t>
            </a:r>
            <a:r>
              <a:rPr lang="en-US" sz="1333" kern="1200" dirty="0">
                <a:solidFill>
                  <a:schemeClr val="bg1"/>
                </a:solidFill>
                <a:effectLst/>
                <a:latin typeface="Calibri Light" panose="020F0302020204030204" pitchFamily="34" charset="0"/>
                <a:ea typeface="+mn-ea"/>
                <a:cs typeface="+mn-cs"/>
              </a:rPr>
              <a:t>SlideSalad.com All rights reserved.</a:t>
            </a:r>
          </a:p>
        </p:txBody>
      </p:sp>
      <p:sp>
        <p:nvSpPr>
          <p:cNvPr id="8" name="Inhaltsplatzhalter 4"/>
          <p:cNvSpPr txBox="1">
            <a:spLocks/>
          </p:cNvSpPr>
          <p:nvPr userDrawn="1"/>
        </p:nvSpPr>
        <p:spPr>
          <a:xfrm>
            <a:off x="533400" y="6527546"/>
            <a:ext cx="4064000" cy="184602"/>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1333" kern="1200" dirty="0">
                <a:solidFill>
                  <a:schemeClr val="bg1"/>
                </a:solidFill>
                <a:effectLst/>
                <a:latin typeface="Calibri Light" panose="020F0302020204030204" pitchFamily="34" charset="0"/>
                <a:ea typeface="+mn-ea"/>
                <a:cs typeface="+mn-cs"/>
              </a:rPr>
              <a:t>Free SlideSalad</a:t>
            </a:r>
            <a:r>
              <a:rPr lang="en-US" sz="1333" kern="1200" baseline="0" dirty="0">
                <a:solidFill>
                  <a:schemeClr val="bg1"/>
                </a:solidFill>
                <a:effectLst/>
                <a:latin typeface="Calibri Light" panose="020F0302020204030204" pitchFamily="34" charset="0"/>
                <a:ea typeface="+mn-ea"/>
                <a:cs typeface="+mn-cs"/>
              </a:rPr>
              <a:t> PowerPoint Template</a:t>
            </a:r>
            <a:endParaRPr lang="en-US" sz="1333" kern="1200" dirty="0">
              <a:solidFill>
                <a:schemeClr val="bg1"/>
              </a:solidFill>
              <a:effectLst/>
              <a:latin typeface="Calibri Light" panose="020F0302020204030204" pitchFamily="34" charset="0"/>
              <a:ea typeface="+mn-ea"/>
              <a:cs typeface="+mn-cs"/>
            </a:endParaRPr>
          </a:p>
        </p:txBody>
      </p:sp>
      <p:cxnSp>
        <p:nvCxnSpPr>
          <p:cNvPr id="9" name="Straight Connector 8"/>
          <p:cNvCxnSpPr/>
          <p:nvPr userDrawn="1"/>
        </p:nvCxnSpPr>
        <p:spPr>
          <a:xfrm>
            <a:off x="0" y="6381589"/>
            <a:ext cx="12192000" cy="0"/>
          </a:xfrm>
          <a:prstGeom prst="line">
            <a:avLst/>
          </a:prstGeom>
          <a:ln>
            <a:solidFill>
              <a:schemeClr val="bg1">
                <a:lumMod val="85000"/>
              </a:schemeClr>
            </a:solidFill>
            <a:prstDash val="dash"/>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384799" y="6495893"/>
            <a:ext cx="1422403" cy="247904"/>
          </a:xfrm>
          <a:prstGeom prst="rect">
            <a:avLst/>
          </a:prstGeom>
        </p:spPr>
      </p:pic>
    </p:spTree>
    <p:extLst>
      <p:ext uri="{BB962C8B-B14F-4D97-AF65-F5344CB8AC3E}">
        <p14:creationId xmlns:p14="http://schemas.microsoft.com/office/powerpoint/2010/main" val="6923426"/>
      </p:ext>
    </p:extLst>
  </p:cSld>
  <p:clrMap bg1="lt1" tx1="dk1" bg2="lt2" tx2="dk2" accent1="accent1" accent2="accent2" accent3="accent3" accent4="accent4" accent5="accent5" accent6="accent6" hlink="hlink" folHlink="folHlink"/>
  <p:sldLayoutIdLst>
    <p:sldLayoutId id="2147484204" r:id="rId1"/>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mn-lt"/>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mn-lt"/>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mn-lt"/>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hyperlink" Target="https://www.brvm.org/" TargetMode="External"/><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hyperlink" Target="https://dcbruemoa.org/" TargetMode="External"/><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hyperlink" Target="https://www.amf-umoa.org/" TargetMode="External"/><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hyperlink" Target="https://www.brvm.org/"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hyperlink" Target="https://www.brvm.org/" TargetMode="Externa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3.xml"/><Relationship Id="rId4" Type="http://schemas.openxmlformats.org/officeDocument/2006/relationships/image" Target="../media/image17.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8" Type="http://schemas.openxmlformats.org/officeDocument/2006/relationships/image" Target="../media/image24.jpeg"/><Relationship Id="rId3" Type="http://schemas.openxmlformats.org/officeDocument/2006/relationships/image" Target="../media/image19.png"/><Relationship Id="rId7" Type="http://schemas.openxmlformats.org/officeDocument/2006/relationships/image" Target="../media/image23.jpeg"/><Relationship Id="rId12" Type="http://schemas.openxmlformats.org/officeDocument/2006/relationships/image" Target="../media/image28.png"/><Relationship Id="rId2" Type="http://schemas.openxmlformats.org/officeDocument/2006/relationships/image" Target="../media/image18.jpeg"/><Relationship Id="rId1" Type="http://schemas.openxmlformats.org/officeDocument/2006/relationships/slideLayout" Target="../slideLayouts/slideLayout4.xml"/><Relationship Id="rId6" Type="http://schemas.openxmlformats.org/officeDocument/2006/relationships/image" Target="../media/image22.png"/><Relationship Id="rId11" Type="http://schemas.openxmlformats.org/officeDocument/2006/relationships/image" Target="../media/image27.jpeg"/><Relationship Id="rId5" Type="http://schemas.openxmlformats.org/officeDocument/2006/relationships/image" Target="../media/image21.jpeg"/><Relationship Id="rId10" Type="http://schemas.openxmlformats.org/officeDocument/2006/relationships/image" Target="../media/image26.jpeg"/><Relationship Id="rId4" Type="http://schemas.openxmlformats.org/officeDocument/2006/relationships/image" Target="../media/image20.jpeg"/><Relationship Id="rId9" Type="http://schemas.openxmlformats.org/officeDocument/2006/relationships/image" Target="../media/image25.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6" name="Picture Placeholder 25"/>
          <p:cNvPicPr>
            <a:picLocks noGrp="1" noChangeAspect="1"/>
          </p:cNvPicPr>
          <p:nvPr>
            <p:ph type="pic" sz="quarter" idx="10"/>
          </p:nvPr>
        </p:nvPicPr>
        <p:blipFill>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7746" b="7746"/>
          <a:stretch>
            <a:fillRect/>
          </a:stretch>
        </p:blipFill>
        <p:spPr/>
      </p:pic>
      <p:sp>
        <p:nvSpPr>
          <p:cNvPr id="27" name="Rectangle 26"/>
          <p:cNvSpPr/>
          <p:nvPr/>
        </p:nvSpPr>
        <p:spPr bwMode="auto">
          <a:xfrm>
            <a:off x="0" y="254969"/>
            <a:ext cx="12192000" cy="6851651"/>
          </a:xfrm>
          <a:prstGeom prst="rect">
            <a:avLst/>
          </a:prstGeom>
          <a:gradFill flip="none" rotWithShape="1">
            <a:gsLst>
              <a:gs pos="0">
                <a:srgbClr val="5EAADE">
                  <a:alpha val="80000"/>
                </a:srgbClr>
              </a:gs>
              <a:gs pos="100000">
                <a:srgbClr val="38579A">
                  <a:alpha val="80000"/>
                </a:srgbClr>
              </a:gs>
            </a:gsLst>
            <a:lin ang="5400000" scaled="0"/>
            <a:tileRect/>
          </a:gra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3200"/>
          </a:p>
        </p:txBody>
      </p:sp>
      <p:sp>
        <p:nvSpPr>
          <p:cNvPr id="28" name="Footer Text"/>
          <p:cNvSpPr txBox="1"/>
          <p:nvPr/>
        </p:nvSpPr>
        <p:spPr>
          <a:xfrm>
            <a:off x="1295400" y="2634353"/>
            <a:ext cx="9855200" cy="2092881"/>
          </a:xfrm>
          <a:prstGeom prst="rect">
            <a:avLst/>
          </a:prstGeom>
          <a:noFill/>
        </p:spPr>
        <p:txBody>
          <a:bodyPr wrap="square" lIns="121920" tIns="121920" rIns="121920" bIns="121920" rtlCol="0">
            <a:spAutoFit/>
          </a:bodyPr>
          <a:lstStyle/>
          <a:p>
            <a:pPr algn="ctr"/>
            <a:r>
              <a:rPr lang="en-US" sz="6000" b="1" dirty="0" err="1">
                <a:solidFill>
                  <a:schemeClr val="bg1"/>
                </a:solidFill>
              </a:rPr>
              <a:t>Epargner</a:t>
            </a:r>
            <a:r>
              <a:rPr lang="en-US" sz="6000" b="1" dirty="0">
                <a:solidFill>
                  <a:schemeClr val="bg1"/>
                </a:solidFill>
              </a:rPr>
              <a:t> sur le </a:t>
            </a:r>
            <a:r>
              <a:rPr lang="en-US" sz="6000" b="1" dirty="0" err="1">
                <a:solidFill>
                  <a:schemeClr val="bg1"/>
                </a:solidFill>
              </a:rPr>
              <a:t>marché</a:t>
            </a:r>
            <a:r>
              <a:rPr lang="en-US" sz="6000" b="1" dirty="0">
                <a:solidFill>
                  <a:schemeClr val="bg1"/>
                </a:solidFill>
              </a:rPr>
              <a:t> financier </a:t>
            </a:r>
            <a:r>
              <a:rPr lang="en-US" sz="6000" b="1" dirty="0" err="1">
                <a:solidFill>
                  <a:schemeClr val="bg1"/>
                </a:solidFill>
              </a:rPr>
              <a:t>régional</a:t>
            </a:r>
            <a:endParaRPr lang="en-US" sz="6000" b="1" dirty="0">
              <a:solidFill>
                <a:schemeClr val="bg1"/>
              </a:solidFill>
            </a:endParaRPr>
          </a:p>
        </p:txBody>
      </p:sp>
      <p:sp>
        <p:nvSpPr>
          <p:cNvPr id="29" name="Footer Text"/>
          <p:cNvSpPr txBox="1"/>
          <p:nvPr/>
        </p:nvSpPr>
        <p:spPr>
          <a:xfrm>
            <a:off x="3048000" y="4509960"/>
            <a:ext cx="6832597" cy="1395510"/>
          </a:xfrm>
          <a:prstGeom prst="rect">
            <a:avLst/>
          </a:prstGeom>
          <a:noFill/>
        </p:spPr>
        <p:txBody>
          <a:bodyPr wrap="square" lIns="121920" tIns="121920" rIns="121920" bIns="121920" rtlCol="0">
            <a:spAutoFit/>
          </a:bodyPr>
          <a:lstStyle/>
          <a:p>
            <a:pPr algn="ctr"/>
            <a:r>
              <a:rPr lang="fr-FR" sz="1867" dirty="0">
                <a:solidFill>
                  <a:schemeClr val="bg1"/>
                </a:solidFill>
                <a:latin typeface="Roboto Light" panose="02000000000000000000" pitchFamily="2" charset="0"/>
                <a:ea typeface="Roboto Light" panose="02000000000000000000" pitchFamily="2" charset="0"/>
              </a:rPr>
              <a:t>Présenté par:  </a:t>
            </a:r>
          </a:p>
          <a:p>
            <a:pPr algn="ctr"/>
            <a:endParaRPr lang="fr-FR" sz="1867" dirty="0">
              <a:solidFill>
                <a:schemeClr val="bg1"/>
              </a:solidFill>
              <a:latin typeface="Roboto Light" panose="02000000000000000000" pitchFamily="2" charset="0"/>
              <a:ea typeface="Roboto Light" panose="02000000000000000000" pitchFamily="2" charset="0"/>
            </a:endParaRPr>
          </a:p>
          <a:p>
            <a:pPr algn="ctr"/>
            <a:r>
              <a:rPr lang="fr-FR" sz="1867" dirty="0">
                <a:solidFill>
                  <a:schemeClr val="bg1"/>
                </a:solidFill>
                <a:latin typeface="Roboto Light" panose="02000000000000000000" pitchFamily="2" charset="0"/>
                <a:ea typeface="Roboto Light" panose="02000000000000000000" pitchFamily="2" charset="0"/>
              </a:rPr>
              <a:t>Marc Emmanuel EBO</a:t>
            </a:r>
          </a:p>
          <a:p>
            <a:pPr algn="ctr"/>
            <a:r>
              <a:rPr lang="fr-FR" sz="1867" dirty="0">
                <a:solidFill>
                  <a:schemeClr val="bg1"/>
                </a:solidFill>
                <a:latin typeface="Roboto Light" panose="02000000000000000000" pitchFamily="2" charset="0"/>
                <a:ea typeface="Roboto Light" panose="02000000000000000000" pitchFamily="2" charset="0"/>
              </a:rPr>
              <a:t>Financier,</a:t>
            </a:r>
          </a:p>
        </p:txBody>
      </p:sp>
      <p:sp>
        <p:nvSpPr>
          <p:cNvPr id="31" name="Freeform 30"/>
          <p:cNvSpPr>
            <a:spLocks noEditPoints="1"/>
          </p:cNvSpPr>
          <p:nvPr/>
        </p:nvSpPr>
        <p:spPr bwMode="auto">
          <a:xfrm>
            <a:off x="228600" y="6168394"/>
            <a:ext cx="573568" cy="420820"/>
          </a:xfrm>
          <a:custGeom>
            <a:avLst/>
            <a:gdLst/>
            <a:ahLst/>
            <a:cxnLst>
              <a:cxn ang="0">
                <a:pos x="116" y="0"/>
              </a:cxn>
              <a:cxn ang="0">
                <a:pos x="0" y="117"/>
              </a:cxn>
              <a:cxn ang="0">
                <a:pos x="116" y="233"/>
              </a:cxn>
              <a:cxn ang="0">
                <a:pos x="232" y="117"/>
              </a:cxn>
              <a:cxn ang="0">
                <a:pos x="116" y="0"/>
              </a:cxn>
              <a:cxn ang="0">
                <a:pos x="145" y="121"/>
              </a:cxn>
              <a:cxn ang="0">
                <a:pos x="126" y="121"/>
              </a:cxn>
              <a:cxn ang="0">
                <a:pos x="126" y="188"/>
              </a:cxn>
              <a:cxn ang="0">
                <a:pos x="98" y="188"/>
              </a:cxn>
              <a:cxn ang="0">
                <a:pos x="98" y="121"/>
              </a:cxn>
              <a:cxn ang="0">
                <a:pos x="85" y="121"/>
              </a:cxn>
              <a:cxn ang="0">
                <a:pos x="85" y="97"/>
              </a:cxn>
              <a:cxn ang="0">
                <a:pos x="98" y="97"/>
              </a:cxn>
              <a:cxn ang="0">
                <a:pos x="98" y="81"/>
              </a:cxn>
              <a:cxn ang="0">
                <a:pos x="126" y="53"/>
              </a:cxn>
              <a:cxn ang="0">
                <a:pos x="147" y="53"/>
              </a:cxn>
              <a:cxn ang="0">
                <a:pos x="147" y="76"/>
              </a:cxn>
              <a:cxn ang="0">
                <a:pos x="132" y="76"/>
              </a:cxn>
              <a:cxn ang="0">
                <a:pos x="126" y="83"/>
              </a:cxn>
              <a:cxn ang="0">
                <a:pos x="126" y="97"/>
              </a:cxn>
              <a:cxn ang="0">
                <a:pos x="147" y="97"/>
              </a:cxn>
              <a:cxn ang="0">
                <a:pos x="145" y="121"/>
              </a:cxn>
              <a:cxn ang="0">
                <a:pos x="145" y="121"/>
              </a:cxn>
              <a:cxn ang="0">
                <a:pos x="145" y="121"/>
              </a:cxn>
            </a:cxnLst>
            <a:rect l="0" t="0" r="r" b="b"/>
            <a:pathLst>
              <a:path w="232" h="233">
                <a:moveTo>
                  <a:pt x="116" y="0"/>
                </a:moveTo>
                <a:cubicBezTo>
                  <a:pt x="52" y="0"/>
                  <a:pt x="0" y="52"/>
                  <a:pt x="0" y="117"/>
                </a:cubicBezTo>
                <a:cubicBezTo>
                  <a:pt x="0" y="181"/>
                  <a:pt x="52" y="233"/>
                  <a:pt x="116" y="233"/>
                </a:cubicBezTo>
                <a:cubicBezTo>
                  <a:pt x="180" y="233"/>
                  <a:pt x="232" y="181"/>
                  <a:pt x="232" y="117"/>
                </a:cubicBezTo>
                <a:cubicBezTo>
                  <a:pt x="232" y="52"/>
                  <a:pt x="180" y="0"/>
                  <a:pt x="116" y="0"/>
                </a:cubicBezTo>
                <a:close/>
                <a:moveTo>
                  <a:pt x="145" y="121"/>
                </a:moveTo>
                <a:cubicBezTo>
                  <a:pt x="126" y="121"/>
                  <a:pt x="126" y="121"/>
                  <a:pt x="126" y="121"/>
                </a:cubicBezTo>
                <a:cubicBezTo>
                  <a:pt x="126" y="188"/>
                  <a:pt x="126" y="188"/>
                  <a:pt x="126" y="188"/>
                </a:cubicBezTo>
                <a:cubicBezTo>
                  <a:pt x="98" y="188"/>
                  <a:pt x="98" y="188"/>
                  <a:pt x="98" y="188"/>
                </a:cubicBezTo>
                <a:cubicBezTo>
                  <a:pt x="98" y="121"/>
                  <a:pt x="98" y="121"/>
                  <a:pt x="98" y="121"/>
                </a:cubicBezTo>
                <a:cubicBezTo>
                  <a:pt x="85" y="121"/>
                  <a:pt x="85" y="121"/>
                  <a:pt x="85" y="121"/>
                </a:cubicBezTo>
                <a:cubicBezTo>
                  <a:pt x="85" y="97"/>
                  <a:pt x="85" y="97"/>
                  <a:pt x="85" y="97"/>
                </a:cubicBezTo>
                <a:cubicBezTo>
                  <a:pt x="98" y="97"/>
                  <a:pt x="98" y="97"/>
                  <a:pt x="98" y="97"/>
                </a:cubicBezTo>
                <a:cubicBezTo>
                  <a:pt x="98" y="81"/>
                  <a:pt x="98" y="81"/>
                  <a:pt x="98" y="81"/>
                </a:cubicBezTo>
                <a:cubicBezTo>
                  <a:pt x="98" y="70"/>
                  <a:pt x="103" y="53"/>
                  <a:pt x="126" y="53"/>
                </a:cubicBezTo>
                <a:cubicBezTo>
                  <a:pt x="147" y="53"/>
                  <a:pt x="147" y="53"/>
                  <a:pt x="147" y="53"/>
                </a:cubicBezTo>
                <a:cubicBezTo>
                  <a:pt x="147" y="76"/>
                  <a:pt x="147" y="76"/>
                  <a:pt x="147" y="76"/>
                </a:cubicBezTo>
                <a:cubicBezTo>
                  <a:pt x="132" y="76"/>
                  <a:pt x="132" y="76"/>
                  <a:pt x="132" y="76"/>
                </a:cubicBezTo>
                <a:cubicBezTo>
                  <a:pt x="130" y="76"/>
                  <a:pt x="126" y="78"/>
                  <a:pt x="126" y="83"/>
                </a:cubicBezTo>
                <a:cubicBezTo>
                  <a:pt x="126" y="97"/>
                  <a:pt x="126" y="97"/>
                  <a:pt x="126" y="97"/>
                </a:cubicBezTo>
                <a:cubicBezTo>
                  <a:pt x="147" y="97"/>
                  <a:pt x="147" y="97"/>
                  <a:pt x="147" y="97"/>
                </a:cubicBezTo>
                <a:lnTo>
                  <a:pt x="145" y="121"/>
                </a:lnTo>
                <a:close/>
                <a:moveTo>
                  <a:pt x="145" y="121"/>
                </a:moveTo>
                <a:cubicBezTo>
                  <a:pt x="145" y="121"/>
                  <a:pt x="145" y="121"/>
                  <a:pt x="145" y="121"/>
                </a:cubicBezTo>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2400"/>
          </a:p>
        </p:txBody>
      </p:sp>
      <p:pic>
        <p:nvPicPr>
          <p:cNvPr id="2" name="Image 1">
            <a:extLst>
              <a:ext uri="{FF2B5EF4-FFF2-40B4-BE49-F238E27FC236}">
                <a16:creationId xmlns:a16="http://schemas.microsoft.com/office/drawing/2014/main" xmlns="" id="{13093A56-29A5-0AE1-0036-0B7F4AEF22F2}"/>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9410" b="87816"/>
          <a:stretch/>
        </p:blipFill>
        <p:spPr>
          <a:xfrm>
            <a:off x="0" y="-124279"/>
            <a:ext cx="12192000" cy="2279449"/>
          </a:xfrm>
          <a:prstGeom prst="rect">
            <a:avLst/>
          </a:prstGeom>
        </p:spPr>
      </p:pic>
      <p:sp>
        <p:nvSpPr>
          <p:cNvPr id="3" name="Rectangle : coins arrondis 2">
            <a:extLst>
              <a:ext uri="{FF2B5EF4-FFF2-40B4-BE49-F238E27FC236}">
                <a16:creationId xmlns:a16="http://schemas.microsoft.com/office/drawing/2014/main" xmlns="" id="{D58AFE2F-1F9A-D18F-2B46-E7E9D3580EAB}"/>
              </a:ext>
            </a:extLst>
          </p:cNvPr>
          <p:cNvSpPr/>
          <p:nvPr/>
        </p:nvSpPr>
        <p:spPr bwMode="auto">
          <a:xfrm>
            <a:off x="5410200" y="6171325"/>
            <a:ext cx="2514600" cy="420820"/>
          </a:xfrm>
          <a:prstGeom prst="roundRect">
            <a:avLst/>
          </a:prstGeom>
          <a:noFill/>
          <a:ln>
            <a:noFill/>
          </a:ln>
        </p:spPr>
        <p:style>
          <a:lnRef idx="0">
            <a:scrgbClr r="0" g="0" b="0"/>
          </a:lnRef>
          <a:fillRef idx="0">
            <a:scrgbClr r="0" g="0" b="0"/>
          </a:fillRef>
          <a:effectRef idx="0">
            <a:scrgbClr r="0" g="0" b="0"/>
          </a:effectRef>
          <a:fontRef idx="minor">
            <a:schemeClr val="dk1"/>
          </a:fontRef>
        </p:style>
        <p:txBody>
          <a:bodyPr vert="horz" wrap="square" lIns="91440" tIns="45720" rIns="91440" bIns="45720" numCol="1" rtlCol="0" anchor="t" anchorCtr="0" compatLnSpc="1">
            <a:prstTxWarp prst="textNoShape">
              <a:avLst/>
            </a:prstTxWarp>
          </a:bodyPr>
          <a:lstStyle/>
          <a:p>
            <a:pPr algn="ctr"/>
            <a:r>
              <a:rPr lang="fr-FR" dirty="0"/>
              <a:t>Avril  2024</a:t>
            </a:r>
          </a:p>
        </p:txBody>
      </p:sp>
    </p:spTree>
    <p:extLst>
      <p:ext uri="{BB962C8B-B14F-4D97-AF65-F5344CB8AC3E}">
        <p14:creationId xmlns:p14="http://schemas.microsoft.com/office/powerpoint/2010/main" val="2967607813"/>
      </p:ext>
    </p:extLst>
  </p:cSld>
  <p:clrMapOvr>
    <a:masterClrMapping/>
  </p:clrMapOvr>
  <mc:AlternateContent xmlns:mc="http://schemas.openxmlformats.org/markup-compatibility/2006" xmlns:p14="http://schemas.microsoft.com/office/powerpoint/2010/main">
    <mc:Choice Requires="p14">
      <p:transition spd="slow" p14:dur="900">
        <p14:flythrough dir="out" hasBounce="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18000" decel="82000" fill="hold" grpId="0" nodeType="afterEffect">
                                  <p:stCondLst>
                                    <p:cond delay="0"/>
                                  </p:stCondLst>
                                  <p:iterate type="lt">
                                    <p:tmPct val="10000"/>
                                  </p:iterate>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ppt_x"/>
                                          </p:val>
                                        </p:tav>
                                        <p:tav tm="100000">
                                          <p:val>
                                            <p:strVal val="#ppt_x"/>
                                          </p:val>
                                        </p:tav>
                                      </p:tavLst>
                                    </p:anim>
                                    <p:anim calcmode="lin" valueType="num">
                                      <p:cBhvr additive="base">
                                        <p:cTn id="8" dur="500" fill="hold"/>
                                        <p:tgtEl>
                                          <p:spTgt spid="28"/>
                                        </p:tgtEl>
                                        <p:attrNameLst>
                                          <p:attrName>ppt_y</p:attrName>
                                        </p:attrNameLst>
                                      </p:cBhvr>
                                      <p:tavLst>
                                        <p:tav tm="0">
                                          <p:val>
                                            <p:strVal val="1+#ppt_h/2"/>
                                          </p:val>
                                        </p:tav>
                                        <p:tav tm="100000">
                                          <p:val>
                                            <p:strVal val="#ppt_y"/>
                                          </p:val>
                                        </p:tav>
                                      </p:tavLst>
                                    </p:anim>
                                  </p:childTnLst>
                                </p:cTn>
                              </p:par>
                              <p:par>
                                <p:cTn id="9" presetID="2" presetClass="entr" presetSubtype="1" accel="18000" decel="82000" fill="hold" grpId="0" nodeType="withEffect">
                                  <p:stCondLst>
                                    <p:cond delay="0"/>
                                  </p:stCondLst>
                                  <p:iterate type="wd">
                                    <p:tmPct val="10000"/>
                                  </p:iterate>
                                  <p:childTnLst>
                                    <p:set>
                                      <p:cBhvr>
                                        <p:cTn id="10" dur="1" fill="hold">
                                          <p:stCondLst>
                                            <p:cond delay="0"/>
                                          </p:stCondLst>
                                        </p:cTn>
                                        <p:tgtEl>
                                          <p:spTgt spid="29"/>
                                        </p:tgtEl>
                                        <p:attrNameLst>
                                          <p:attrName>style.visibility</p:attrName>
                                        </p:attrNameLst>
                                      </p:cBhvr>
                                      <p:to>
                                        <p:strVal val="visible"/>
                                      </p:to>
                                    </p:set>
                                    <p:anim calcmode="lin" valueType="num">
                                      <p:cBhvr additive="base">
                                        <p:cTn id="11" dur="500" fill="hold"/>
                                        <p:tgtEl>
                                          <p:spTgt spid="29"/>
                                        </p:tgtEl>
                                        <p:attrNameLst>
                                          <p:attrName>ppt_x</p:attrName>
                                        </p:attrNameLst>
                                      </p:cBhvr>
                                      <p:tavLst>
                                        <p:tav tm="0">
                                          <p:val>
                                            <p:strVal val="#ppt_x"/>
                                          </p:val>
                                        </p:tav>
                                        <p:tav tm="100000">
                                          <p:val>
                                            <p:strVal val="#ppt_x"/>
                                          </p:val>
                                        </p:tav>
                                      </p:tavLst>
                                    </p:anim>
                                    <p:anim calcmode="lin" valueType="num">
                                      <p:cBhvr additive="base">
                                        <p:cTn id="12" dur="500" fill="hold"/>
                                        <p:tgtEl>
                                          <p:spTgt spid="29"/>
                                        </p:tgtEl>
                                        <p:attrNameLst>
                                          <p:attrName>ppt_y</p:attrName>
                                        </p:attrNameLst>
                                      </p:cBhvr>
                                      <p:tavLst>
                                        <p:tav tm="0">
                                          <p:val>
                                            <p:strVal val="0-#ppt_h/2"/>
                                          </p:val>
                                        </p:tav>
                                        <p:tav tm="100000">
                                          <p:val>
                                            <p:strVal val="#ppt_y"/>
                                          </p:val>
                                        </p:tav>
                                      </p:tavLst>
                                    </p:anim>
                                  </p:childTnLst>
                                </p:cTn>
                              </p:par>
                            </p:childTnLst>
                          </p:cTn>
                        </p:par>
                        <p:par>
                          <p:cTn id="13" fill="hold">
                            <p:stCondLst>
                              <p:cond delay="2250"/>
                            </p:stCondLst>
                            <p:childTnLst>
                              <p:par>
                                <p:cTn id="14" presetID="53" presetClass="entr" presetSubtype="16" fill="hold" grpId="0" nodeType="afterEffect">
                                  <p:stCondLst>
                                    <p:cond delay="0"/>
                                  </p:stCondLst>
                                  <p:childTnLst>
                                    <p:set>
                                      <p:cBhvr>
                                        <p:cTn id="15" dur="1" fill="hold">
                                          <p:stCondLst>
                                            <p:cond delay="0"/>
                                          </p:stCondLst>
                                        </p:cTn>
                                        <p:tgtEl>
                                          <p:spTgt spid="31"/>
                                        </p:tgtEl>
                                        <p:attrNameLst>
                                          <p:attrName>style.visibility</p:attrName>
                                        </p:attrNameLst>
                                      </p:cBhvr>
                                      <p:to>
                                        <p:strVal val="visible"/>
                                      </p:to>
                                    </p:set>
                                    <p:anim calcmode="lin" valueType="num">
                                      <p:cBhvr>
                                        <p:cTn id="16" dur="500" fill="hold"/>
                                        <p:tgtEl>
                                          <p:spTgt spid="31"/>
                                        </p:tgtEl>
                                        <p:attrNameLst>
                                          <p:attrName>ppt_w</p:attrName>
                                        </p:attrNameLst>
                                      </p:cBhvr>
                                      <p:tavLst>
                                        <p:tav tm="0">
                                          <p:val>
                                            <p:fltVal val="0"/>
                                          </p:val>
                                        </p:tav>
                                        <p:tav tm="100000">
                                          <p:val>
                                            <p:strVal val="#ppt_w"/>
                                          </p:val>
                                        </p:tav>
                                      </p:tavLst>
                                    </p:anim>
                                    <p:anim calcmode="lin" valueType="num">
                                      <p:cBhvr>
                                        <p:cTn id="17" dur="500" fill="hold"/>
                                        <p:tgtEl>
                                          <p:spTgt spid="31"/>
                                        </p:tgtEl>
                                        <p:attrNameLst>
                                          <p:attrName>ppt_h</p:attrName>
                                        </p:attrNameLst>
                                      </p:cBhvr>
                                      <p:tavLst>
                                        <p:tav tm="0">
                                          <p:val>
                                            <p:fltVal val="0"/>
                                          </p:val>
                                        </p:tav>
                                        <p:tav tm="100000">
                                          <p:val>
                                            <p:strVal val="#ppt_h"/>
                                          </p:val>
                                        </p:tav>
                                      </p:tavLst>
                                    </p:anim>
                                    <p:animEffect transition="in" filter="fade">
                                      <p:cBhvr>
                                        <p:cTn id="1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Title 1">
            <a:extLst>
              <a:ext uri="{FF2B5EF4-FFF2-40B4-BE49-F238E27FC236}">
                <a16:creationId xmlns:a16="http://schemas.microsoft.com/office/drawing/2014/main" xmlns="" id="{604E22DD-7D28-B0C4-9774-B5537FFA6973}"/>
              </a:ext>
            </a:extLst>
          </p:cNvPr>
          <p:cNvSpPr txBox="1">
            <a:spLocks/>
          </p:cNvSpPr>
          <p:nvPr/>
        </p:nvSpPr>
        <p:spPr>
          <a:xfrm>
            <a:off x="1727200" y="453417"/>
            <a:ext cx="10464800" cy="406400"/>
          </a:xfrm>
          <a:prstGeom prst="rect">
            <a:avLst/>
          </a:prstGeom>
        </p:spPr>
        <p:style>
          <a:lnRef idx="1">
            <a:schemeClr val="accent3"/>
          </a:lnRef>
          <a:fillRef idx="2">
            <a:schemeClr val="accent3"/>
          </a:fillRef>
          <a:effectRef idx="1">
            <a:schemeClr val="accent3"/>
          </a:effectRef>
          <a:fontRef idx="minor">
            <a:schemeClr val="dk1"/>
          </a:fontRef>
        </p:style>
        <p:txBody>
          <a:bodyPr/>
          <a:lstStyle>
            <a:lvl1pPr algn="ctr" defTabSz="1219170" rtl="0" eaLnBrk="1" latinLnBrk="0" hangingPunct="1">
              <a:spcBef>
                <a:spcPct val="0"/>
              </a:spcBef>
              <a:buNone/>
              <a:defRPr sz="5867"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2133" b="1" dirty="0">
                <a:solidFill>
                  <a:schemeClr val="tx1"/>
                </a:solidFill>
                <a:latin typeface="Century Gothic" panose="020B0502020202020204" pitchFamily="34" charset="0"/>
              </a:rPr>
              <a:t>0. </a:t>
            </a:r>
            <a:r>
              <a:rPr lang="fr-FR" sz="2000" b="1" dirty="0">
                <a:solidFill>
                  <a:schemeClr val="tx1"/>
                </a:solidFill>
                <a:latin typeface="Century Gothic" panose="020B0502020202020204" pitchFamily="34" charset="0"/>
              </a:rPr>
              <a:t>Sommaire</a:t>
            </a:r>
          </a:p>
        </p:txBody>
      </p:sp>
      <p:sp>
        <p:nvSpPr>
          <p:cNvPr id="4" name="Rectangle 3">
            <a:extLst>
              <a:ext uri="{FF2B5EF4-FFF2-40B4-BE49-F238E27FC236}">
                <a16:creationId xmlns:a16="http://schemas.microsoft.com/office/drawing/2014/main" xmlns="" id="{56288DB5-5539-12F3-66D4-ED3975788498}"/>
              </a:ext>
            </a:extLst>
          </p:cNvPr>
          <p:cNvSpPr/>
          <p:nvPr/>
        </p:nvSpPr>
        <p:spPr bwMode="auto">
          <a:xfrm>
            <a:off x="457200" y="1143000"/>
            <a:ext cx="11125200" cy="5181600"/>
          </a:xfrm>
          <a:prstGeom prst="rect">
            <a:avLst/>
          </a:pr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457200" indent="-457200">
              <a:buAutoNum type="arabicPeriod"/>
            </a:pPr>
            <a:r>
              <a:rPr lang="fr-FR" b="1" dirty="0">
                <a:solidFill>
                  <a:schemeClr val="tx1"/>
                </a:solidFill>
                <a:latin typeface="Century Gothic" panose="020B0502020202020204" pitchFamily="34" charset="0"/>
              </a:rPr>
              <a:t>Qui sommes-nous?</a:t>
            </a:r>
          </a:p>
          <a:p>
            <a:pPr marL="457200" indent="-457200">
              <a:buFontTx/>
              <a:buAutoNum type="arabicPeriod"/>
            </a:pPr>
            <a:r>
              <a:rPr lang="fr-FR" sz="2400" b="1" dirty="0">
                <a:solidFill>
                  <a:schemeClr val="tx1"/>
                </a:solidFill>
                <a:latin typeface="Century Gothic" panose="020B0502020202020204" pitchFamily="34" charset="0"/>
              </a:rPr>
              <a:t>Qu’est-ce qu’un Marché Financier ?</a:t>
            </a:r>
          </a:p>
          <a:p>
            <a:pPr marL="457200" indent="-457200">
              <a:buFontTx/>
              <a:buAutoNum type="arabicPeriod"/>
            </a:pPr>
            <a:r>
              <a:rPr lang="fr-FR" sz="2400" b="1" dirty="0">
                <a:solidFill>
                  <a:schemeClr val="tx1"/>
                </a:solidFill>
                <a:latin typeface="Century Gothic" panose="020B0502020202020204" pitchFamily="34" charset="0"/>
              </a:rPr>
              <a:t>Que peut-on acheter ou vendre sur  le Marché Financier Régional?</a:t>
            </a:r>
          </a:p>
          <a:p>
            <a:pPr marL="457200" indent="-457200">
              <a:buFontTx/>
              <a:buAutoNum type="arabicPeriod"/>
            </a:pPr>
            <a:r>
              <a:rPr lang="fr-FR" sz="2400" b="1" dirty="0">
                <a:solidFill>
                  <a:schemeClr val="tx1"/>
                </a:solidFill>
                <a:latin typeface="Century Gothic" panose="020B0502020202020204" pitchFamily="34" charset="0"/>
              </a:rPr>
              <a:t>Comment est organisé le Marché Financier Régional ?</a:t>
            </a:r>
          </a:p>
          <a:p>
            <a:pPr marL="457200" indent="-457200">
              <a:buFontTx/>
              <a:buAutoNum type="arabicPeriod"/>
            </a:pPr>
            <a:r>
              <a:rPr lang="fr-FR" sz="2400" b="1" dirty="0">
                <a:solidFill>
                  <a:schemeClr val="tx1"/>
                </a:solidFill>
                <a:latin typeface="Century Gothic" panose="020B0502020202020204" pitchFamily="34" charset="0"/>
              </a:rPr>
              <a:t>Les acteurs du  Marché Financier Régional ?</a:t>
            </a:r>
          </a:p>
          <a:p>
            <a:pPr marL="457200" indent="-457200">
              <a:buFontTx/>
              <a:buAutoNum type="arabicPeriod"/>
            </a:pPr>
            <a:r>
              <a:rPr lang="fr-FR" sz="2400" b="1" dirty="0">
                <a:solidFill>
                  <a:schemeClr val="tx1"/>
                </a:solidFill>
                <a:latin typeface="Century Gothic" panose="020B0502020202020204" pitchFamily="34" charset="0"/>
              </a:rPr>
              <a:t>Quelle sont vos possibilités  </a:t>
            </a:r>
          </a:p>
          <a:p>
            <a:pPr marL="457200" indent="-457200">
              <a:buFontTx/>
              <a:buAutoNum type="arabicPeriod"/>
            </a:pPr>
            <a:r>
              <a:rPr lang="fr-FR" sz="2400" b="1" dirty="0">
                <a:solidFill>
                  <a:schemeClr val="tx1"/>
                </a:solidFill>
                <a:latin typeface="Century Gothic" panose="020B0502020202020204" pitchFamily="34" charset="0"/>
              </a:rPr>
              <a:t>Les règles de répartition de revenus</a:t>
            </a:r>
          </a:p>
          <a:p>
            <a:pPr marL="457200" indent="-457200">
              <a:buFontTx/>
              <a:buAutoNum type="arabicPeriod"/>
            </a:pPr>
            <a:r>
              <a:rPr lang="fr-FR" sz="2400" b="1" dirty="0">
                <a:solidFill>
                  <a:schemeClr val="tx1"/>
                </a:solidFill>
                <a:latin typeface="Century Gothic" panose="020B0502020202020204" pitchFamily="34" charset="0"/>
              </a:rPr>
              <a:t>Pourquoi épargner ou investir?</a:t>
            </a:r>
          </a:p>
          <a:p>
            <a:pPr marL="457200" indent="-457200">
              <a:buFontTx/>
              <a:buAutoNum type="arabicPeriod"/>
            </a:pPr>
            <a:r>
              <a:rPr lang="fr-FR" sz="2400" b="1" dirty="0">
                <a:solidFill>
                  <a:schemeClr val="tx1"/>
                </a:solidFill>
                <a:latin typeface="Century Gothic" panose="020B0502020202020204" pitchFamily="34" charset="0"/>
              </a:rPr>
              <a:t>Votre epargne est-elle sécurisée?</a:t>
            </a:r>
          </a:p>
          <a:p>
            <a:pPr marL="457200" indent="-457200">
              <a:buFontTx/>
              <a:buAutoNum type="arabicPeriod"/>
            </a:pPr>
            <a:r>
              <a:rPr lang="fr-FR" sz="2400" b="1" dirty="0">
                <a:solidFill>
                  <a:schemeClr val="tx1"/>
                </a:solidFill>
                <a:latin typeface="Century Gothic" panose="020B0502020202020204" pitchFamily="34" charset="0"/>
              </a:rPr>
              <a:t>Simulation</a:t>
            </a:r>
          </a:p>
          <a:p>
            <a:pPr marL="457200" indent="-457200">
              <a:buFontTx/>
              <a:buAutoNum type="arabicPeriod"/>
            </a:pPr>
            <a:r>
              <a:rPr lang="fr-FR" sz="2400" b="1" dirty="0">
                <a:solidFill>
                  <a:schemeClr val="tx1"/>
                </a:solidFill>
                <a:latin typeface="Century Gothic" panose="020B0502020202020204" pitchFamily="34" charset="0"/>
              </a:rPr>
              <a:t>Comment épargner ?</a:t>
            </a:r>
          </a:p>
          <a:p>
            <a:pPr marL="457200" indent="-457200">
              <a:buFontTx/>
              <a:buAutoNum type="arabicPeriod"/>
            </a:pPr>
            <a:r>
              <a:rPr lang="fr-FR" sz="2400" b="1" dirty="0">
                <a:solidFill>
                  <a:schemeClr val="tx1"/>
                </a:solidFill>
                <a:latin typeface="Century Gothic" panose="020B0502020202020204" pitchFamily="34" charset="0"/>
              </a:rPr>
              <a:t>Partenaires</a:t>
            </a:r>
          </a:p>
          <a:p>
            <a:pPr marL="457200" indent="-457200">
              <a:buFontTx/>
              <a:buAutoNum type="arabicPeriod"/>
            </a:pPr>
            <a:endParaRPr lang="fr-FR" sz="2400" b="1" dirty="0">
              <a:solidFill>
                <a:schemeClr val="tx1"/>
              </a:solidFill>
              <a:latin typeface="Century Gothic" panose="020B0502020202020204" pitchFamily="34" charset="0"/>
            </a:endParaRPr>
          </a:p>
          <a:p>
            <a:pPr marL="457200" indent="-457200">
              <a:buFontTx/>
              <a:buAutoNum type="arabicPeriod"/>
            </a:pPr>
            <a:endParaRPr lang="fr-FR" sz="2400" b="1" dirty="0">
              <a:solidFill>
                <a:schemeClr val="tx1"/>
              </a:solidFill>
              <a:latin typeface="Century Gothic" panose="020B0502020202020204" pitchFamily="34" charset="0"/>
            </a:endParaRPr>
          </a:p>
          <a:p>
            <a:pPr marL="457200" indent="-457200">
              <a:buFontTx/>
              <a:buAutoNum type="arabicPeriod"/>
            </a:pPr>
            <a:endParaRPr lang="fr-FR" sz="2400" b="1" dirty="0">
              <a:solidFill>
                <a:schemeClr val="tx1"/>
              </a:solidFill>
              <a:latin typeface="Century Gothic" panose="020B0502020202020204" pitchFamily="34" charset="0"/>
            </a:endParaRPr>
          </a:p>
          <a:p>
            <a:pPr marL="457200" indent="-457200">
              <a:buFontTx/>
              <a:buAutoNum type="arabicPeriod"/>
            </a:pPr>
            <a:endParaRPr lang="fr-FR" sz="2400" b="1" dirty="0">
              <a:solidFill>
                <a:schemeClr val="tx1"/>
              </a:solidFill>
              <a:latin typeface="Century Gothic" panose="020B0502020202020204" pitchFamily="34" charset="0"/>
            </a:endParaRPr>
          </a:p>
          <a:p>
            <a:pPr marL="457200" indent="-457200">
              <a:buFontTx/>
              <a:buAutoNum type="arabicPeriod"/>
            </a:pPr>
            <a:endParaRPr lang="fr-FR" sz="2400" b="1" dirty="0">
              <a:solidFill>
                <a:schemeClr val="tx1"/>
              </a:solidFill>
              <a:latin typeface="Century Gothic" panose="020B0502020202020204" pitchFamily="34" charset="0"/>
            </a:endParaRPr>
          </a:p>
          <a:p>
            <a:pPr marL="457200" indent="-457200">
              <a:buFontTx/>
              <a:buAutoNum type="arabicPeriod"/>
            </a:pPr>
            <a:endParaRPr lang="fr-FR" sz="2400" b="1" dirty="0">
              <a:solidFill>
                <a:schemeClr val="tx1"/>
              </a:solidFill>
              <a:latin typeface="Century Gothic" panose="020B0502020202020204" pitchFamily="34" charset="0"/>
            </a:endParaRPr>
          </a:p>
          <a:p>
            <a:pPr marL="457200" indent="-457200">
              <a:buFontTx/>
              <a:buAutoNum type="arabicPeriod"/>
            </a:pPr>
            <a:endParaRPr lang="fr-FR" sz="2400" b="1" dirty="0">
              <a:solidFill>
                <a:schemeClr val="tx1"/>
              </a:solidFill>
              <a:latin typeface="Century Gothic" panose="020B0502020202020204" pitchFamily="34" charset="0"/>
            </a:endParaRPr>
          </a:p>
          <a:p>
            <a:pPr marL="457200" indent="-457200">
              <a:buAutoNum type="arabicPeriod"/>
            </a:pPr>
            <a:endParaRPr lang="fr-FR" b="1" dirty="0">
              <a:solidFill>
                <a:schemeClr val="tx1"/>
              </a:solidFill>
              <a:latin typeface="Century Gothic" panose="020B0502020202020204" pitchFamily="34" charset="0"/>
            </a:endParaRPr>
          </a:p>
          <a:p>
            <a:endParaRPr lang="fr-FR" dirty="0"/>
          </a:p>
        </p:txBody>
      </p:sp>
    </p:spTree>
    <p:extLst>
      <p:ext uri="{BB962C8B-B14F-4D97-AF65-F5344CB8AC3E}">
        <p14:creationId xmlns:p14="http://schemas.microsoft.com/office/powerpoint/2010/main" val="3422923872"/>
      </p:ext>
    </p:extLst>
  </p:cSld>
  <p:clrMapOvr>
    <a:masterClrMapping/>
  </p:clrMapOvr>
  <mc:AlternateContent xmlns:mc="http://schemas.openxmlformats.org/markup-compatibility/2006">
    <mc:Choice xmlns:p14="http://schemas.microsoft.com/office/powerpoint/2010/main" Requires="p14">
      <p:transition spd="slow" p14:dur="1100">
        <p14:switch dir="r"/>
      </p:transition>
    </mc:Choice>
    <mc:Fallback>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xmlns="" id="{5B6E5B64-169C-A8F8-3EC5-9D7174E50CE5}"/>
              </a:ext>
            </a:extLst>
          </p:cNvPr>
          <p:cNvSpPr>
            <a:spLocks noGrp="1"/>
          </p:cNvSpPr>
          <p:nvPr>
            <p:ph type="title"/>
          </p:nvPr>
        </p:nvSpPr>
        <p:spPr>
          <a:xfrm>
            <a:off x="1727200" y="453417"/>
            <a:ext cx="10464800" cy="406400"/>
          </a:xfrm>
        </p:spPr>
        <p:style>
          <a:lnRef idx="1">
            <a:schemeClr val="accent3"/>
          </a:lnRef>
          <a:fillRef idx="2">
            <a:schemeClr val="accent3"/>
          </a:fillRef>
          <a:effectRef idx="1">
            <a:schemeClr val="accent3"/>
          </a:effectRef>
          <a:fontRef idx="minor">
            <a:schemeClr val="dk1"/>
          </a:fontRef>
        </p:style>
        <p:txBody>
          <a:bodyPr/>
          <a:lstStyle/>
          <a:p>
            <a:pPr algn="l"/>
            <a:r>
              <a:rPr lang="en-US" sz="2000" b="1" dirty="0">
                <a:solidFill>
                  <a:schemeClr val="tx1"/>
                </a:solidFill>
                <a:latin typeface="Century Gothic" panose="020B0502020202020204" pitchFamily="34" charset="0"/>
              </a:rPr>
              <a:t>1. </a:t>
            </a:r>
            <a:r>
              <a:rPr lang="fr-FR" sz="2000" b="1" dirty="0">
                <a:solidFill>
                  <a:schemeClr val="tx1"/>
                </a:solidFill>
                <a:latin typeface="Century Gothic" panose="020B0502020202020204" pitchFamily="34" charset="0"/>
              </a:rPr>
              <a:t>Qui sommes-nous? </a:t>
            </a:r>
          </a:p>
        </p:txBody>
      </p:sp>
      <p:sp>
        <p:nvSpPr>
          <p:cNvPr id="6" name="TextBox 5">
            <a:extLst>
              <a:ext uri="{FF2B5EF4-FFF2-40B4-BE49-F238E27FC236}">
                <a16:creationId xmlns:a16="http://schemas.microsoft.com/office/drawing/2014/main" xmlns="" id="{9E7D136F-235F-BC88-58FC-07B77475A6A0}"/>
              </a:ext>
            </a:extLst>
          </p:cNvPr>
          <p:cNvSpPr txBox="1"/>
          <p:nvPr/>
        </p:nvSpPr>
        <p:spPr>
          <a:xfrm>
            <a:off x="500743" y="1284729"/>
            <a:ext cx="7583547" cy="2308324"/>
          </a:xfrm>
          <a:prstGeom prst="rect">
            <a:avLst/>
          </a:prstGeom>
          <a:ln>
            <a:noFill/>
          </a:ln>
        </p:spPr>
        <p:style>
          <a:lnRef idx="2">
            <a:schemeClr val="accent3"/>
          </a:lnRef>
          <a:fillRef idx="1">
            <a:schemeClr val="lt1"/>
          </a:fillRef>
          <a:effectRef idx="0">
            <a:schemeClr val="accent3"/>
          </a:effectRef>
          <a:fontRef idx="minor">
            <a:schemeClr val="dk1"/>
          </a:fontRef>
        </p:style>
        <p:txBody>
          <a:bodyPr wrap="square">
            <a:spAutoFit/>
          </a:bodyPr>
          <a:lstStyle/>
          <a:p>
            <a:pPr algn="just"/>
            <a:r>
              <a:rPr lang="fr-FR" sz="1800" b="1" dirty="0">
                <a:solidFill>
                  <a:srgbClr val="0070C0"/>
                </a:solidFill>
                <a:latin typeface="Century Gothic" panose="020B0502020202020204" pitchFamily="34" charset="0"/>
                <a:ea typeface="Calibri" panose="020F0502020204030204" pitchFamily="34" charset="0"/>
                <a:cs typeface="Times New Roman" panose="02020603050405020304" pitchFamily="18" charset="0"/>
              </a:rPr>
              <a:t>Raison sociale: 		Africaine des finances</a:t>
            </a:r>
          </a:p>
          <a:p>
            <a:pPr algn="just"/>
            <a:r>
              <a:rPr lang="fr-FR" sz="1800" b="1" dirty="0">
                <a:solidFill>
                  <a:srgbClr val="0070C0"/>
                </a:solidFill>
                <a:latin typeface="Century Gothic" panose="020B0502020202020204" pitchFamily="34" charset="0"/>
                <a:ea typeface="Calibri" panose="020F0502020204030204" pitchFamily="34" charset="0"/>
                <a:cs typeface="Times New Roman" panose="02020603050405020304" pitchFamily="18" charset="0"/>
              </a:rPr>
              <a:t>Forme juridique:		SARL</a:t>
            </a:r>
          </a:p>
          <a:p>
            <a:pPr algn="just"/>
            <a:r>
              <a:rPr lang="fr-FR" sz="1800" b="1" dirty="0">
                <a:solidFill>
                  <a:srgbClr val="0070C0"/>
                </a:solidFill>
                <a:latin typeface="Century Gothic" panose="020B0502020202020204" pitchFamily="34" charset="0"/>
                <a:ea typeface="Calibri" panose="020F0502020204030204" pitchFamily="34" charset="0"/>
                <a:cs typeface="Times New Roman" panose="02020603050405020304" pitchFamily="18" charset="0"/>
              </a:rPr>
              <a:t>Capital social:		3.000.000 FCFA </a:t>
            </a:r>
          </a:p>
          <a:p>
            <a:pPr algn="just"/>
            <a:r>
              <a:rPr lang="fr-FR" sz="1800" b="1" dirty="0">
                <a:solidFill>
                  <a:srgbClr val="0070C0"/>
                </a:solidFill>
                <a:latin typeface="Century Gothic" panose="020B0502020202020204" pitchFamily="34" charset="0"/>
                <a:ea typeface="Calibri" panose="020F0502020204030204" pitchFamily="34" charset="0"/>
                <a:cs typeface="Times New Roman" panose="02020603050405020304" pitchFamily="18" charset="0"/>
              </a:rPr>
              <a:t>RCCM N° :                                        </a:t>
            </a:r>
            <a:r>
              <a:rPr lang="fr-FR" sz="1800" b="1" i="1" dirty="0">
                <a:solidFill>
                  <a:srgbClr val="0070C0"/>
                </a:solidFill>
                <a:latin typeface="Century Gothic" panose="020B0502020202020204" pitchFamily="34" charset="0"/>
                <a:ea typeface="Times New Roman" panose="02020603050405020304" pitchFamily="18" charset="0"/>
                <a:cs typeface="Arial" panose="020B0604020202020204" pitchFamily="34" charset="0"/>
              </a:rPr>
              <a:t>RB/COT/21 B 31296</a:t>
            </a:r>
            <a:endParaRPr lang="fr-FR" sz="1800" b="1" dirty="0">
              <a:solidFill>
                <a:srgbClr val="0070C0"/>
              </a:solidFill>
              <a:latin typeface="Century Gothic" panose="020B0502020202020204" pitchFamily="34" charset="0"/>
              <a:ea typeface="Calibri" panose="020F0502020204030204" pitchFamily="34" charset="0"/>
              <a:cs typeface="Times New Roman" panose="02020603050405020304" pitchFamily="18" charset="0"/>
            </a:endParaRPr>
          </a:p>
          <a:p>
            <a:pPr algn="just"/>
            <a:r>
              <a:rPr lang="fr-FR" sz="1800" b="1" dirty="0">
                <a:solidFill>
                  <a:srgbClr val="0070C0"/>
                </a:solidFill>
                <a:latin typeface="Century Gothic" panose="020B0502020202020204" pitchFamily="34" charset="0"/>
                <a:ea typeface="Calibri" panose="020F0502020204030204" pitchFamily="34" charset="0"/>
                <a:cs typeface="Times New Roman" panose="02020603050405020304" pitchFamily="18" charset="0"/>
              </a:rPr>
              <a:t>IFU N°:                                               </a:t>
            </a:r>
            <a:r>
              <a:rPr lang="fr-FR" sz="1800" b="1" i="1" dirty="0">
                <a:solidFill>
                  <a:srgbClr val="0070C0"/>
                </a:solidFill>
                <a:latin typeface="Century Gothic" panose="020B0502020202020204" pitchFamily="34" charset="0"/>
                <a:ea typeface="Times New Roman" panose="02020603050405020304" pitchFamily="18" charset="0"/>
                <a:cs typeface="Arial" panose="020B0604020202020204" pitchFamily="34" charset="0"/>
              </a:rPr>
              <a:t>3202113721309</a:t>
            </a:r>
            <a:endParaRPr lang="fr-FR" sz="1800" b="1" dirty="0">
              <a:solidFill>
                <a:srgbClr val="0070C0"/>
              </a:solidFill>
              <a:latin typeface="Century Gothic" panose="020B0502020202020204" pitchFamily="34" charset="0"/>
              <a:ea typeface="Calibri" panose="020F0502020204030204" pitchFamily="34" charset="0"/>
              <a:cs typeface="Times New Roman" panose="02020603050405020304" pitchFamily="18" charset="0"/>
            </a:endParaRPr>
          </a:p>
          <a:p>
            <a:pPr algn="just"/>
            <a:r>
              <a:rPr lang="fr-FR" sz="1800" b="1" dirty="0">
                <a:solidFill>
                  <a:srgbClr val="0070C0"/>
                </a:solidFill>
                <a:latin typeface="Century Gothic" panose="020B0502020202020204" pitchFamily="34" charset="0"/>
                <a:ea typeface="Calibri" panose="020F0502020204030204" pitchFamily="34" charset="0"/>
                <a:cs typeface="Times New Roman" panose="02020603050405020304" pitchFamily="18" charset="0"/>
              </a:rPr>
              <a:t>Siège social:		Cotonou </a:t>
            </a:r>
          </a:p>
          <a:p>
            <a:pPr algn="just"/>
            <a:r>
              <a:rPr lang="fr-FR" sz="1800" b="1" dirty="0">
                <a:solidFill>
                  <a:srgbClr val="0070C0"/>
                </a:solidFill>
                <a:latin typeface="Century Gothic" panose="020B0502020202020204" pitchFamily="34" charset="0"/>
                <a:ea typeface="Calibri" panose="020F0502020204030204" pitchFamily="34" charset="0"/>
                <a:cs typeface="Times New Roman" panose="02020603050405020304" pitchFamily="18" charset="0"/>
              </a:rPr>
              <a:t>Mail:                                                 african.finances@gmail.com</a:t>
            </a:r>
          </a:p>
          <a:p>
            <a:pPr algn="just"/>
            <a:r>
              <a:rPr lang="fr-FR" sz="1800" b="1" dirty="0">
                <a:solidFill>
                  <a:srgbClr val="0070C0"/>
                </a:solidFill>
                <a:latin typeface="Century Gothic" panose="020B0502020202020204" pitchFamily="34" charset="0"/>
                <a:ea typeface="Calibri" panose="020F0502020204030204" pitchFamily="34" charset="0"/>
                <a:cs typeface="Times New Roman" panose="02020603050405020304" pitchFamily="18" charset="0"/>
              </a:rPr>
              <a:t>Téléphone:</a:t>
            </a:r>
            <a:r>
              <a:rPr lang="fr-FR" sz="1800" b="1" dirty="0">
                <a:solidFill>
                  <a:schemeClr val="accent4"/>
                </a:solidFill>
                <a:latin typeface="Century Gothic" panose="020B0502020202020204" pitchFamily="34" charset="0"/>
                <a:ea typeface="Calibri" panose="020F0502020204030204" pitchFamily="34" charset="0"/>
                <a:cs typeface="Times New Roman" panose="02020603050405020304" pitchFamily="18" charset="0"/>
              </a:rPr>
              <a:t>		</a:t>
            </a:r>
            <a:r>
              <a:rPr lang="fr-FR" sz="1800" b="1" dirty="0">
                <a:solidFill>
                  <a:srgbClr val="0070C0"/>
                </a:solidFill>
                <a:latin typeface="Century Gothic" panose="020B0502020202020204" pitchFamily="34" charset="0"/>
                <a:ea typeface="Calibri" panose="020F0502020204030204" pitchFamily="34" charset="0"/>
                <a:cs typeface="Times New Roman" panose="02020603050405020304" pitchFamily="18" charset="0"/>
              </a:rPr>
              <a:t>+229 66 55 51 21/44 21 78 89</a:t>
            </a:r>
          </a:p>
        </p:txBody>
      </p:sp>
      <p:sp>
        <p:nvSpPr>
          <p:cNvPr id="7" name="TextBox 12">
            <a:extLst>
              <a:ext uri="{FF2B5EF4-FFF2-40B4-BE49-F238E27FC236}">
                <a16:creationId xmlns:a16="http://schemas.microsoft.com/office/drawing/2014/main" xmlns="" id="{B9D13BB3-F273-F806-C3B2-91C0BDC61E13}"/>
              </a:ext>
            </a:extLst>
          </p:cNvPr>
          <p:cNvSpPr txBox="1"/>
          <p:nvPr/>
        </p:nvSpPr>
        <p:spPr>
          <a:xfrm>
            <a:off x="1065256" y="4947907"/>
            <a:ext cx="3169092" cy="523220"/>
          </a:xfrm>
          <a:prstGeom prst="rect">
            <a:avLst/>
          </a:prstGeom>
          <a:noFill/>
        </p:spPr>
        <p:txBody>
          <a:bodyPr wrap="square" rtlCol="0">
            <a:spAutoFit/>
          </a:bodyPr>
          <a:lstStyle/>
          <a:p>
            <a:r>
              <a:rPr lang="en-US" sz="2800" b="1" dirty="0">
                <a:latin typeface="Century Gothic" panose="020B0502020202020204" pitchFamily="34" charset="0"/>
                <a:ea typeface="Calibri" panose="020F0502020204030204" pitchFamily="34" charset="0"/>
                <a:cs typeface="Times New Roman" panose="02020603050405020304" pitchFamily="18" charset="0"/>
              </a:rPr>
              <a:t>Notre vision</a:t>
            </a:r>
          </a:p>
        </p:txBody>
      </p:sp>
      <p:sp>
        <p:nvSpPr>
          <p:cNvPr id="8" name="TextBox 12">
            <a:extLst>
              <a:ext uri="{FF2B5EF4-FFF2-40B4-BE49-F238E27FC236}">
                <a16:creationId xmlns:a16="http://schemas.microsoft.com/office/drawing/2014/main" xmlns="" id="{FB06F827-6960-661A-FAF6-61C0CCC3CA7E}"/>
              </a:ext>
            </a:extLst>
          </p:cNvPr>
          <p:cNvSpPr txBox="1"/>
          <p:nvPr/>
        </p:nvSpPr>
        <p:spPr>
          <a:xfrm>
            <a:off x="6625698" y="4947239"/>
            <a:ext cx="5182296" cy="523220"/>
          </a:xfrm>
          <a:prstGeom prst="rect">
            <a:avLst/>
          </a:prstGeom>
          <a:noFill/>
        </p:spPr>
        <p:txBody>
          <a:bodyPr wrap="square" rtlCol="0">
            <a:spAutoFit/>
          </a:bodyPr>
          <a:lstStyle/>
          <a:p>
            <a:r>
              <a:rPr lang="en-US" sz="2800" b="1" dirty="0">
                <a:latin typeface="Century Gothic" panose="020B0502020202020204" pitchFamily="34" charset="0"/>
                <a:ea typeface="Calibri" panose="020F0502020204030204" pitchFamily="34" charset="0"/>
                <a:cs typeface="Times New Roman" panose="02020603050405020304" pitchFamily="18" charset="0"/>
              </a:rPr>
              <a:t>Notre mission</a:t>
            </a:r>
          </a:p>
        </p:txBody>
      </p:sp>
      <p:sp>
        <p:nvSpPr>
          <p:cNvPr id="9" name="Oval 6">
            <a:extLst>
              <a:ext uri="{FF2B5EF4-FFF2-40B4-BE49-F238E27FC236}">
                <a16:creationId xmlns:a16="http://schemas.microsoft.com/office/drawing/2014/main" xmlns="" id="{37855F2A-5A2E-CA5F-B06F-8E19212C58B5}"/>
              </a:ext>
            </a:extLst>
          </p:cNvPr>
          <p:cNvSpPr/>
          <p:nvPr/>
        </p:nvSpPr>
        <p:spPr>
          <a:xfrm>
            <a:off x="463686" y="4853628"/>
            <a:ext cx="634227" cy="559482"/>
          </a:xfrm>
          <a:prstGeom prst="ellipse">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1200"/>
          </a:p>
        </p:txBody>
      </p:sp>
      <p:sp>
        <p:nvSpPr>
          <p:cNvPr id="10" name="Freeform 7">
            <a:extLst>
              <a:ext uri="{FF2B5EF4-FFF2-40B4-BE49-F238E27FC236}">
                <a16:creationId xmlns:a16="http://schemas.microsoft.com/office/drawing/2014/main" xmlns="" id="{ECADBC81-D54F-9977-CA0D-E0B7C1E919B9}"/>
              </a:ext>
            </a:extLst>
          </p:cNvPr>
          <p:cNvSpPr>
            <a:spLocks noEditPoints="1"/>
          </p:cNvSpPr>
          <p:nvPr/>
        </p:nvSpPr>
        <p:spPr bwMode="auto">
          <a:xfrm>
            <a:off x="478263" y="5003668"/>
            <a:ext cx="646860" cy="268766"/>
          </a:xfrm>
          <a:custGeom>
            <a:avLst/>
            <a:gdLst>
              <a:gd name="T0" fmla="*/ 136 w 267"/>
              <a:gd name="T1" fmla="*/ 170 h 170"/>
              <a:gd name="T2" fmla="*/ 4 w 267"/>
              <a:gd name="T3" fmla="*/ 95 h 170"/>
              <a:gd name="T4" fmla="*/ 3 w 267"/>
              <a:gd name="T5" fmla="*/ 82 h 170"/>
              <a:gd name="T6" fmla="*/ 137 w 267"/>
              <a:gd name="T7" fmla="*/ 0 h 170"/>
              <a:gd name="T8" fmla="*/ 264 w 267"/>
              <a:gd name="T9" fmla="*/ 82 h 170"/>
              <a:gd name="T10" fmla="*/ 265 w 267"/>
              <a:gd name="T11" fmla="*/ 94 h 170"/>
              <a:gd name="T12" fmla="*/ 136 w 267"/>
              <a:gd name="T13" fmla="*/ 170 h 170"/>
              <a:gd name="T14" fmla="*/ 27 w 267"/>
              <a:gd name="T15" fmla="*/ 88 h 170"/>
              <a:gd name="T16" fmla="*/ 27 w 267"/>
              <a:gd name="T17" fmla="*/ 88 h 170"/>
              <a:gd name="T18" fmla="*/ 136 w 267"/>
              <a:gd name="T19" fmla="*/ 148 h 170"/>
              <a:gd name="T20" fmla="*/ 241 w 267"/>
              <a:gd name="T21" fmla="*/ 88 h 170"/>
              <a:gd name="T22" fmla="*/ 137 w 267"/>
              <a:gd name="T23" fmla="*/ 22 h 170"/>
              <a:gd name="T24" fmla="*/ 27 w 267"/>
              <a:gd name="T25" fmla="*/ 88 h 170"/>
              <a:gd name="T26" fmla="*/ 134 w 267"/>
              <a:gd name="T27" fmla="*/ 31 h 170"/>
              <a:gd name="T28" fmla="*/ 134 w 267"/>
              <a:gd name="T29" fmla="*/ 31 h 170"/>
              <a:gd name="T30" fmla="*/ 80 w 267"/>
              <a:gd name="T31" fmla="*/ 85 h 170"/>
              <a:gd name="T32" fmla="*/ 134 w 267"/>
              <a:gd name="T33" fmla="*/ 139 h 170"/>
              <a:gd name="T34" fmla="*/ 188 w 267"/>
              <a:gd name="T35" fmla="*/ 85 h 170"/>
              <a:gd name="T36" fmla="*/ 134 w 267"/>
              <a:gd name="T37" fmla="*/ 31 h 170"/>
              <a:gd name="T38" fmla="*/ 153 w 267"/>
              <a:gd name="T39" fmla="*/ 86 h 170"/>
              <a:gd name="T40" fmla="*/ 153 w 267"/>
              <a:gd name="T41" fmla="*/ 86 h 170"/>
              <a:gd name="T42" fmla="*/ 131 w 267"/>
              <a:gd name="T43" fmla="*/ 64 h 170"/>
              <a:gd name="T44" fmla="*/ 153 w 267"/>
              <a:gd name="T45" fmla="*/ 42 h 170"/>
              <a:gd name="T46" fmla="*/ 175 w 267"/>
              <a:gd name="T47" fmla="*/ 64 h 170"/>
              <a:gd name="T48" fmla="*/ 153 w 267"/>
              <a:gd name="T49" fmla="*/ 86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67" h="170">
                <a:moveTo>
                  <a:pt x="136" y="170"/>
                </a:moveTo>
                <a:cubicBezTo>
                  <a:pt x="90" y="170"/>
                  <a:pt x="46" y="145"/>
                  <a:pt x="4" y="95"/>
                </a:cubicBezTo>
                <a:cubicBezTo>
                  <a:pt x="0" y="92"/>
                  <a:pt x="0" y="86"/>
                  <a:pt x="3" y="82"/>
                </a:cubicBezTo>
                <a:cubicBezTo>
                  <a:pt x="5" y="79"/>
                  <a:pt x="60" y="0"/>
                  <a:pt x="137" y="0"/>
                </a:cubicBezTo>
                <a:cubicBezTo>
                  <a:pt x="183" y="0"/>
                  <a:pt x="226" y="27"/>
                  <a:pt x="264" y="82"/>
                </a:cubicBezTo>
                <a:cubicBezTo>
                  <a:pt x="267" y="86"/>
                  <a:pt x="267" y="91"/>
                  <a:pt x="265" y="94"/>
                </a:cubicBezTo>
                <a:cubicBezTo>
                  <a:pt x="263" y="98"/>
                  <a:pt x="213" y="170"/>
                  <a:pt x="136" y="170"/>
                </a:cubicBezTo>
                <a:close/>
                <a:moveTo>
                  <a:pt x="27" y="88"/>
                </a:moveTo>
                <a:cubicBezTo>
                  <a:pt x="27" y="88"/>
                  <a:pt x="27" y="88"/>
                  <a:pt x="27" y="88"/>
                </a:cubicBezTo>
                <a:cubicBezTo>
                  <a:pt x="63" y="128"/>
                  <a:pt x="99" y="148"/>
                  <a:pt x="136" y="148"/>
                </a:cubicBezTo>
                <a:cubicBezTo>
                  <a:pt x="189" y="148"/>
                  <a:pt x="228" y="105"/>
                  <a:pt x="241" y="88"/>
                </a:cubicBezTo>
                <a:cubicBezTo>
                  <a:pt x="208" y="44"/>
                  <a:pt x="173" y="22"/>
                  <a:pt x="137" y="22"/>
                </a:cubicBezTo>
                <a:cubicBezTo>
                  <a:pt x="84" y="22"/>
                  <a:pt x="41" y="70"/>
                  <a:pt x="27" y="88"/>
                </a:cubicBezTo>
                <a:close/>
                <a:moveTo>
                  <a:pt x="134" y="31"/>
                </a:moveTo>
                <a:cubicBezTo>
                  <a:pt x="134" y="31"/>
                  <a:pt x="134" y="31"/>
                  <a:pt x="134" y="31"/>
                </a:cubicBezTo>
                <a:cubicBezTo>
                  <a:pt x="104" y="31"/>
                  <a:pt x="80" y="55"/>
                  <a:pt x="80" y="85"/>
                </a:cubicBezTo>
                <a:cubicBezTo>
                  <a:pt x="80" y="115"/>
                  <a:pt x="104" y="139"/>
                  <a:pt x="134" y="139"/>
                </a:cubicBezTo>
                <a:cubicBezTo>
                  <a:pt x="164" y="139"/>
                  <a:pt x="188" y="115"/>
                  <a:pt x="188" y="85"/>
                </a:cubicBezTo>
                <a:cubicBezTo>
                  <a:pt x="188" y="55"/>
                  <a:pt x="164" y="31"/>
                  <a:pt x="134" y="31"/>
                </a:cubicBezTo>
                <a:close/>
                <a:moveTo>
                  <a:pt x="153" y="86"/>
                </a:moveTo>
                <a:cubicBezTo>
                  <a:pt x="153" y="86"/>
                  <a:pt x="153" y="86"/>
                  <a:pt x="153" y="86"/>
                </a:cubicBezTo>
                <a:cubicBezTo>
                  <a:pt x="141" y="86"/>
                  <a:pt x="131" y="76"/>
                  <a:pt x="131" y="64"/>
                </a:cubicBezTo>
                <a:cubicBezTo>
                  <a:pt x="131" y="52"/>
                  <a:pt x="141" y="42"/>
                  <a:pt x="153" y="42"/>
                </a:cubicBezTo>
                <a:cubicBezTo>
                  <a:pt x="165" y="42"/>
                  <a:pt x="175" y="52"/>
                  <a:pt x="175" y="64"/>
                </a:cubicBezTo>
                <a:cubicBezTo>
                  <a:pt x="175" y="76"/>
                  <a:pt x="165" y="86"/>
                  <a:pt x="153" y="86"/>
                </a:cubicBezTo>
                <a:close/>
              </a:path>
            </a:pathLst>
          </a:custGeom>
          <a:solidFill>
            <a:schemeClr val="bg1"/>
          </a:solidFill>
          <a:ln>
            <a:noFill/>
          </a:ln>
        </p:spPr>
        <p:txBody>
          <a:bodyPr vert="horz" wrap="square" lIns="60952" tIns="30476" rIns="60952" bIns="30476" numCol="1" anchor="t" anchorCtr="0" compatLnSpc="1">
            <a:prstTxWarp prst="textNoShape">
              <a:avLst/>
            </a:prstTxWarp>
          </a:bodyPr>
          <a:lstStyle/>
          <a:p>
            <a:endParaRPr lang="en-US" sz="1200"/>
          </a:p>
        </p:txBody>
      </p:sp>
      <p:sp>
        <p:nvSpPr>
          <p:cNvPr id="11" name="Rectangle 10">
            <a:extLst>
              <a:ext uri="{FF2B5EF4-FFF2-40B4-BE49-F238E27FC236}">
                <a16:creationId xmlns:a16="http://schemas.microsoft.com/office/drawing/2014/main" xmlns="" id="{967CBC20-0DE1-7C6C-BFD4-45839FDF7B3B}"/>
              </a:ext>
            </a:extLst>
          </p:cNvPr>
          <p:cNvSpPr/>
          <p:nvPr/>
        </p:nvSpPr>
        <p:spPr>
          <a:xfrm>
            <a:off x="611712" y="5375713"/>
            <a:ext cx="4452088" cy="923330"/>
          </a:xfrm>
          <a:prstGeom prst="rect">
            <a:avLst/>
          </a:prstGeom>
          <a:noFill/>
        </p:spPr>
        <p:txBody>
          <a:bodyPr wrap="square">
            <a:spAutoFit/>
          </a:bodyPr>
          <a:lstStyle/>
          <a:p>
            <a:r>
              <a:rPr lang="fr-FR" sz="1800" b="1" dirty="0">
                <a:latin typeface="Century Gothic" panose="020B0502020202020204" pitchFamily="34" charset="0"/>
              </a:rPr>
              <a:t>Etre un  intervenant stratégique dans la mobilisation des ressources pour l’animation  marché financier régional </a:t>
            </a:r>
          </a:p>
        </p:txBody>
      </p:sp>
      <p:sp>
        <p:nvSpPr>
          <p:cNvPr id="12" name="Rectangle 11">
            <a:extLst>
              <a:ext uri="{FF2B5EF4-FFF2-40B4-BE49-F238E27FC236}">
                <a16:creationId xmlns:a16="http://schemas.microsoft.com/office/drawing/2014/main" xmlns="" id="{64BBC8D5-3193-5E1A-606D-3BAA8243E9CD}"/>
              </a:ext>
            </a:extLst>
          </p:cNvPr>
          <p:cNvSpPr/>
          <p:nvPr/>
        </p:nvSpPr>
        <p:spPr>
          <a:xfrm>
            <a:off x="6206739" y="5453137"/>
            <a:ext cx="5626729" cy="666977"/>
          </a:xfrm>
          <a:prstGeom prst="rect">
            <a:avLst/>
          </a:prstGeom>
          <a:noFill/>
        </p:spPr>
        <p:txBody>
          <a:bodyPr wrap="square">
            <a:spAutoFit/>
          </a:bodyPr>
          <a:lstStyle/>
          <a:p>
            <a:r>
              <a:rPr lang="fr-FR" sz="1800" b="1" dirty="0">
                <a:latin typeface="Century Gothic" panose="020B0502020202020204" pitchFamily="34" charset="0"/>
              </a:rPr>
              <a:t>Vulgariser l’investissement sur le marché financier régional </a:t>
            </a:r>
          </a:p>
        </p:txBody>
      </p:sp>
      <p:sp>
        <p:nvSpPr>
          <p:cNvPr id="13" name="Oval 6">
            <a:extLst>
              <a:ext uri="{FF2B5EF4-FFF2-40B4-BE49-F238E27FC236}">
                <a16:creationId xmlns:a16="http://schemas.microsoft.com/office/drawing/2014/main" xmlns="" id="{172BB17D-B72A-B426-2F31-22C85D049A1B}"/>
              </a:ext>
            </a:extLst>
          </p:cNvPr>
          <p:cNvSpPr/>
          <p:nvPr/>
        </p:nvSpPr>
        <p:spPr>
          <a:xfrm>
            <a:off x="6038705" y="4803482"/>
            <a:ext cx="605295" cy="578589"/>
          </a:xfrm>
          <a:prstGeom prst="ellipse">
            <a:avLst/>
          </a:prstGeom>
          <a:ln/>
        </p:spPr>
        <p:style>
          <a:lnRef idx="1">
            <a:schemeClr val="accent3"/>
          </a:lnRef>
          <a:fillRef idx="2">
            <a:schemeClr val="accent3"/>
          </a:fillRef>
          <a:effectRef idx="1">
            <a:schemeClr val="accent3"/>
          </a:effectRef>
          <a:fontRef idx="minor">
            <a:schemeClr val="dk1"/>
          </a:fontRef>
        </p:style>
        <p:txBody>
          <a:bodyPr rtlCol="0" anchor="ctr"/>
          <a:lstStyle/>
          <a:p>
            <a:pPr algn="ctr"/>
            <a:endParaRPr lang="en-US" sz="1200"/>
          </a:p>
        </p:txBody>
      </p:sp>
      <p:sp>
        <p:nvSpPr>
          <p:cNvPr id="14" name="Freeform 157">
            <a:extLst>
              <a:ext uri="{FF2B5EF4-FFF2-40B4-BE49-F238E27FC236}">
                <a16:creationId xmlns:a16="http://schemas.microsoft.com/office/drawing/2014/main" xmlns="" id="{ADB8418C-B416-C85A-E39C-6536C4AE1DEC}"/>
              </a:ext>
            </a:extLst>
          </p:cNvPr>
          <p:cNvSpPr>
            <a:spLocks noChangeArrowheads="1"/>
          </p:cNvSpPr>
          <p:nvPr/>
        </p:nvSpPr>
        <p:spPr bwMode="auto">
          <a:xfrm>
            <a:off x="6049995" y="4853628"/>
            <a:ext cx="594005" cy="568847"/>
          </a:xfrm>
          <a:custGeom>
            <a:avLst/>
            <a:gdLst>
              <a:gd name="T0" fmla="*/ 111415 w 634"/>
              <a:gd name="T1" fmla="*/ 31596 h 619"/>
              <a:gd name="T2" fmla="*/ 111415 w 634"/>
              <a:gd name="T3" fmla="*/ 31596 h 619"/>
              <a:gd name="T4" fmla="*/ 63460 w 634"/>
              <a:gd name="T5" fmla="*/ 84376 h 619"/>
              <a:gd name="T6" fmla="*/ 111415 w 634"/>
              <a:gd name="T7" fmla="*/ 131770 h 619"/>
              <a:gd name="T8" fmla="*/ 164419 w 634"/>
              <a:gd name="T9" fmla="*/ 84376 h 619"/>
              <a:gd name="T10" fmla="*/ 111415 w 634"/>
              <a:gd name="T11" fmla="*/ 31596 h 619"/>
              <a:gd name="T12" fmla="*/ 111415 w 634"/>
              <a:gd name="T13" fmla="*/ 115972 h 619"/>
              <a:gd name="T14" fmla="*/ 111415 w 634"/>
              <a:gd name="T15" fmla="*/ 115972 h 619"/>
              <a:gd name="T16" fmla="*/ 79685 w 634"/>
              <a:gd name="T17" fmla="*/ 84376 h 619"/>
              <a:gd name="T18" fmla="*/ 111415 w 634"/>
              <a:gd name="T19" fmla="*/ 47394 h 619"/>
              <a:gd name="T20" fmla="*/ 148554 w 634"/>
              <a:gd name="T21" fmla="*/ 84376 h 619"/>
              <a:gd name="T22" fmla="*/ 111415 w 634"/>
              <a:gd name="T23" fmla="*/ 115972 h 619"/>
              <a:gd name="T24" fmla="*/ 191101 w 634"/>
              <a:gd name="T25" fmla="*/ 121358 h 619"/>
              <a:gd name="T26" fmla="*/ 191101 w 634"/>
              <a:gd name="T27" fmla="*/ 121358 h 619"/>
              <a:gd name="T28" fmla="*/ 201557 w 634"/>
              <a:gd name="T29" fmla="*/ 84376 h 619"/>
              <a:gd name="T30" fmla="*/ 111415 w 634"/>
              <a:gd name="T31" fmla="*/ 0 h 619"/>
              <a:gd name="T32" fmla="*/ 26321 w 634"/>
              <a:gd name="T33" fmla="*/ 84376 h 619"/>
              <a:gd name="T34" fmla="*/ 37138 w 634"/>
              <a:gd name="T35" fmla="*/ 121358 h 619"/>
              <a:gd name="T36" fmla="*/ 0 w 634"/>
              <a:gd name="T37" fmla="*/ 179523 h 619"/>
              <a:gd name="T38" fmla="*/ 42186 w 634"/>
              <a:gd name="T39" fmla="*/ 190295 h 619"/>
              <a:gd name="T40" fmla="*/ 74277 w 634"/>
              <a:gd name="T41" fmla="*/ 221891 h 619"/>
              <a:gd name="T42" fmla="*/ 106007 w 634"/>
              <a:gd name="T43" fmla="*/ 169111 h 619"/>
              <a:gd name="T44" fmla="*/ 111415 w 634"/>
              <a:gd name="T45" fmla="*/ 169111 h 619"/>
              <a:gd name="T46" fmla="*/ 116824 w 634"/>
              <a:gd name="T47" fmla="*/ 169111 h 619"/>
              <a:gd name="T48" fmla="*/ 148554 w 634"/>
              <a:gd name="T49" fmla="*/ 221891 h 619"/>
              <a:gd name="T50" fmla="*/ 180284 w 634"/>
              <a:gd name="T51" fmla="*/ 190295 h 619"/>
              <a:gd name="T52" fmla="*/ 228239 w 634"/>
              <a:gd name="T53" fmla="*/ 179523 h 619"/>
              <a:gd name="T54" fmla="*/ 191101 w 634"/>
              <a:gd name="T55" fmla="*/ 121358 h 619"/>
              <a:gd name="T56" fmla="*/ 74277 w 634"/>
              <a:gd name="T57" fmla="*/ 195321 h 619"/>
              <a:gd name="T58" fmla="*/ 74277 w 634"/>
              <a:gd name="T59" fmla="*/ 195321 h 619"/>
              <a:gd name="T60" fmla="*/ 53003 w 634"/>
              <a:gd name="T61" fmla="*/ 179523 h 619"/>
              <a:gd name="T62" fmla="*/ 20913 w 634"/>
              <a:gd name="T63" fmla="*/ 169111 h 619"/>
              <a:gd name="T64" fmla="*/ 42186 w 634"/>
              <a:gd name="T65" fmla="*/ 137156 h 619"/>
              <a:gd name="T66" fmla="*/ 90142 w 634"/>
              <a:gd name="T67" fmla="*/ 163725 h 619"/>
              <a:gd name="T68" fmla="*/ 74277 w 634"/>
              <a:gd name="T69" fmla="*/ 195321 h 619"/>
              <a:gd name="T70" fmla="*/ 111415 w 634"/>
              <a:gd name="T71" fmla="*/ 152954 h 619"/>
              <a:gd name="T72" fmla="*/ 111415 w 634"/>
              <a:gd name="T73" fmla="*/ 152954 h 619"/>
              <a:gd name="T74" fmla="*/ 42186 w 634"/>
              <a:gd name="T75" fmla="*/ 84376 h 619"/>
              <a:gd name="T76" fmla="*/ 111415 w 634"/>
              <a:gd name="T77" fmla="*/ 10412 h 619"/>
              <a:gd name="T78" fmla="*/ 185692 w 634"/>
              <a:gd name="T79" fmla="*/ 84376 h 619"/>
              <a:gd name="T80" fmla="*/ 111415 w 634"/>
              <a:gd name="T81" fmla="*/ 152954 h 619"/>
              <a:gd name="T82" fmla="*/ 174875 w 634"/>
              <a:gd name="T83" fmla="*/ 179523 h 619"/>
              <a:gd name="T84" fmla="*/ 174875 w 634"/>
              <a:gd name="T85" fmla="*/ 179523 h 619"/>
              <a:gd name="T86" fmla="*/ 153602 w 634"/>
              <a:gd name="T87" fmla="*/ 195321 h 619"/>
              <a:gd name="T88" fmla="*/ 132689 w 634"/>
              <a:gd name="T89" fmla="*/ 163725 h 619"/>
              <a:gd name="T90" fmla="*/ 180284 w 634"/>
              <a:gd name="T91" fmla="*/ 137156 h 619"/>
              <a:gd name="T92" fmla="*/ 201557 w 634"/>
              <a:gd name="T93" fmla="*/ 169111 h 619"/>
              <a:gd name="T94" fmla="*/ 174875 w 634"/>
              <a:gd name="T95" fmla="*/ 179523 h 6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0" t="0" r="r" b="b"/>
            <a:pathLst>
              <a:path w="634" h="619">
                <a:moveTo>
                  <a:pt x="309" y="88"/>
                </a:moveTo>
                <a:lnTo>
                  <a:pt x="309" y="88"/>
                </a:lnTo>
                <a:cubicBezTo>
                  <a:pt x="235" y="88"/>
                  <a:pt x="176" y="162"/>
                  <a:pt x="176" y="235"/>
                </a:cubicBezTo>
                <a:cubicBezTo>
                  <a:pt x="176" y="309"/>
                  <a:pt x="235" y="367"/>
                  <a:pt x="309" y="367"/>
                </a:cubicBezTo>
                <a:cubicBezTo>
                  <a:pt x="383" y="367"/>
                  <a:pt x="456" y="309"/>
                  <a:pt x="456" y="235"/>
                </a:cubicBezTo>
                <a:cubicBezTo>
                  <a:pt x="456" y="162"/>
                  <a:pt x="383" y="88"/>
                  <a:pt x="309" y="88"/>
                </a:cubicBezTo>
                <a:close/>
                <a:moveTo>
                  <a:pt x="309" y="323"/>
                </a:moveTo>
                <a:lnTo>
                  <a:pt x="309" y="323"/>
                </a:lnTo>
                <a:cubicBezTo>
                  <a:pt x="265" y="323"/>
                  <a:pt x="221" y="279"/>
                  <a:pt x="221" y="235"/>
                </a:cubicBezTo>
                <a:cubicBezTo>
                  <a:pt x="221" y="176"/>
                  <a:pt x="265" y="132"/>
                  <a:pt x="309" y="132"/>
                </a:cubicBezTo>
                <a:cubicBezTo>
                  <a:pt x="368" y="132"/>
                  <a:pt x="412" y="176"/>
                  <a:pt x="412" y="235"/>
                </a:cubicBezTo>
                <a:cubicBezTo>
                  <a:pt x="412" y="279"/>
                  <a:pt x="368" y="323"/>
                  <a:pt x="309" y="323"/>
                </a:cubicBezTo>
                <a:close/>
                <a:moveTo>
                  <a:pt x="530" y="338"/>
                </a:moveTo>
                <a:lnTo>
                  <a:pt x="530" y="338"/>
                </a:lnTo>
                <a:cubicBezTo>
                  <a:pt x="544" y="309"/>
                  <a:pt x="559" y="264"/>
                  <a:pt x="559" y="235"/>
                </a:cubicBezTo>
                <a:cubicBezTo>
                  <a:pt x="559" y="103"/>
                  <a:pt x="441" y="0"/>
                  <a:pt x="309" y="0"/>
                </a:cubicBezTo>
                <a:cubicBezTo>
                  <a:pt x="176" y="0"/>
                  <a:pt x="73" y="103"/>
                  <a:pt x="73" y="235"/>
                </a:cubicBezTo>
                <a:cubicBezTo>
                  <a:pt x="73" y="264"/>
                  <a:pt x="88" y="309"/>
                  <a:pt x="103" y="338"/>
                </a:cubicBezTo>
                <a:cubicBezTo>
                  <a:pt x="0" y="500"/>
                  <a:pt x="0" y="500"/>
                  <a:pt x="0" y="500"/>
                </a:cubicBezTo>
                <a:cubicBezTo>
                  <a:pt x="0" y="500"/>
                  <a:pt x="58" y="515"/>
                  <a:pt x="117" y="530"/>
                </a:cubicBezTo>
                <a:cubicBezTo>
                  <a:pt x="162" y="574"/>
                  <a:pt x="206" y="618"/>
                  <a:pt x="206" y="618"/>
                </a:cubicBezTo>
                <a:cubicBezTo>
                  <a:pt x="294" y="471"/>
                  <a:pt x="294" y="471"/>
                  <a:pt x="294" y="471"/>
                </a:cubicBezTo>
                <a:cubicBezTo>
                  <a:pt x="309" y="471"/>
                  <a:pt x="309" y="471"/>
                  <a:pt x="309" y="471"/>
                </a:cubicBezTo>
                <a:cubicBezTo>
                  <a:pt x="324" y="471"/>
                  <a:pt x="324" y="471"/>
                  <a:pt x="324" y="471"/>
                </a:cubicBezTo>
                <a:cubicBezTo>
                  <a:pt x="412" y="618"/>
                  <a:pt x="412" y="618"/>
                  <a:pt x="412" y="618"/>
                </a:cubicBezTo>
                <a:cubicBezTo>
                  <a:pt x="412" y="618"/>
                  <a:pt x="456" y="574"/>
                  <a:pt x="500" y="530"/>
                </a:cubicBezTo>
                <a:cubicBezTo>
                  <a:pt x="559" y="515"/>
                  <a:pt x="633" y="500"/>
                  <a:pt x="633" y="500"/>
                </a:cubicBezTo>
                <a:lnTo>
                  <a:pt x="530" y="338"/>
                </a:lnTo>
                <a:close/>
                <a:moveTo>
                  <a:pt x="206" y="544"/>
                </a:moveTo>
                <a:lnTo>
                  <a:pt x="206" y="544"/>
                </a:lnTo>
                <a:cubicBezTo>
                  <a:pt x="206" y="544"/>
                  <a:pt x="176" y="530"/>
                  <a:pt x="147" y="500"/>
                </a:cubicBezTo>
                <a:cubicBezTo>
                  <a:pt x="103" y="485"/>
                  <a:pt x="58" y="471"/>
                  <a:pt x="58" y="471"/>
                </a:cubicBezTo>
                <a:cubicBezTo>
                  <a:pt x="117" y="382"/>
                  <a:pt x="117" y="382"/>
                  <a:pt x="117" y="382"/>
                </a:cubicBezTo>
                <a:cubicBezTo>
                  <a:pt x="147" y="412"/>
                  <a:pt x="206" y="456"/>
                  <a:pt x="250" y="456"/>
                </a:cubicBezTo>
                <a:lnTo>
                  <a:pt x="206" y="544"/>
                </a:lnTo>
                <a:close/>
                <a:moveTo>
                  <a:pt x="309" y="426"/>
                </a:moveTo>
                <a:lnTo>
                  <a:pt x="309" y="426"/>
                </a:lnTo>
                <a:cubicBezTo>
                  <a:pt x="206" y="426"/>
                  <a:pt x="117" y="338"/>
                  <a:pt x="117" y="235"/>
                </a:cubicBezTo>
                <a:cubicBezTo>
                  <a:pt x="117" y="117"/>
                  <a:pt x="206" y="29"/>
                  <a:pt x="309" y="29"/>
                </a:cubicBezTo>
                <a:cubicBezTo>
                  <a:pt x="426" y="29"/>
                  <a:pt x="515" y="117"/>
                  <a:pt x="515" y="235"/>
                </a:cubicBezTo>
                <a:cubicBezTo>
                  <a:pt x="515" y="338"/>
                  <a:pt x="426" y="426"/>
                  <a:pt x="309" y="426"/>
                </a:cubicBezTo>
                <a:close/>
                <a:moveTo>
                  <a:pt x="485" y="500"/>
                </a:moveTo>
                <a:lnTo>
                  <a:pt x="485" y="500"/>
                </a:lnTo>
                <a:cubicBezTo>
                  <a:pt x="456" y="530"/>
                  <a:pt x="426" y="544"/>
                  <a:pt x="426" y="544"/>
                </a:cubicBezTo>
                <a:cubicBezTo>
                  <a:pt x="368" y="456"/>
                  <a:pt x="368" y="456"/>
                  <a:pt x="368" y="456"/>
                </a:cubicBezTo>
                <a:cubicBezTo>
                  <a:pt x="426" y="456"/>
                  <a:pt x="471" y="412"/>
                  <a:pt x="500" y="382"/>
                </a:cubicBezTo>
                <a:cubicBezTo>
                  <a:pt x="559" y="471"/>
                  <a:pt x="559" y="471"/>
                  <a:pt x="559" y="471"/>
                </a:cubicBezTo>
                <a:cubicBezTo>
                  <a:pt x="559" y="471"/>
                  <a:pt x="530" y="485"/>
                  <a:pt x="485" y="500"/>
                </a:cubicBezTo>
                <a:close/>
              </a:path>
            </a:pathLst>
          </a:custGeom>
          <a:solidFill>
            <a:srgbClr val="FFFFFF"/>
          </a:solidFill>
          <a:ln>
            <a:noFill/>
          </a:ln>
          <a:effectLst/>
          <a:extLst>
            <a:ext uri="{91240B29-F687-4F45-9708-019B960494DF}">
              <a14:hiddenLine xmlns:a14="http://schemas.microsoft.com/office/drawing/2010/main" w="9525" cap="flat">
                <a:solidFill>
                  <a:srgbClr val="808080"/>
                </a:solidFill>
                <a:bevel/>
                <a:headEnd/>
                <a:tailEnd/>
              </a14:hiddenLine>
            </a:ext>
            <a:ext uri="{AF507438-7753-43E0-B8FC-AC1667EBCBE1}">
              <a14:hiddenEffects xmlns:a14="http://schemas.microsoft.com/office/drawing/2010/main">
                <a:effectLst>
                  <a:outerShdw blurRad="63500" dist="38099" dir="2700000" algn="ctr" rotWithShape="0">
                    <a:srgbClr val="000000">
                      <a:alpha val="74997"/>
                    </a:srgbClr>
                  </a:outerShdw>
                </a:effectLst>
              </a14:hiddenEffects>
            </a:ext>
          </a:extLst>
        </p:spPr>
        <p:txBody>
          <a:bodyPr wrap="none" anchor="ctr"/>
          <a:lstStyle/>
          <a:p>
            <a:endParaRPr lang="x-none" sz="3200"/>
          </a:p>
        </p:txBody>
      </p:sp>
      <p:sp>
        <p:nvSpPr>
          <p:cNvPr id="15" name="Rectangle : coins arrondis 14">
            <a:extLst>
              <a:ext uri="{FF2B5EF4-FFF2-40B4-BE49-F238E27FC236}">
                <a16:creationId xmlns:a16="http://schemas.microsoft.com/office/drawing/2014/main" xmlns="" id="{C047EE49-F948-D97E-7F71-2896353DB82E}"/>
              </a:ext>
            </a:extLst>
          </p:cNvPr>
          <p:cNvSpPr/>
          <p:nvPr/>
        </p:nvSpPr>
        <p:spPr>
          <a:xfrm>
            <a:off x="339339" y="3673626"/>
            <a:ext cx="11734800" cy="1067467"/>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just"/>
            <a:r>
              <a:rPr lang="fr-FR" sz="2133" b="1" dirty="0">
                <a:solidFill>
                  <a:schemeClr val="accent4">
                    <a:lumMod val="60000"/>
                    <a:lumOff val="40000"/>
                  </a:schemeClr>
                </a:solidFill>
                <a:latin typeface="Century Gothic" panose="020B0502020202020204" pitchFamily="34" charset="0"/>
                <a:ea typeface="Times New Roman" panose="02020603050405020304" pitchFamily="18" charset="0"/>
              </a:rPr>
              <a:t>                  </a:t>
            </a:r>
            <a:r>
              <a:rPr lang="fr-FR" sz="1800" b="1" dirty="0">
                <a:solidFill>
                  <a:schemeClr val="accent3"/>
                </a:solidFill>
                <a:latin typeface="Century Gothic" panose="020B0502020202020204" pitchFamily="34" charset="0"/>
                <a:ea typeface="Times New Roman" panose="02020603050405020304" pitchFamily="18" charset="0"/>
              </a:rPr>
              <a:t>Agrée en qualité </a:t>
            </a:r>
            <a:r>
              <a:rPr lang="fr-FR" sz="1800" b="1" i="1" dirty="0">
                <a:solidFill>
                  <a:schemeClr val="accent3"/>
                </a:solidFill>
                <a:latin typeface="Century Gothic" panose="020B0502020202020204" pitchFamily="34" charset="0"/>
                <a:ea typeface="Times New Roman" panose="02020603050405020304" pitchFamily="18" charset="0"/>
              </a:rPr>
              <a:t>d’apporteur d’affaires sur le marché financier régional </a:t>
            </a:r>
            <a:r>
              <a:rPr lang="fr-FR" sz="1800" b="1" dirty="0">
                <a:solidFill>
                  <a:schemeClr val="accent3"/>
                </a:solidFill>
                <a:latin typeface="Century Gothic" panose="020B0502020202020204" pitchFamily="34" charset="0"/>
                <a:ea typeface="Times New Roman" panose="02020603050405020304" pitchFamily="18" charset="0"/>
              </a:rPr>
              <a:t>sous le</a:t>
            </a:r>
          </a:p>
          <a:p>
            <a:pPr algn="just"/>
            <a:r>
              <a:rPr lang="fr-FR" sz="1800" b="1" dirty="0">
                <a:solidFill>
                  <a:schemeClr val="accent3"/>
                </a:solidFill>
                <a:latin typeface="Century Gothic" panose="020B0502020202020204" pitchFamily="34" charset="0"/>
                <a:ea typeface="Times New Roman" panose="02020603050405020304" pitchFamily="18" charset="0"/>
              </a:rPr>
              <a:t>                     numéro AA/2022-03 par décision N° CREPMF/22/143- en date du 05 Septembre 2022.</a:t>
            </a:r>
            <a:endParaRPr lang="fr-FR" sz="1800" b="1" dirty="0">
              <a:solidFill>
                <a:schemeClr val="accent3"/>
              </a:solidFill>
              <a:latin typeface="Century Gothic" panose="020B0502020202020204" pitchFamily="34" charset="0"/>
            </a:endParaRPr>
          </a:p>
        </p:txBody>
      </p:sp>
      <p:pic>
        <p:nvPicPr>
          <p:cNvPr id="16" name="Image 15" descr="Une image contenant logo, Graphique, Police, symbole&#10;&#10;Description générée automatiquement">
            <a:extLst>
              <a:ext uri="{FF2B5EF4-FFF2-40B4-BE49-F238E27FC236}">
                <a16:creationId xmlns:a16="http://schemas.microsoft.com/office/drawing/2014/main" xmlns="" id="{3CF207C8-DA8D-661D-F957-3AACA475087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3400" y="3779399"/>
            <a:ext cx="1104790" cy="716402"/>
          </a:xfrm>
          <a:prstGeom prst="rect">
            <a:avLst/>
          </a:prstGeom>
        </p:spPr>
      </p:pic>
      <p:sp>
        <p:nvSpPr>
          <p:cNvPr id="2" name="Rectangle 1">
            <a:extLst>
              <a:ext uri="{FF2B5EF4-FFF2-40B4-BE49-F238E27FC236}">
                <a16:creationId xmlns:a16="http://schemas.microsoft.com/office/drawing/2014/main" xmlns="" id="{8BE6A2AE-B4DF-E826-E8FE-DA522BC69E23}"/>
              </a:ext>
            </a:extLst>
          </p:cNvPr>
          <p:cNvSpPr/>
          <p:nvPr/>
        </p:nvSpPr>
        <p:spPr bwMode="auto">
          <a:xfrm>
            <a:off x="8084289" y="1371600"/>
            <a:ext cx="3606967" cy="2524819"/>
          </a:xfrm>
          <a:prstGeom prst="rect">
            <a:avLst/>
          </a:prstGeom>
          <a:ln>
            <a:no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algn="just"/>
            <a:endParaRPr lang="fr-FR" dirty="0"/>
          </a:p>
          <a:p>
            <a:pPr algn="just"/>
            <a:endParaRPr lang="fr-FR" dirty="0"/>
          </a:p>
          <a:p>
            <a:pPr algn="just"/>
            <a:endParaRPr lang="fr-FR" dirty="0"/>
          </a:p>
          <a:p>
            <a:pPr algn="just"/>
            <a:endParaRPr lang="fr-FR" dirty="0"/>
          </a:p>
          <a:p>
            <a:pPr algn="just"/>
            <a:endParaRPr lang="fr-FR" sz="1400" dirty="0">
              <a:latin typeface="Century Gothic" panose="020B0502020202020204" pitchFamily="34" charset="0"/>
            </a:endParaRPr>
          </a:p>
          <a:p>
            <a:pPr algn="just"/>
            <a:r>
              <a:rPr lang="fr-FR" sz="1400" b="1" dirty="0">
                <a:solidFill>
                  <a:srgbClr val="0070C0"/>
                </a:solidFill>
                <a:latin typeface="Century Gothic" panose="020B0502020202020204" pitchFamily="34" charset="0"/>
              </a:rPr>
              <a:t>Adresse:</a:t>
            </a:r>
          </a:p>
          <a:p>
            <a:pPr algn="just"/>
            <a:r>
              <a:rPr lang="fr-FR" sz="1200" b="1" dirty="0">
                <a:solidFill>
                  <a:srgbClr val="0070C0"/>
                </a:solidFill>
                <a:latin typeface="Century Gothic" panose="020B0502020202020204" pitchFamily="34" charset="0"/>
              </a:rPr>
              <a:t>Agla, 4</a:t>
            </a:r>
            <a:r>
              <a:rPr lang="fr-FR" sz="1200" b="1" baseline="30000" dirty="0">
                <a:solidFill>
                  <a:srgbClr val="0070C0"/>
                </a:solidFill>
                <a:latin typeface="Century Gothic" panose="020B0502020202020204" pitchFamily="34" charset="0"/>
              </a:rPr>
              <a:t>ème</a:t>
            </a:r>
            <a:r>
              <a:rPr lang="fr-FR" sz="1200" b="1" dirty="0">
                <a:solidFill>
                  <a:srgbClr val="0070C0"/>
                </a:solidFill>
                <a:latin typeface="Century Gothic" panose="020B0502020202020204" pitchFamily="34" charset="0"/>
              </a:rPr>
              <a:t> maison à étage après la pharmacie les Archanges, premier étage, deuxieme bureau</a:t>
            </a:r>
          </a:p>
        </p:txBody>
      </p:sp>
      <p:pic>
        <p:nvPicPr>
          <p:cNvPr id="3" name="Image 2">
            <a:extLst>
              <a:ext uri="{FF2B5EF4-FFF2-40B4-BE49-F238E27FC236}">
                <a16:creationId xmlns:a16="http://schemas.microsoft.com/office/drawing/2014/main" xmlns="" id="{FD1F233C-7456-C86B-ECB6-28910EF5EC2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29600" y="1259065"/>
            <a:ext cx="3238500" cy="1702517"/>
          </a:xfrm>
          <a:prstGeom prst="rect">
            <a:avLst/>
          </a:prstGeom>
          <a:noFill/>
          <a:ln>
            <a:noFill/>
          </a:ln>
        </p:spPr>
      </p:pic>
    </p:spTree>
    <p:extLst>
      <p:ext uri="{BB962C8B-B14F-4D97-AF65-F5344CB8AC3E}">
        <p14:creationId xmlns:p14="http://schemas.microsoft.com/office/powerpoint/2010/main" val="1661586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anim calcmode="lin" valueType="num">
                                      <p:cBhvr>
                                        <p:cTn id="8" dur="500" fill="hold"/>
                                        <p:tgtEl>
                                          <p:spTgt spid="7"/>
                                        </p:tgtEl>
                                        <p:attrNameLst>
                                          <p:attrName>ppt_x</p:attrName>
                                        </p:attrNameLst>
                                      </p:cBhvr>
                                      <p:tavLst>
                                        <p:tav tm="0">
                                          <p:val>
                                            <p:strVal val="#ppt_x"/>
                                          </p:val>
                                        </p:tav>
                                        <p:tav tm="100000">
                                          <p:val>
                                            <p:strVal val="#ppt_x"/>
                                          </p:val>
                                        </p:tav>
                                      </p:tavLst>
                                    </p:anim>
                                    <p:anim calcmode="lin" valueType="num">
                                      <p:cBhvr>
                                        <p:cTn id="9" dur="500" fill="hold"/>
                                        <p:tgtEl>
                                          <p:spTgt spid="7"/>
                                        </p:tgtEl>
                                        <p:attrNameLst>
                                          <p:attrName>ppt_y</p:attrName>
                                        </p:attrNameLst>
                                      </p:cBhvr>
                                      <p:tavLst>
                                        <p:tav tm="0">
                                          <p:val>
                                            <p:strVal val="#ppt_y-.1"/>
                                          </p:val>
                                        </p:tav>
                                        <p:tav tm="100000">
                                          <p:val>
                                            <p:strVal val="#ppt_y"/>
                                          </p:val>
                                        </p:tav>
                                      </p:tavLst>
                                    </p:anim>
                                  </p:childTnLst>
                                </p:cTn>
                              </p:par>
                              <p:par>
                                <p:cTn id="10" presetID="47"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anim calcmode="lin" valueType="num">
                                      <p:cBhvr>
                                        <p:cTn id="13" dur="500" fill="hold"/>
                                        <p:tgtEl>
                                          <p:spTgt spid="8"/>
                                        </p:tgtEl>
                                        <p:attrNameLst>
                                          <p:attrName>ppt_x</p:attrName>
                                        </p:attrNameLst>
                                      </p:cBhvr>
                                      <p:tavLst>
                                        <p:tav tm="0">
                                          <p:val>
                                            <p:strVal val="#ppt_x"/>
                                          </p:val>
                                        </p:tav>
                                        <p:tav tm="100000">
                                          <p:val>
                                            <p:strVal val="#ppt_x"/>
                                          </p:val>
                                        </p:tav>
                                      </p:tavLst>
                                    </p:anim>
                                    <p:anim calcmode="lin" valueType="num">
                                      <p:cBhvr>
                                        <p:cTn id="14" dur="500" fill="hold"/>
                                        <p:tgtEl>
                                          <p:spTgt spid="8"/>
                                        </p:tgtEl>
                                        <p:attrNameLst>
                                          <p:attrName>ppt_y</p:attrName>
                                        </p:attrNameLst>
                                      </p:cBhvr>
                                      <p:tavLst>
                                        <p:tav tm="0">
                                          <p:val>
                                            <p:strVal val="#ppt_y-.1"/>
                                          </p:val>
                                        </p:tav>
                                        <p:tav tm="100000">
                                          <p:val>
                                            <p:strVal val="#ppt_y"/>
                                          </p:val>
                                        </p:tav>
                                      </p:tavLst>
                                    </p:anim>
                                  </p:childTnLst>
                                </p:cTn>
                              </p:par>
                            </p:childTnLst>
                          </p:cTn>
                        </p:par>
                        <p:par>
                          <p:cTn id="15" fill="hold">
                            <p:stCondLst>
                              <p:cond delay="500"/>
                            </p:stCondLst>
                            <p:childTnLst>
                              <p:par>
                                <p:cTn id="16" presetID="10" presetClass="entr" presetSubtype="0" fill="hold" grpId="0" nodeType="afterEffect">
                                  <p:stCondLst>
                                    <p:cond delay="25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47"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anim calcmode="lin" valueType="num">
                                      <p:cBhvr>
                                        <p:cTn id="22" dur="500" fill="hold"/>
                                        <p:tgtEl>
                                          <p:spTgt spid="11"/>
                                        </p:tgtEl>
                                        <p:attrNameLst>
                                          <p:attrName>ppt_x</p:attrName>
                                        </p:attrNameLst>
                                      </p:cBhvr>
                                      <p:tavLst>
                                        <p:tav tm="0">
                                          <p:val>
                                            <p:strVal val="#ppt_x"/>
                                          </p:val>
                                        </p:tav>
                                        <p:tav tm="100000">
                                          <p:val>
                                            <p:strVal val="#ppt_x"/>
                                          </p:val>
                                        </p:tav>
                                      </p:tavLst>
                                    </p:anim>
                                    <p:anim calcmode="lin" valueType="num">
                                      <p:cBhvr>
                                        <p:cTn id="23" dur="500" fill="hold"/>
                                        <p:tgtEl>
                                          <p:spTgt spid="11"/>
                                        </p:tgtEl>
                                        <p:attrNameLst>
                                          <p:attrName>ppt_y</p:attrName>
                                        </p:attrNameLst>
                                      </p:cBhvr>
                                      <p:tavLst>
                                        <p:tav tm="0">
                                          <p:val>
                                            <p:strVal val="#ppt_y-.1"/>
                                          </p:val>
                                        </p:tav>
                                        <p:tav tm="100000">
                                          <p:val>
                                            <p:strVal val="#ppt_y"/>
                                          </p:val>
                                        </p:tav>
                                      </p:tavLst>
                                    </p:anim>
                                  </p:childTnLst>
                                </p:cTn>
                              </p:par>
                              <p:par>
                                <p:cTn id="24" presetID="47"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500"/>
                                        <p:tgtEl>
                                          <p:spTgt spid="12"/>
                                        </p:tgtEl>
                                      </p:cBhvr>
                                    </p:animEffect>
                                    <p:anim calcmode="lin" valueType="num">
                                      <p:cBhvr>
                                        <p:cTn id="27" dur="500" fill="hold"/>
                                        <p:tgtEl>
                                          <p:spTgt spid="12"/>
                                        </p:tgtEl>
                                        <p:attrNameLst>
                                          <p:attrName>ppt_x</p:attrName>
                                        </p:attrNameLst>
                                      </p:cBhvr>
                                      <p:tavLst>
                                        <p:tav tm="0">
                                          <p:val>
                                            <p:strVal val="#ppt_x"/>
                                          </p:val>
                                        </p:tav>
                                        <p:tav tm="100000">
                                          <p:val>
                                            <p:strVal val="#ppt_x"/>
                                          </p:val>
                                        </p:tav>
                                      </p:tavLst>
                                    </p:anim>
                                    <p:anim calcmode="lin" valueType="num">
                                      <p:cBhvr>
                                        <p:cTn id="28" dur="5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animBg="1"/>
      <p:bldP spid="11" grpId="0"/>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Facebook Stats Slide</a:t>
            </a:r>
          </a:p>
        </p:txBody>
      </p:sp>
      <p:grpSp>
        <p:nvGrpSpPr>
          <p:cNvPr id="25" name="Group 24"/>
          <p:cNvGrpSpPr/>
          <p:nvPr/>
        </p:nvGrpSpPr>
        <p:grpSpPr>
          <a:xfrm>
            <a:off x="3903109" y="2331681"/>
            <a:ext cx="1075291" cy="711200"/>
            <a:chOff x="1676400" y="1733550"/>
            <a:chExt cx="1600200" cy="533400"/>
          </a:xfrm>
        </p:grpSpPr>
        <p:cxnSp>
          <p:nvCxnSpPr>
            <p:cNvPr id="30" name="Straight Connector 29"/>
            <p:cNvCxnSpPr/>
            <p:nvPr/>
          </p:nvCxnSpPr>
          <p:spPr>
            <a:xfrm>
              <a:off x="1676400" y="1733550"/>
              <a:ext cx="1066800" cy="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2743200" y="1733550"/>
              <a:ext cx="533400" cy="53340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a:xfrm flipV="1">
            <a:off x="3903109" y="5198873"/>
            <a:ext cx="1075291" cy="711200"/>
            <a:chOff x="1676400" y="1733550"/>
            <a:chExt cx="1600200" cy="533400"/>
          </a:xfrm>
        </p:grpSpPr>
        <p:cxnSp>
          <p:nvCxnSpPr>
            <p:cNvPr id="28" name="Straight Connector 27"/>
            <p:cNvCxnSpPr/>
            <p:nvPr/>
          </p:nvCxnSpPr>
          <p:spPr>
            <a:xfrm>
              <a:off x="1676400" y="1733550"/>
              <a:ext cx="1066800" cy="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2743200" y="1733550"/>
              <a:ext cx="533400" cy="53340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27" name="Straight Connector 26"/>
          <p:cNvCxnSpPr>
            <a:stCxn id="57" idx="6"/>
          </p:cNvCxnSpPr>
          <p:nvPr/>
        </p:nvCxnSpPr>
        <p:spPr>
          <a:xfrm>
            <a:off x="3898034" y="4103097"/>
            <a:ext cx="702609" cy="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Inhaltsplatzhalter 4"/>
          <p:cNvSpPr txBox="1">
            <a:spLocks/>
          </p:cNvSpPr>
          <p:nvPr/>
        </p:nvSpPr>
        <p:spPr>
          <a:xfrm>
            <a:off x="508001" y="1775120"/>
            <a:ext cx="2234705" cy="1113125"/>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lnSpc>
                <a:spcPct val="100000"/>
              </a:lnSpc>
              <a:buNone/>
            </a:pPr>
            <a:endParaRPr lang="en-US" sz="1867" b="1" dirty="0">
              <a:latin typeface="+mj-lt"/>
            </a:endParaRPr>
          </a:p>
          <a:p>
            <a:pPr marL="0" indent="0" algn="r">
              <a:lnSpc>
                <a:spcPct val="100000"/>
              </a:lnSpc>
              <a:buNone/>
            </a:pPr>
            <a:r>
              <a:rPr lang="en-US" sz="1867" b="1" dirty="0">
                <a:latin typeface="+mj-lt"/>
              </a:rPr>
              <a:t>890M Fans</a:t>
            </a:r>
            <a:br>
              <a:rPr lang="en-US" sz="1867" b="1" dirty="0">
                <a:latin typeface="+mj-lt"/>
              </a:rPr>
            </a:br>
            <a:r>
              <a:rPr lang="en-US" sz="1333" dirty="0">
                <a:latin typeface="+mj-lt"/>
              </a:rPr>
              <a:t>simply dummy text of the printing</a:t>
            </a:r>
            <a:endParaRPr lang="en-US" sz="1400" dirty="0">
              <a:latin typeface="+mj-lt"/>
            </a:endParaRPr>
          </a:p>
        </p:txBody>
      </p:sp>
      <p:sp>
        <p:nvSpPr>
          <p:cNvPr id="34" name="Inhaltsplatzhalter 4"/>
          <p:cNvSpPr txBox="1">
            <a:spLocks/>
          </p:cNvSpPr>
          <p:nvPr/>
        </p:nvSpPr>
        <p:spPr>
          <a:xfrm>
            <a:off x="508001" y="5506861"/>
            <a:ext cx="2234705" cy="697563"/>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lnSpc>
                <a:spcPct val="100000"/>
              </a:lnSpc>
              <a:buNone/>
            </a:pPr>
            <a:r>
              <a:rPr lang="en-US" sz="1867" b="1" dirty="0">
                <a:latin typeface="+mj-lt"/>
              </a:rPr>
              <a:t>50% Mobile Usage </a:t>
            </a:r>
            <a:br>
              <a:rPr lang="en-US" sz="1867" b="1" dirty="0">
                <a:latin typeface="+mj-lt"/>
              </a:rPr>
            </a:br>
            <a:r>
              <a:rPr lang="en-US" sz="1333" dirty="0">
                <a:latin typeface="+mj-lt"/>
              </a:rPr>
              <a:t>simply dummy text of the printing</a:t>
            </a:r>
            <a:endParaRPr lang="en-US" sz="1400" dirty="0">
              <a:latin typeface="+mj-lt"/>
            </a:endParaRPr>
          </a:p>
        </p:txBody>
      </p:sp>
      <p:grpSp>
        <p:nvGrpSpPr>
          <p:cNvPr id="36" name="Group 35"/>
          <p:cNvGrpSpPr/>
          <p:nvPr/>
        </p:nvGrpSpPr>
        <p:grpSpPr>
          <a:xfrm flipH="1">
            <a:off x="7195418" y="2331681"/>
            <a:ext cx="1019113" cy="711200"/>
            <a:chOff x="1676400" y="1733550"/>
            <a:chExt cx="1600200" cy="533400"/>
          </a:xfrm>
        </p:grpSpPr>
        <p:cxnSp>
          <p:nvCxnSpPr>
            <p:cNvPr id="41" name="Straight Connector 40"/>
            <p:cNvCxnSpPr/>
            <p:nvPr/>
          </p:nvCxnSpPr>
          <p:spPr>
            <a:xfrm>
              <a:off x="1676400" y="1733550"/>
              <a:ext cx="1066800" cy="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2743200" y="1733550"/>
              <a:ext cx="533400" cy="53340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38" name="Straight Connector 37"/>
          <p:cNvCxnSpPr/>
          <p:nvPr/>
        </p:nvCxnSpPr>
        <p:spPr>
          <a:xfrm flipH="1">
            <a:off x="7437939" y="4103097"/>
            <a:ext cx="776592" cy="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sp>
        <p:nvSpPr>
          <p:cNvPr id="45" name="Inhaltsplatzhalter 4"/>
          <p:cNvSpPr txBox="1">
            <a:spLocks/>
          </p:cNvSpPr>
          <p:nvPr/>
        </p:nvSpPr>
        <p:spPr>
          <a:xfrm flipH="1">
            <a:off x="9294897" y="1982901"/>
            <a:ext cx="2370920" cy="697563"/>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sz="1867" b="1" dirty="0">
                <a:latin typeface="+mj-lt"/>
              </a:rPr>
              <a:t>50% Desktop Usage</a:t>
            </a:r>
            <a:br>
              <a:rPr lang="en-US" sz="1867" b="1" dirty="0">
                <a:latin typeface="+mj-lt"/>
              </a:rPr>
            </a:br>
            <a:r>
              <a:rPr lang="en-US" sz="1333" dirty="0">
                <a:latin typeface="+mj-lt"/>
              </a:rPr>
              <a:t>simply dummy text of the printing</a:t>
            </a:r>
            <a:endParaRPr lang="en-US" sz="1400" dirty="0">
              <a:latin typeface="+mj-lt"/>
            </a:endParaRPr>
          </a:p>
        </p:txBody>
      </p:sp>
      <p:sp>
        <p:nvSpPr>
          <p:cNvPr id="46" name="Inhaltsplatzhalter 4"/>
          <p:cNvSpPr txBox="1">
            <a:spLocks/>
          </p:cNvSpPr>
          <p:nvPr/>
        </p:nvSpPr>
        <p:spPr>
          <a:xfrm flipH="1">
            <a:off x="9294897" y="3772097"/>
            <a:ext cx="2370920" cy="697563"/>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sz="1867" b="1" dirty="0">
                <a:latin typeface="+mj-lt"/>
              </a:rPr>
              <a:t>690K Photos</a:t>
            </a:r>
            <a:br>
              <a:rPr lang="en-US" sz="1867" b="1" dirty="0">
                <a:latin typeface="+mj-lt"/>
              </a:rPr>
            </a:br>
            <a:r>
              <a:rPr lang="en-US" sz="1333" dirty="0">
                <a:latin typeface="+mj-lt"/>
              </a:rPr>
              <a:t>simply dummy text of the printing</a:t>
            </a:r>
            <a:endParaRPr lang="en-US" sz="1400" dirty="0">
              <a:latin typeface="+mj-lt"/>
            </a:endParaRPr>
          </a:p>
        </p:txBody>
      </p:sp>
      <p:sp>
        <p:nvSpPr>
          <p:cNvPr id="49" name="Freeform 188"/>
          <p:cNvSpPr>
            <a:spLocks noEditPoints="1"/>
          </p:cNvSpPr>
          <p:nvPr/>
        </p:nvSpPr>
        <p:spPr bwMode="auto">
          <a:xfrm>
            <a:off x="8387979" y="5622419"/>
            <a:ext cx="535517" cy="516467"/>
          </a:xfrm>
          <a:custGeom>
            <a:avLst/>
            <a:gdLst/>
            <a:ahLst/>
            <a:cxnLst>
              <a:cxn ang="0">
                <a:pos x="220" y="236"/>
              </a:cxn>
              <a:cxn ang="0">
                <a:pos x="212" y="240"/>
              </a:cxn>
              <a:cxn ang="0">
                <a:pos x="204" y="236"/>
              </a:cxn>
              <a:cxn ang="0">
                <a:pos x="188" y="220"/>
              </a:cxn>
              <a:cxn ang="0">
                <a:pos x="184" y="212"/>
              </a:cxn>
              <a:cxn ang="0">
                <a:pos x="196" y="200"/>
              </a:cxn>
              <a:cxn ang="0">
                <a:pos x="204" y="204"/>
              </a:cxn>
              <a:cxn ang="0">
                <a:pos x="212" y="211"/>
              </a:cxn>
              <a:cxn ang="0">
                <a:pos x="236" y="188"/>
              </a:cxn>
              <a:cxn ang="0">
                <a:pos x="244" y="184"/>
              </a:cxn>
              <a:cxn ang="0">
                <a:pos x="256" y="196"/>
              </a:cxn>
              <a:cxn ang="0">
                <a:pos x="252" y="204"/>
              </a:cxn>
              <a:cxn ang="0">
                <a:pos x="220" y="236"/>
              </a:cxn>
              <a:cxn ang="0">
                <a:pos x="212" y="194"/>
              </a:cxn>
              <a:cxn ang="0">
                <a:pos x="196" y="188"/>
              </a:cxn>
              <a:cxn ang="0">
                <a:pos x="172" y="212"/>
              </a:cxn>
              <a:cxn ang="0">
                <a:pos x="179" y="229"/>
              </a:cxn>
              <a:cxn ang="0">
                <a:pos x="195" y="245"/>
              </a:cxn>
              <a:cxn ang="0">
                <a:pos x="199" y="248"/>
              </a:cxn>
              <a:cxn ang="0">
                <a:pos x="12" y="248"/>
              </a:cxn>
              <a:cxn ang="0">
                <a:pos x="0" y="236"/>
              </a:cxn>
              <a:cxn ang="0">
                <a:pos x="0" y="236"/>
              </a:cxn>
              <a:cxn ang="0">
                <a:pos x="0" y="236"/>
              </a:cxn>
              <a:cxn ang="0">
                <a:pos x="32" y="176"/>
              </a:cxn>
              <a:cxn ang="0">
                <a:pos x="69" y="164"/>
              </a:cxn>
              <a:cxn ang="0">
                <a:pos x="100" y="150"/>
              </a:cxn>
              <a:cxn ang="0">
                <a:pos x="100" y="127"/>
              </a:cxn>
              <a:cxn ang="0">
                <a:pos x="88" y="97"/>
              </a:cxn>
              <a:cxn ang="0">
                <a:pos x="80" y="85"/>
              </a:cxn>
              <a:cxn ang="0">
                <a:pos x="84" y="65"/>
              </a:cxn>
              <a:cxn ang="0">
                <a:pos x="82" y="39"/>
              </a:cxn>
              <a:cxn ang="0">
                <a:pos x="128" y="0"/>
              </a:cxn>
              <a:cxn ang="0">
                <a:pos x="175" y="39"/>
              </a:cxn>
              <a:cxn ang="0">
                <a:pos x="172" y="65"/>
              </a:cxn>
              <a:cxn ang="0">
                <a:pos x="176" y="85"/>
              </a:cxn>
              <a:cxn ang="0">
                <a:pos x="168" y="97"/>
              </a:cxn>
              <a:cxn ang="0">
                <a:pos x="156" y="126"/>
              </a:cxn>
              <a:cxn ang="0">
                <a:pos x="156" y="150"/>
              </a:cxn>
              <a:cxn ang="0">
                <a:pos x="187" y="164"/>
              </a:cxn>
              <a:cxn ang="0">
                <a:pos x="224" y="176"/>
              </a:cxn>
              <a:cxn ang="0">
                <a:pos x="228" y="179"/>
              </a:cxn>
              <a:cxn ang="0">
                <a:pos x="227" y="179"/>
              </a:cxn>
              <a:cxn ang="0">
                <a:pos x="212" y="194"/>
              </a:cxn>
              <a:cxn ang="0">
                <a:pos x="254" y="220"/>
              </a:cxn>
              <a:cxn ang="0">
                <a:pos x="256" y="236"/>
              </a:cxn>
              <a:cxn ang="0">
                <a:pos x="256" y="236"/>
              </a:cxn>
              <a:cxn ang="0">
                <a:pos x="256" y="236"/>
              </a:cxn>
              <a:cxn ang="0">
                <a:pos x="244" y="248"/>
              </a:cxn>
              <a:cxn ang="0">
                <a:pos x="225" y="248"/>
              </a:cxn>
              <a:cxn ang="0">
                <a:pos x="229" y="245"/>
              </a:cxn>
              <a:cxn ang="0">
                <a:pos x="254" y="220"/>
              </a:cxn>
            </a:cxnLst>
            <a:rect l="0" t="0" r="r" b="b"/>
            <a:pathLst>
              <a:path w="256" h="248">
                <a:moveTo>
                  <a:pt x="220" y="236"/>
                </a:moveTo>
                <a:cubicBezTo>
                  <a:pt x="218" y="239"/>
                  <a:pt x="215" y="240"/>
                  <a:pt x="212" y="240"/>
                </a:cubicBezTo>
                <a:cubicBezTo>
                  <a:pt x="209" y="240"/>
                  <a:pt x="206" y="239"/>
                  <a:pt x="204" y="236"/>
                </a:cubicBezTo>
                <a:cubicBezTo>
                  <a:pt x="188" y="220"/>
                  <a:pt x="188" y="220"/>
                  <a:pt x="188" y="220"/>
                </a:cubicBezTo>
                <a:cubicBezTo>
                  <a:pt x="185" y="218"/>
                  <a:pt x="184" y="215"/>
                  <a:pt x="184" y="212"/>
                </a:cubicBezTo>
                <a:cubicBezTo>
                  <a:pt x="184" y="205"/>
                  <a:pt x="189" y="200"/>
                  <a:pt x="196" y="200"/>
                </a:cubicBezTo>
                <a:cubicBezTo>
                  <a:pt x="199" y="200"/>
                  <a:pt x="202" y="201"/>
                  <a:pt x="204" y="204"/>
                </a:cubicBezTo>
                <a:cubicBezTo>
                  <a:pt x="212" y="211"/>
                  <a:pt x="212" y="211"/>
                  <a:pt x="212" y="211"/>
                </a:cubicBezTo>
                <a:cubicBezTo>
                  <a:pt x="236" y="188"/>
                  <a:pt x="236" y="188"/>
                  <a:pt x="236" y="188"/>
                </a:cubicBezTo>
                <a:cubicBezTo>
                  <a:pt x="238" y="185"/>
                  <a:pt x="241" y="184"/>
                  <a:pt x="244" y="184"/>
                </a:cubicBezTo>
                <a:cubicBezTo>
                  <a:pt x="251" y="184"/>
                  <a:pt x="256" y="189"/>
                  <a:pt x="256" y="196"/>
                </a:cubicBezTo>
                <a:cubicBezTo>
                  <a:pt x="256" y="199"/>
                  <a:pt x="255" y="202"/>
                  <a:pt x="252" y="204"/>
                </a:cubicBezTo>
                <a:lnTo>
                  <a:pt x="220" y="236"/>
                </a:lnTo>
                <a:close/>
                <a:moveTo>
                  <a:pt x="212" y="194"/>
                </a:moveTo>
                <a:cubicBezTo>
                  <a:pt x="208" y="190"/>
                  <a:pt x="202" y="188"/>
                  <a:pt x="196" y="188"/>
                </a:cubicBezTo>
                <a:cubicBezTo>
                  <a:pt x="183" y="188"/>
                  <a:pt x="172" y="199"/>
                  <a:pt x="172" y="212"/>
                </a:cubicBezTo>
                <a:cubicBezTo>
                  <a:pt x="172" y="219"/>
                  <a:pt x="175" y="225"/>
                  <a:pt x="179" y="229"/>
                </a:cubicBezTo>
                <a:cubicBezTo>
                  <a:pt x="195" y="245"/>
                  <a:pt x="195" y="245"/>
                  <a:pt x="195" y="245"/>
                </a:cubicBezTo>
                <a:cubicBezTo>
                  <a:pt x="196" y="246"/>
                  <a:pt x="197" y="247"/>
                  <a:pt x="199" y="248"/>
                </a:cubicBezTo>
                <a:cubicBezTo>
                  <a:pt x="12" y="248"/>
                  <a:pt x="12" y="248"/>
                  <a:pt x="12" y="248"/>
                </a:cubicBezTo>
                <a:cubicBezTo>
                  <a:pt x="5" y="248"/>
                  <a:pt x="0" y="243"/>
                  <a:pt x="0" y="236"/>
                </a:cubicBezTo>
                <a:cubicBezTo>
                  <a:pt x="0" y="236"/>
                  <a:pt x="0" y="236"/>
                  <a:pt x="0" y="236"/>
                </a:cubicBezTo>
                <a:cubicBezTo>
                  <a:pt x="0" y="236"/>
                  <a:pt x="0" y="236"/>
                  <a:pt x="0" y="236"/>
                </a:cubicBezTo>
                <a:cubicBezTo>
                  <a:pt x="0" y="236"/>
                  <a:pt x="0" y="192"/>
                  <a:pt x="32" y="176"/>
                </a:cubicBezTo>
                <a:cubicBezTo>
                  <a:pt x="52" y="166"/>
                  <a:pt x="44" y="174"/>
                  <a:pt x="69" y="164"/>
                </a:cubicBezTo>
                <a:cubicBezTo>
                  <a:pt x="94" y="154"/>
                  <a:pt x="100" y="150"/>
                  <a:pt x="100" y="150"/>
                </a:cubicBezTo>
                <a:cubicBezTo>
                  <a:pt x="100" y="127"/>
                  <a:pt x="100" y="127"/>
                  <a:pt x="100" y="127"/>
                </a:cubicBezTo>
                <a:cubicBezTo>
                  <a:pt x="100" y="127"/>
                  <a:pt x="91" y="119"/>
                  <a:pt x="88" y="97"/>
                </a:cubicBezTo>
                <a:cubicBezTo>
                  <a:pt x="82" y="99"/>
                  <a:pt x="80" y="90"/>
                  <a:pt x="80" y="85"/>
                </a:cubicBezTo>
                <a:cubicBezTo>
                  <a:pt x="80" y="80"/>
                  <a:pt x="77" y="63"/>
                  <a:pt x="84" y="65"/>
                </a:cubicBezTo>
                <a:cubicBezTo>
                  <a:pt x="82" y="54"/>
                  <a:pt x="81" y="44"/>
                  <a:pt x="82" y="39"/>
                </a:cubicBezTo>
                <a:cubicBezTo>
                  <a:pt x="83" y="21"/>
                  <a:pt x="101" y="1"/>
                  <a:pt x="128" y="0"/>
                </a:cubicBezTo>
                <a:cubicBezTo>
                  <a:pt x="160" y="1"/>
                  <a:pt x="173" y="21"/>
                  <a:pt x="175" y="39"/>
                </a:cubicBezTo>
                <a:cubicBezTo>
                  <a:pt x="175" y="44"/>
                  <a:pt x="174" y="54"/>
                  <a:pt x="172" y="65"/>
                </a:cubicBezTo>
                <a:cubicBezTo>
                  <a:pt x="180" y="63"/>
                  <a:pt x="177" y="80"/>
                  <a:pt x="176" y="85"/>
                </a:cubicBezTo>
                <a:cubicBezTo>
                  <a:pt x="176" y="90"/>
                  <a:pt x="174" y="99"/>
                  <a:pt x="168" y="97"/>
                </a:cubicBezTo>
                <a:cubicBezTo>
                  <a:pt x="165" y="119"/>
                  <a:pt x="156" y="126"/>
                  <a:pt x="156" y="126"/>
                </a:cubicBezTo>
                <a:cubicBezTo>
                  <a:pt x="156" y="150"/>
                  <a:pt x="156" y="150"/>
                  <a:pt x="156" y="150"/>
                </a:cubicBezTo>
                <a:cubicBezTo>
                  <a:pt x="156" y="150"/>
                  <a:pt x="162" y="153"/>
                  <a:pt x="187" y="164"/>
                </a:cubicBezTo>
                <a:cubicBezTo>
                  <a:pt x="212" y="174"/>
                  <a:pt x="204" y="166"/>
                  <a:pt x="224" y="176"/>
                </a:cubicBezTo>
                <a:cubicBezTo>
                  <a:pt x="225" y="177"/>
                  <a:pt x="226" y="178"/>
                  <a:pt x="228" y="179"/>
                </a:cubicBezTo>
                <a:cubicBezTo>
                  <a:pt x="227" y="179"/>
                  <a:pt x="227" y="179"/>
                  <a:pt x="227" y="179"/>
                </a:cubicBezTo>
                <a:lnTo>
                  <a:pt x="212" y="194"/>
                </a:lnTo>
                <a:close/>
                <a:moveTo>
                  <a:pt x="254" y="220"/>
                </a:moveTo>
                <a:cubicBezTo>
                  <a:pt x="256" y="229"/>
                  <a:pt x="256" y="236"/>
                  <a:pt x="256" y="236"/>
                </a:cubicBezTo>
                <a:cubicBezTo>
                  <a:pt x="256" y="236"/>
                  <a:pt x="256" y="236"/>
                  <a:pt x="256" y="236"/>
                </a:cubicBezTo>
                <a:cubicBezTo>
                  <a:pt x="256" y="236"/>
                  <a:pt x="256" y="236"/>
                  <a:pt x="256" y="236"/>
                </a:cubicBezTo>
                <a:cubicBezTo>
                  <a:pt x="256" y="243"/>
                  <a:pt x="251" y="248"/>
                  <a:pt x="244" y="248"/>
                </a:cubicBezTo>
                <a:cubicBezTo>
                  <a:pt x="225" y="248"/>
                  <a:pt x="225" y="248"/>
                  <a:pt x="225" y="248"/>
                </a:cubicBezTo>
                <a:cubicBezTo>
                  <a:pt x="227" y="247"/>
                  <a:pt x="228" y="246"/>
                  <a:pt x="229" y="245"/>
                </a:cubicBezTo>
                <a:lnTo>
                  <a:pt x="254" y="220"/>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0" name="Freeform 191"/>
          <p:cNvSpPr>
            <a:spLocks/>
          </p:cNvSpPr>
          <p:nvPr/>
        </p:nvSpPr>
        <p:spPr bwMode="auto">
          <a:xfrm>
            <a:off x="3207608" y="2027596"/>
            <a:ext cx="533400" cy="516467"/>
          </a:xfrm>
          <a:custGeom>
            <a:avLst/>
            <a:gdLst/>
            <a:ahLst/>
            <a:cxnLst>
              <a:cxn ang="0">
                <a:pos x="256" y="236"/>
              </a:cxn>
              <a:cxn ang="0">
                <a:pos x="256" y="236"/>
              </a:cxn>
              <a:cxn ang="0">
                <a:pos x="244" y="248"/>
              </a:cxn>
              <a:cxn ang="0">
                <a:pos x="12" y="248"/>
              </a:cxn>
              <a:cxn ang="0">
                <a:pos x="0" y="236"/>
              </a:cxn>
              <a:cxn ang="0">
                <a:pos x="0" y="236"/>
              </a:cxn>
              <a:cxn ang="0">
                <a:pos x="0" y="236"/>
              </a:cxn>
              <a:cxn ang="0">
                <a:pos x="32" y="176"/>
              </a:cxn>
              <a:cxn ang="0">
                <a:pos x="69" y="164"/>
              </a:cxn>
              <a:cxn ang="0">
                <a:pos x="100" y="150"/>
              </a:cxn>
              <a:cxn ang="0">
                <a:pos x="100" y="127"/>
              </a:cxn>
              <a:cxn ang="0">
                <a:pos x="88" y="97"/>
              </a:cxn>
              <a:cxn ang="0">
                <a:pos x="80" y="85"/>
              </a:cxn>
              <a:cxn ang="0">
                <a:pos x="84" y="65"/>
              </a:cxn>
              <a:cxn ang="0">
                <a:pos x="82" y="39"/>
              </a:cxn>
              <a:cxn ang="0">
                <a:pos x="128" y="0"/>
              </a:cxn>
              <a:cxn ang="0">
                <a:pos x="175" y="39"/>
              </a:cxn>
              <a:cxn ang="0">
                <a:pos x="172" y="65"/>
              </a:cxn>
              <a:cxn ang="0">
                <a:pos x="176" y="85"/>
              </a:cxn>
              <a:cxn ang="0">
                <a:pos x="168" y="97"/>
              </a:cxn>
              <a:cxn ang="0">
                <a:pos x="156" y="126"/>
              </a:cxn>
              <a:cxn ang="0">
                <a:pos x="156" y="150"/>
              </a:cxn>
              <a:cxn ang="0">
                <a:pos x="187" y="164"/>
              </a:cxn>
              <a:cxn ang="0">
                <a:pos x="224" y="176"/>
              </a:cxn>
              <a:cxn ang="0">
                <a:pos x="256" y="236"/>
              </a:cxn>
            </a:cxnLst>
            <a:rect l="0" t="0" r="r" b="b"/>
            <a:pathLst>
              <a:path w="256" h="248">
                <a:moveTo>
                  <a:pt x="256" y="236"/>
                </a:moveTo>
                <a:cubicBezTo>
                  <a:pt x="256" y="236"/>
                  <a:pt x="256" y="236"/>
                  <a:pt x="256" y="236"/>
                </a:cubicBezTo>
                <a:cubicBezTo>
                  <a:pt x="256" y="243"/>
                  <a:pt x="251" y="248"/>
                  <a:pt x="244" y="248"/>
                </a:cubicBezTo>
                <a:cubicBezTo>
                  <a:pt x="12" y="248"/>
                  <a:pt x="12" y="248"/>
                  <a:pt x="12" y="248"/>
                </a:cubicBezTo>
                <a:cubicBezTo>
                  <a:pt x="5" y="248"/>
                  <a:pt x="0" y="243"/>
                  <a:pt x="0" y="236"/>
                </a:cubicBezTo>
                <a:cubicBezTo>
                  <a:pt x="0" y="236"/>
                  <a:pt x="0" y="236"/>
                  <a:pt x="0" y="236"/>
                </a:cubicBezTo>
                <a:cubicBezTo>
                  <a:pt x="0" y="236"/>
                  <a:pt x="0" y="236"/>
                  <a:pt x="0" y="236"/>
                </a:cubicBezTo>
                <a:cubicBezTo>
                  <a:pt x="0" y="236"/>
                  <a:pt x="0" y="192"/>
                  <a:pt x="32" y="176"/>
                </a:cubicBezTo>
                <a:cubicBezTo>
                  <a:pt x="52" y="166"/>
                  <a:pt x="44" y="174"/>
                  <a:pt x="69" y="164"/>
                </a:cubicBezTo>
                <a:cubicBezTo>
                  <a:pt x="94" y="154"/>
                  <a:pt x="100" y="150"/>
                  <a:pt x="100" y="150"/>
                </a:cubicBezTo>
                <a:cubicBezTo>
                  <a:pt x="100" y="127"/>
                  <a:pt x="100" y="127"/>
                  <a:pt x="100" y="127"/>
                </a:cubicBezTo>
                <a:cubicBezTo>
                  <a:pt x="100" y="127"/>
                  <a:pt x="91" y="119"/>
                  <a:pt x="88" y="97"/>
                </a:cubicBezTo>
                <a:cubicBezTo>
                  <a:pt x="82" y="99"/>
                  <a:pt x="80" y="90"/>
                  <a:pt x="80" y="85"/>
                </a:cubicBezTo>
                <a:cubicBezTo>
                  <a:pt x="80" y="80"/>
                  <a:pt x="77" y="63"/>
                  <a:pt x="84" y="65"/>
                </a:cubicBezTo>
                <a:cubicBezTo>
                  <a:pt x="82" y="54"/>
                  <a:pt x="81" y="44"/>
                  <a:pt x="82" y="39"/>
                </a:cubicBezTo>
                <a:cubicBezTo>
                  <a:pt x="83" y="21"/>
                  <a:pt x="101" y="1"/>
                  <a:pt x="128" y="0"/>
                </a:cubicBezTo>
                <a:cubicBezTo>
                  <a:pt x="160" y="1"/>
                  <a:pt x="173" y="21"/>
                  <a:pt x="175" y="39"/>
                </a:cubicBezTo>
                <a:cubicBezTo>
                  <a:pt x="175" y="44"/>
                  <a:pt x="174" y="54"/>
                  <a:pt x="172" y="65"/>
                </a:cubicBezTo>
                <a:cubicBezTo>
                  <a:pt x="180" y="63"/>
                  <a:pt x="177" y="80"/>
                  <a:pt x="176" y="85"/>
                </a:cubicBezTo>
                <a:cubicBezTo>
                  <a:pt x="176" y="90"/>
                  <a:pt x="174" y="99"/>
                  <a:pt x="168" y="97"/>
                </a:cubicBezTo>
                <a:cubicBezTo>
                  <a:pt x="165" y="119"/>
                  <a:pt x="156" y="126"/>
                  <a:pt x="156" y="126"/>
                </a:cubicBezTo>
                <a:cubicBezTo>
                  <a:pt x="156" y="150"/>
                  <a:pt x="156" y="150"/>
                  <a:pt x="156" y="150"/>
                </a:cubicBezTo>
                <a:cubicBezTo>
                  <a:pt x="156" y="150"/>
                  <a:pt x="162" y="153"/>
                  <a:pt x="187" y="164"/>
                </a:cubicBezTo>
                <a:cubicBezTo>
                  <a:pt x="212" y="174"/>
                  <a:pt x="204" y="166"/>
                  <a:pt x="224" y="176"/>
                </a:cubicBezTo>
                <a:cubicBezTo>
                  <a:pt x="256" y="192"/>
                  <a:pt x="256" y="236"/>
                  <a:pt x="256" y="236"/>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2" name="Freeform 201"/>
          <p:cNvSpPr>
            <a:spLocks noEditPoints="1"/>
          </p:cNvSpPr>
          <p:nvPr/>
        </p:nvSpPr>
        <p:spPr bwMode="auto">
          <a:xfrm>
            <a:off x="8458565" y="3886141"/>
            <a:ext cx="402167" cy="433916"/>
          </a:xfrm>
          <a:custGeom>
            <a:avLst/>
            <a:gdLst/>
            <a:ahLst/>
            <a:cxnLst>
              <a:cxn ang="0">
                <a:pos x="180" y="208"/>
              </a:cxn>
              <a:cxn ang="0">
                <a:pos x="12" y="208"/>
              </a:cxn>
              <a:cxn ang="0">
                <a:pos x="0" y="196"/>
              </a:cxn>
              <a:cxn ang="0">
                <a:pos x="0" y="12"/>
              </a:cxn>
              <a:cxn ang="0">
                <a:pos x="12" y="0"/>
              </a:cxn>
              <a:cxn ang="0">
                <a:pos x="180" y="0"/>
              </a:cxn>
              <a:cxn ang="0">
                <a:pos x="192" y="12"/>
              </a:cxn>
              <a:cxn ang="0">
                <a:pos x="192" y="196"/>
              </a:cxn>
              <a:cxn ang="0">
                <a:pos x="180" y="208"/>
              </a:cxn>
              <a:cxn ang="0">
                <a:pos x="168" y="24"/>
              </a:cxn>
              <a:cxn ang="0">
                <a:pos x="24" y="24"/>
              </a:cxn>
              <a:cxn ang="0">
                <a:pos x="24" y="148"/>
              </a:cxn>
              <a:cxn ang="0">
                <a:pos x="168" y="148"/>
              </a:cxn>
              <a:cxn ang="0">
                <a:pos x="168" y="24"/>
              </a:cxn>
            </a:cxnLst>
            <a:rect l="0" t="0" r="r" b="b"/>
            <a:pathLst>
              <a:path w="192" h="208">
                <a:moveTo>
                  <a:pt x="180" y="208"/>
                </a:moveTo>
                <a:cubicBezTo>
                  <a:pt x="12" y="208"/>
                  <a:pt x="12" y="208"/>
                  <a:pt x="12" y="208"/>
                </a:cubicBezTo>
                <a:cubicBezTo>
                  <a:pt x="5" y="208"/>
                  <a:pt x="0" y="203"/>
                  <a:pt x="0" y="196"/>
                </a:cubicBezTo>
                <a:cubicBezTo>
                  <a:pt x="0" y="12"/>
                  <a:pt x="0" y="12"/>
                  <a:pt x="0" y="12"/>
                </a:cubicBezTo>
                <a:cubicBezTo>
                  <a:pt x="0" y="5"/>
                  <a:pt x="5" y="0"/>
                  <a:pt x="12" y="0"/>
                </a:cubicBezTo>
                <a:cubicBezTo>
                  <a:pt x="180" y="0"/>
                  <a:pt x="180" y="0"/>
                  <a:pt x="180" y="0"/>
                </a:cubicBezTo>
                <a:cubicBezTo>
                  <a:pt x="187" y="0"/>
                  <a:pt x="192" y="5"/>
                  <a:pt x="192" y="12"/>
                </a:cubicBezTo>
                <a:cubicBezTo>
                  <a:pt x="192" y="196"/>
                  <a:pt x="192" y="196"/>
                  <a:pt x="192" y="196"/>
                </a:cubicBezTo>
                <a:cubicBezTo>
                  <a:pt x="192" y="203"/>
                  <a:pt x="187" y="208"/>
                  <a:pt x="180" y="208"/>
                </a:cubicBezTo>
                <a:moveTo>
                  <a:pt x="168" y="24"/>
                </a:moveTo>
                <a:cubicBezTo>
                  <a:pt x="24" y="24"/>
                  <a:pt x="24" y="24"/>
                  <a:pt x="24" y="24"/>
                </a:cubicBezTo>
                <a:cubicBezTo>
                  <a:pt x="24" y="148"/>
                  <a:pt x="24" y="148"/>
                  <a:pt x="24" y="148"/>
                </a:cubicBezTo>
                <a:cubicBezTo>
                  <a:pt x="168" y="148"/>
                  <a:pt x="168" y="148"/>
                  <a:pt x="168" y="148"/>
                </a:cubicBezTo>
                <a:lnTo>
                  <a:pt x="168" y="24"/>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3" name="Freeform 223"/>
          <p:cNvSpPr>
            <a:spLocks noEditPoints="1"/>
          </p:cNvSpPr>
          <p:nvPr/>
        </p:nvSpPr>
        <p:spPr bwMode="auto">
          <a:xfrm>
            <a:off x="3159867" y="3874497"/>
            <a:ext cx="533400" cy="457200"/>
          </a:xfrm>
          <a:custGeom>
            <a:avLst/>
            <a:gdLst/>
            <a:ahLst/>
            <a:cxnLst>
              <a:cxn ang="0">
                <a:pos x="184" y="164"/>
              </a:cxn>
              <a:cxn ang="0">
                <a:pos x="232" y="116"/>
              </a:cxn>
              <a:cxn ang="0">
                <a:pos x="217" y="87"/>
              </a:cxn>
              <a:cxn ang="0">
                <a:pos x="215" y="85"/>
              </a:cxn>
              <a:cxn ang="0">
                <a:pos x="212" y="84"/>
              </a:cxn>
              <a:cxn ang="0">
                <a:pos x="209" y="83"/>
              </a:cxn>
              <a:cxn ang="0">
                <a:pos x="206" y="81"/>
              </a:cxn>
              <a:cxn ang="0">
                <a:pos x="203" y="81"/>
              </a:cxn>
              <a:cxn ang="0">
                <a:pos x="200" y="80"/>
              </a:cxn>
              <a:cxn ang="0">
                <a:pos x="195" y="80"/>
              </a:cxn>
              <a:cxn ang="0">
                <a:pos x="193" y="73"/>
              </a:cxn>
              <a:cxn ang="0">
                <a:pos x="191" y="67"/>
              </a:cxn>
              <a:cxn ang="0">
                <a:pos x="189" y="61"/>
              </a:cxn>
              <a:cxn ang="0">
                <a:pos x="128" y="24"/>
              </a:cxn>
              <a:cxn ang="0">
                <a:pos x="67" y="61"/>
              </a:cxn>
              <a:cxn ang="0">
                <a:pos x="65" y="67"/>
              </a:cxn>
              <a:cxn ang="0">
                <a:pos x="63" y="73"/>
              </a:cxn>
              <a:cxn ang="0">
                <a:pos x="61" y="80"/>
              </a:cxn>
              <a:cxn ang="0">
                <a:pos x="56" y="80"/>
              </a:cxn>
              <a:cxn ang="0">
                <a:pos x="53" y="81"/>
              </a:cxn>
              <a:cxn ang="0">
                <a:pos x="50" y="81"/>
              </a:cxn>
              <a:cxn ang="0">
                <a:pos x="47" y="83"/>
              </a:cxn>
              <a:cxn ang="0">
                <a:pos x="44" y="84"/>
              </a:cxn>
              <a:cxn ang="0">
                <a:pos x="41" y="85"/>
              </a:cxn>
              <a:cxn ang="0">
                <a:pos x="39" y="87"/>
              </a:cxn>
              <a:cxn ang="0">
                <a:pos x="24" y="116"/>
              </a:cxn>
              <a:cxn ang="0">
                <a:pos x="72" y="164"/>
              </a:cxn>
              <a:cxn ang="0">
                <a:pos x="0" y="116"/>
              </a:cxn>
              <a:cxn ang="0">
                <a:pos x="128" y="0"/>
              </a:cxn>
              <a:cxn ang="0">
                <a:pos x="256" y="116"/>
              </a:cxn>
              <a:cxn ang="0">
                <a:pos x="83" y="148"/>
              </a:cxn>
              <a:cxn ang="0">
                <a:pos x="119" y="108"/>
              </a:cxn>
              <a:cxn ang="0">
                <a:pos x="137" y="108"/>
              </a:cxn>
              <a:cxn ang="0">
                <a:pos x="173" y="148"/>
              </a:cxn>
              <a:cxn ang="0">
                <a:pos x="176" y="156"/>
              </a:cxn>
              <a:cxn ang="0">
                <a:pos x="155" y="164"/>
              </a:cxn>
              <a:cxn ang="0">
                <a:pos x="140" y="147"/>
              </a:cxn>
              <a:cxn ang="0">
                <a:pos x="128" y="220"/>
              </a:cxn>
              <a:cxn ang="0">
                <a:pos x="116" y="147"/>
              </a:cxn>
              <a:cxn ang="0">
                <a:pos x="101" y="164"/>
              </a:cxn>
              <a:cxn ang="0">
                <a:pos x="80" y="156"/>
              </a:cxn>
            </a:cxnLst>
            <a:rect l="0" t="0" r="r" b="b"/>
            <a:pathLst>
              <a:path w="256" h="220">
                <a:moveTo>
                  <a:pt x="196" y="176"/>
                </a:moveTo>
                <a:cubicBezTo>
                  <a:pt x="189" y="176"/>
                  <a:pt x="184" y="171"/>
                  <a:pt x="184" y="164"/>
                </a:cubicBezTo>
                <a:cubicBezTo>
                  <a:pt x="184" y="157"/>
                  <a:pt x="189" y="152"/>
                  <a:pt x="196" y="152"/>
                </a:cubicBezTo>
                <a:cubicBezTo>
                  <a:pt x="216" y="152"/>
                  <a:pt x="232" y="136"/>
                  <a:pt x="232" y="116"/>
                </a:cubicBezTo>
                <a:cubicBezTo>
                  <a:pt x="232" y="105"/>
                  <a:pt x="227" y="96"/>
                  <a:pt x="220" y="89"/>
                </a:cubicBezTo>
                <a:cubicBezTo>
                  <a:pt x="219" y="88"/>
                  <a:pt x="218" y="88"/>
                  <a:pt x="217" y="87"/>
                </a:cubicBezTo>
                <a:cubicBezTo>
                  <a:pt x="217" y="87"/>
                  <a:pt x="217" y="87"/>
                  <a:pt x="217" y="87"/>
                </a:cubicBezTo>
                <a:cubicBezTo>
                  <a:pt x="217" y="86"/>
                  <a:pt x="216" y="86"/>
                  <a:pt x="215" y="85"/>
                </a:cubicBezTo>
                <a:cubicBezTo>
                  <a:pt x="215" y="85"/>
                  <a:pt x="215" y="85"/>
                  <a:pt x="215" y="85"/>
                </a:cubicBezTo>
                <a:cubicBezTo>
                  <a:pt x="214" y="85"/>
                  <a:pt x="213" y="84"/>
                  <a:pt x="212" y="84"/>
                </a:cubicBezTo>
                <a:cubicBezTo>
                  <a:pt x="212" y="84"/>
                  <a:pt x="212" y="84"/>
                  <a:pt x="211" y="84"/>
                </a:cubicBezTo>
                <a:cubicBezTo>
                  <a:pt x="211" y="83"/>
                  <a:pt x="210" y="83"/>
                  <a:pt x="209" y="83"/>
                </a:cubicBezTo>
                <a:cubicBezTo>
                  <a:pt x="209" y="82"/>
                  <a:pt x="209" y="82"/>
                  <a:pt x="208" y="82"/>
                </a:cubicBezTo>
                <a:cubicBezTo>
                  <a:pt x="208" y="82"/>
                  <a:pt x="207" y="82"/>
                  <a:pt x="206" y="81"/>
                </a:cubicBezTo>
                <a:cubicBezTo>
                  <a:pt x="206" y="81"/>
                  <a:pt x="205" y="81"/>
                  <a:pt x="205" y="81"/>
                </a:cubicBezTo>
                <a:cubicBezTo>
                  <a:pt x="204" y="81"/>
                  <a:pt x="204" y="81"/>
                  <a:pt x="203" y="81"/>
                </a:cubicBezTo>
                <a:cubicBezTo>
                  <a:pt x="202" y="81"/>
                  <a:pt x="202" y="80"/>
                  <a:pt x="201" y="80"/>
                </a:cubicBezTo>
                <a:cubicBezTo>
                  <a:pt x="200" y="80"/>
                  <a:pt x="200" y="80"/>
                  <a:pt x="200" y="80"/>
                </a:cubicBezTo>
                <a:cubicBezTo>
                  <a:pt x="198" y="80"/>
                  <a:pt x="197" y="80"/>
                  <a:pt x="196" y="80"/>
                </a:cubicBezTo>
                <a:cubicBezTo>
                  <a:pt x="196" y="80"/>
                  <a:pt x="195" y="80"/>
                  <a:pt x="195" y="80"/>
                </a:cubicBezTo>
                <a:cubicBezTo>
                  <a:pt x="195" y="78"/>
                  <a:pt x="194" y="76"/>
                  <a:pt x="194" y="74"/>
                </a:cubicBezTo>
                <a:cubicBezTo>
                  <a:pt x="193" y="74"/>
                  <a:pt x="193" y="73"/>
                  <a:pt x="193" y="73"/>
                </a:cubicBezTo>
                <a:cubicBezTo>
                  <a:pt x="193" y="71"/>
                  <a:pt x="192" y="70"/>
                  <a:pt x="192" y="68"/>
                </a:cubicBezTo>
                <a:cubicBezTo>
                  <a:pt x="191" y="68"/>
                  <a:pt x="191" y="67"/>
                  <a:pt x="191" y="67"/>
                </a:cubicBezTo>
                <a:cubicBezTo>
                  <a:pt x="190" y="65"/>
                  <a:pt x="190" y="64"/>
                  <a:pt x="189" y="62"/>
                </a:cubicBezTo>
                <a:cubicBezTo>
                  <a:pt x="189" y="62"/>
                  <a:pt x="189" y="62"/>
                  <a:pt x="189" y="61"/>
                </a:cubicBezTo>
                <a:cubicBezTo>
                  <a:pt x="188" y="60"/>
                  <a:pt x="187" y="58"/>
                  <a:pt x="186" y="57"/>
                </a:cubicBezTo>
                <a:cubicBezTo>
                  <a:pt x="174" y="37"/>
                  <a:pt x="153" y="24"/>
                  <a:pt x="128" y="24"/>
                </a:cubicBezTo>
                <a:cubicBezTo>
                  <a:pt x="103" y="24"/>
                  <a:pt x="82" y="37"/>
                  <a:pt x="70" y="57"/>
                </a:cubicBezTo>
                <a:cubicBezTo>
                  <a:pt x="69" y="58"/>
                  <a:pt x="68" y="60"/>
                  <a:pt x="67" y="61"/>
                </a:cubicBezTo>
                <a:cubicBezTo>
                  <a:pt x="67" y="62"/>
                  <a:pt x="67" y="62"/>
                  <a:pt x="67" y="62"/>
                </a:cubicBezTo>
                <a:cubicBezTo>
                  <a:pt x="66" y="64"/>
                  <a:pt x="66" y="65"/>
                  <a:pt x="65" y="67"/>
                </a:cubicBezTo>
                <a:cubicBezTo>
                  <a:pt x="65" y="67"/>
                  <a:pt x="65" y="68"/>
                  <a:pt x="64" y="68"/>
                </a:cubicBezTo>
                <a:cubicBezTo>
                  <a:pt x="64" y="70"/>
                  <a:pt x="63" y="71"/>
                  <a:pt x="63" y="73"/>
                </a:cubicBezTo>
                <a:cubicBezTo>
                  <a:pt x="63" y="73"/>
                  <a:pt x="63" y="74"/>
                  <a:pt x="62" y="74"/>
                </a:cubicBezTo>
                <a:cubicBezTo>
                  <a:pt x="62" y="76"/>
                  <a:pt x="61" y="78"/>
                  <a:pt x="61" y="80"/>
                </a:cubicBezTo>
                <a:cubicBezTo>
                  <a:pt x="61" y="80"/>
                  <a:pt x="60" y="80"/>
                  <a:pt x="60" y="80"/>
                </a:cubicBezTo>
                <a:cubicBezTo>
                  <a:pt x="59" y="80"/>
                  <a:pt x="58" y="80"/>
                  <a:pt x="56" y="80"/>
                </a:cubicBezTo>
                <a:cubicBezTo>
                  <a:pt x="56" y="80"/>
                  <a:pt x="56" y="80"/>
                  <a:pt x="55" y="80"/>
                </a:cubicBezTo>
                <a:cubicBezTo>
                  <a:pt x="54" y="80"/>
                  <a:pt x="54" y="81"/>
                  <a:pt x="53" y="81"/>
                </a:cubicBezTo>
                <a:cubicBezTo>
                  <a:pt x="52" y="81"/>
                  <a:pt x="52" y="81"/>
                  <a:pt x="51" y="81"/>
                </a:cubicBezTo>
                <a:cubicBezTo>
                  <a:pt x="51" y="81"/>
                  <a:pt x="50" y="81"/>
                  <a:pt x="50" y="81"/>
                </a:cubicBezTo>
                <a:cubicBezTo>
                  <a:pt x="49" y="82"/>
                  <a:pt x="48" y="82"/>
                  <a:pt x="48" y="82"/>
                </a:cubicBezTo>
                <a:cubicBezTo>
                  <a:pt x="47" y="82"/>
                  <a:pt x="47" y="82"/>
                  <a:pt x="47" y="83"/>
                </a:cubicBezTo>
                <a:cubicBezTo>
                  <a:pt x="46" y="83"/>
                  <a:pt x="45" y="83"/>
                  <a:pt x="45" y="84"/>
                </a:cubicBezTo>
                <a:cubicBezTo>
                  <a:pt x="44" y="84"/>
                  <a:pt x="44" y="84"/>
                  <a:pt x="44" y="84"/>
                </a:cubicBezTo>
                <a:cubicBezTo>
                  <a:pt x="43" y="84"/>
                  <a:pt x="42" y="85"/>
                  <a:pt x="41" y="85"/>
                </a:cubicBezTo>
                <a:cubicBezTo>
                  <a:pt x="41" y="85"/>
                  <a:pt x="41" y="85"/>
                  <a:pt x="41" y="85"/>
                </a:cubicBezTo>
                <a:cubicBezTo>
                  <a:pt x="40" y="86"/>
                  <a:pt x="39" y="86"/>
                  <a:pt x="39" y="87"/>
                </a:cubicBezTo>
                <a:cubicBezTo>
                  <a:pt x="39" y="87"/>
                  <a:pt x="39" y="87"/>
                  <a:pt x="39" y="87"/>
                </a:cubicBezTo>
                <a:cubicBezTo>
                  <a:pt x="38" y="88"/>
                  <a:pt x="37" y="88"/>
                  <a:pt x="36" y="89"/>
                </a:cubicBezTo>
                <a:cubicBezTo>
                  <a:pt x="29" y="96"/>
                  <a:pt x="24" y="105"/>
                  <a:pt x="24" y="116"/>
                </a:cubicBezTo>
                <a:cubicBezTo>
                  <a:pt x="24" y="136"/>
                  <a:pt x="40" y="152"/>
                  <a:pt x="60" y="152"/>
                </a:cubicBezTo>
                <a:cubicBezTo>
                  <a:pt x="67" y="152"/>
                  <a:pt x="72" y="157"/>
                  <a:pt x="72" y="164"/>
                </a:cubicBezTo>
                <a:cubicBezTo>
                  <a:pt x="72" y="171"/>
                  <a:pt x="67" y="176"/>
                  <a:pt x="60" y="176"/>
                </a:cubicBezTo>
                <a:cubicBezTo>
                  <a:pt x="27" y="176"/>
                  <a:pt x="0" y="149"/>
                  <a:pt x="0" y="116"/>
                </a:cubicBezTo>
                <a:cubicBezTo>
                  <a:pt x="0" y="89"/>
                  <a:pt x="18" y="66"/>
                  <a:pt x="42" y="59"/>
                </a:cubicBezTo>
                <a:cubicBezTo>
                  <a:pt x="56" y="24"/>
                  <a:pt x="89" y="0"/>
                  <a:pt x="128" y="0"/>
                </a:cubicBezTo>
                <a:cubicBezTo>
                  <a:pt x="167" y="0"/>
                  <a:pt x="200" y="24"/>
                  <a:pt x="214" y="59"/>
                </a:cubicBezTo>
                <a:cubicBezTo>
                  <a:pt x="238" y="66"/>
                  <a:pt x="256" y="89"/>
                  <a:pt x="256" y="116"/>
                </a:cubicBezTo>
                <a:cubicBezTo>
                  <a:pt x="256" y="149"/>
                  <a:pt x="229" y="176"/>
                  <a:pt x="196" y="176"/>
                </a:cubicBezTo>
                <a:moveTo>
                  <a:pt x="83" y="148"/>
                </a:moveTo>
                <a:cubicBezTo>
                  <a:pt x="119" y="108"/>
                  <a:pt x="119" y="108"/>
                  <a:pt x="119" y="108"/>
                </a:cubicBezTo>
                <a:cubicBezTo>
                  <a:pt x="119" y="108"/>
                  <a:pt x="119" y="108"/>
                  <a:pt x="119" y="108"/>
                </a:cubicBezTo>
                <a:cubicBezTo>
                  <a:pt x="121" y="106"/>
                  <a:pt x="124" y="104"/>
                  <a:pt x="128" y="104"/>
                </a:cubicBezTo>
                <a:cubicBezTo>
                  <a:pt x="132" y="104"/>
                  <a:pt x="135" y="106"/>
                  <a:pt x="137" y="108"/>
                </a:cubicBezTo>
                <a:cubicBezTo>
                  <a:pt x="137" y="108"/>
                  <a:pt x="137" y="108"/>
                  <a:pt x="137" y="108"/>
                </a:cubicBezTo>
                <a:cubicBezTo>
                  <a:pt x="173" y="148"/>
                  <a:pt x="173" y="148"/>
                  <a:pt x="173" y="148"/>
                </a:cubicBezTo>
                <a:cubicBezTo>
                  <a:pt x="173" y="148"/>
                  <a:pt x="173" y="148"/>
                  <a:pt x="173" y="148"/>
                </a:cubicBezTo>
                <a:cubicBezTo>
                  <a:pt x="175" y="150"/>
                  <a:pt x="176" y="153"/>
                  <a:pt x="176" y="156"/>
                </a:cubicBezTo>
                <a:cubicBezTo>
                  <a:pt x="176" y="163"/>
                  <a:pt x="171" y="168"/>
                  <a:pt x="164" y="168"/>
                </a:cubicBezTo>
                <a:cubicBezTo>
                  <a:pt x="160" y="168"/>
                  <a:pt x="157" y="166"/>
                  <a:pt x="155" y="164"/>
                </a:cubicBezTo>
                <a:cubicBezTo>
                  <a:pt x="155" y="164"/>
                  <a:pt x="155" y="164"/>
                  <a:pt x="155" y="164"/>
                </a:cubicBezTo>
                <a:cubicBezTo>
                  <a:pt x="140" y="147"/>
                  <a:pt x="140" y="147"/>
                  <a:pt x="140" y="147"/>
                </a:cubicBezTo>
                <a:cubicBezTo>
                  <a:pt x="140" y="208"/>
                  <a:pt x="140" y="208"/>
                  <a:pt x="140" y="208"/>
                </a:cubicBezTo>
                <a:cubicBezTo>
                  <a:pt x="140" y="215"/>
                  <a:pt x="135" y="220"/>
                  <a:pt x="128" y="220"/>
                </a:cubicBezTo>
                <a:cubicBezTo>
                  <a:pt x="121" y="220"/>
                  <a:pt x="116" y="215"/>
                  <a:pt x="116" y="208"/>
                </a:cubicBezTo>
                <a:cubicBezTo>
                  <a:pt x="116" y="147"/>
                  <a:pt x="116" y="147"/>
                  <a:pt x="116" y="147"/>
                </a:cubicBezTo>
                <a:cubicBezTo>
                  <a:pt x="101" y="164"/>
                  <a:pt x="101" y="164"/>
                  <a:pt x="101" y="164"/>
                </a:cubicBezTo>
                <a:cubicBezTo>
                  <a:pt x="101" y="164"/>
                  <a:pt x="101" y="164"/>
                  <a:pt x="101" y="164"/>
                </a:cubicBezTo>
                <a:cubicBezTo>
                  <a:pt x="99" y="166"/>
                  <a:pt x="96" y="168"/>
                  <a:pt x="92" y="168"/>
                </a:cubicBezTo>
                <a:cubicBezTo>
                  <a:pt x="85" y="168"/>
                  <a:pt x="80" y="163"/>
                  <a:pt x="80" y="156"/>
                </a:cubicBezTo>
                <a:cubicBezTo>
                  <a:pt x="80" y="153"/>
                  <a:pt x="81" y="150"/>
                  <a:pt x="83" y="148"/>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4" name="Freeform 85"/>
          <p:cNvSpPr>
            <a:spLocks noEditPoints="1"/>
          </p:cNvSpPr>
          <p:nvPr/>
        </p:nvSpPr>
        <p:spPr bwMode="auto">
          <a:xfrm>
            <a:off x="8396445" y="2108831"/>
            <a:ext cx="527051" cy="478367"/>
          </a:xfrm>
          <a:custGeom>
            <a:avLst/>
            <a:gdLst/>
            <a:ahLst/>
            <a:cxnLst>
              <a:cxn ang="0">
                <a:pos x="236" y="184"/>
              </a:cxn>
              <a:cxn ang="0">
                <a:pos x="176" y="184"/>
              </a:cxn>
              <a:cxn ang="0">
                <a:pos x="160" y="184"/>
              </a:cxn>
              <a:cxn ang="0">
                <a:pos x="160" y="204"/>
              </a:cxn>
              <a:cxn ang="0">
                <a:pos x="176" y="220"/>
              </a:cxn>
              <a:cxn ang="0">
                <a:pos x="176" y="224"/>
              </a:cxn>
              <a:cxn ang="0">
                <a:pos x="72" y="224"/>
              </a:cxn>
              <a:cxn ang="0">
                <a:pos x="72" y="220"/>
              </a:cxn>
              <a:cxn ang="0">
                <a:pos x="88" y="204"/>
              </a:cxn>
              <a:cxn ang="0">
                <a:pos x="88" y="184"/>
              </a:cxn>
              <a:cxn ang="0">
                <a:pos x="72" y="184"/>
              </a:cxn>
              <a:cxn ang="0">
                <a:pos x="12" y="184"/>
              </a:cxn>
              <a:cxn ang="0">
                <a:pos x="0" y="172"/>
              </a:cxn>
              <a:cxn ang="0">
                <a:pos x="0" y="12"/>
              </a:cxn>
              <a:cxn ang="0">
                <a:pos x="12" y="0"/>
              </a:cxn>
              <a:cxn ang="0">
                <a:pos x="236" y="0"/>
              </a:cxn>
              <a:cxn ang="0">
                <a:pos x="248" y="12"/>
              </a:cxn>
              <a:cxn ang="0">
                <a:pos x="248" y="172"/>
              </a:cxn>
              <a:cxn ang="0">
                <a:pos x="236" y="184"/>
              </a:cxn>
              <a:cxn ang="0">
                <a:pos x="232" y="16"/>
              </a:cxn>
              <a:cxn ang="0">
                <a:pos x="16" y="16"/>
              </a:cxn>
              <a:cxn ang="0">
                <a:pos x="16" y="152"/>
              </a:cxn>
              <a:cxn ang="0">
                <a:pos x="232" y="152"/>
              </a:cxn>
              <a:cxn ang="0">
                <a:pos x="232" y="16"/>
              </a:cxn>
            </a:cxnLst>
            <a:rect l="0" t="0" r="r" b="b"/>
            <a:pathLst>
              <a:path w="248" h="224">
                <a:moveTo>
                  <a:pt x="236" y="184"/>
                </a:moveTo>
                <a:cubicBezTo>
                  <a:pt x="176" y="184"/>
                  <a:pt x="176" y="184"/>
                  <a:pt x="176" y="184"/>
                </a:cubicBezTo>
                <a:cubicBezTo>
                  <a:pt x="160" y="184"/>
                  <a:pt x="160" y="184"/>
                  <a:pt x="160" y="184"/>
                </a:cubicBezTo>
                <a:cubicBezTo>
                  <a:pt x="160" y="204"/>
                  <a:pt x="160" y="204"/>
                  <a:pt x="160" y="204"/>
                </a:cubicBezTo>
                <a:cubicBezTo>
                  <a:pt x="176" y="220"/>
                  <a:pt x="176" y="220"/>
                  <a:pt x="176" y="220"/>
                </a:cubicBezTo>
                <a:cubicBezTo>
                  <a:pt x="176" y="224"/>
                  <a:pt x="176" y="224"/>
                  <a:pt x="176" y="224"/>
                </a:cubicBezTo>
                <a:cubicBezTo>
                  <a:pt x="72" y="224"/>
                  <a:pt x="72" y="224"/>
                  <a:pt x="72" y="224"/>
                </a:cubicBezTo>
                <a:cubicBezTo>
                  <a:pt x="72" y="220"/>
                  <a:pt x="72" y="220"/>
                  <a:pt x="72" y="220"/>
                </a:cubicBezTo>
                <a:cubicBezTo>
                  <a:pt x="88" y="204"/>
                  <a:pt x="88" y="204"/>
                  <a:pt x="88" y="204"/>
                </a:cubicBezTo>
                <a:cubicBezTo>
                  <a:pt x="88" y="184"/>
                  <a:pt x="88" y="184"/>
                  <a:pt x="88" y="184"/>
                </a:cubicBezTo>
                <a:cubicBezTo>
                  <a:pt x="72" y="184"/>
                  <a:pt x="72" y="184"/>
                  <a:pt x="72" y="184"/>
                </a:cubicBezTo>
                <a:cubicBezTo>
                  <a:pt x="12" y="184"/>
                  <a:pt x="12" y="184"/>
                  <a:pt x="12" y="184"/>
                </a:cubicBezTo>
                <a:cubicBezTo>
                  <a:pt x="5" y="184"/>
                  <a:pt x="0" y="179"/>
                  <a:pt x="0" y="172"/>
                </a:cubicBezTo>
                <a:cubicBezTo>
                  <a:pt x="0" y="12"/>
                  <a:pt x="0" y="12"/>
                  <a:pt x="0" y="12"/>
                </a:cubicBezTo>
                <a:cubicBezTo>
                  <a:pt x="0" y="5"/>
                  <a:pt x="5" y="0"/>
                  <a:pt x="12" y="0"/>
                </a:cubicBezTo>
                <a:cubicBezTo>
                  <a:pt x="236" y="0"/>
                  <a:pt x="236" y="0"/>
                  <a:pt x="236" y="0"/>
                </a:cubicBezTo>
                <a:cubicBezTo>
                  <a:pt x="243" y="0"/>
                  <a:pt x="248" y="5"/>
                  <a:pt x="248" y="12"/>
                </a:cubicBezTo>
                <a:cubicBezTo>
                  <a:pt x="248" y="172"/>
                  <a:pt x="248" y="172"/>
                  <a:pt x="248" y="172"/>
                </a:cubicBezTo>
                <a:cubicBezTo>
                  <a:pt x="248" y="179"/>
                  <a:pt x="243" y="184"/>
                  <a:pt x="236" y="184"/>
                </a:cubicBezTo>
                <a:moveTo>
                  <a:pt x="232" y="16"/>
                </a:moveTo>
                <a:cubicBezTo>
                  <a:pt x="16" y="16"/>
                  <a:pt x="16" y="16"/>
                  <a:pt x="16" y="16"/>
                </a:cubicBezTo>
                <a:cubicBezTo>
                  <a:pt x="16" y="152"/>
                  <a:pt x="16" y="152"/>
                  <a:pt x="16" y="152"/>
                </a:cubicBezTo>
                <a:cubicBezTo>
                  <a:pt x="232" y="152"/>
                  <a:pt x="232" y="152"/>
                  <a:pt x="232" y="152"/>
                </a:cubicBezTo>
                <a:lnTo>
                  <a:pt x="232" y="16"/>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5" name="Freeform 88"/>
          <p:cNvSpPr>
            <a:spLocks noEditPoints="1"/>
          </p:cNvSpPr>
          <p:nvPr/>
        </p:nvSpPr>
        <p:spPr bwMode="auto">
          <a:xfrm>
            <a:off x="3298281" y="5645701"/>
            <a:ext cx="289984" cy="493184"/>
          </a:xfrm>
          <a:custGeom>
            <a:avLst/>
            <a:gdLst/>
            <a:ahLst/>
            <a:cxnLst>
              <a:cxn ang="0">
                <a:pos x="124" y="232"/>
              </a:cxn>
              <a:cxn ang="0">
                <a:pos x="12" y="232"/>
              </a:cxn>
              <a:cxn ang="0">
                <a:pos x="0" y="220"/>
              </a:cxn>
              <a:cxn ang="0">
                <a:pos x="0" y="12"/>
              </a:cxn>
              <a:cxn ang="0">
                <a:pos x="12" y="0"/>
              </a:cxn>
              <a:cxn ang="0">
                <a:pos x="124" y="0"/>
              </a:cxn>
              <a:cxn ang="0">
                <a:pos x="136" y="12"/>
              </a:cxn>
              <a:cxn ang="0">
                <a:pos x="136" y="220"/>
              </a:cxn>
              <a:cxn ang="0">
                <a:pos x="124" y="232"/>
              </a:cxn>
              <a:cxn ang="0">
                <a:pos x="68" y="220"/>
              </a:cxn>
              <a:cxn ang="0">
                <a:pos x="76" y="212"/>
              </a:cxn>
              <a:cxn ang="0">
                <a:pos x="68" y="204"/>
              </a:cxn>
              <a:cxn ang="0">
                <a:pos x="60" y="212"/>
              </a:cxn>
              <a:cxn ang="0">
                <a:pos x="68" y="220"/>
              </a:cxn>
              <a:cxn ang="0">
                <a:pos x="124" y="24"/>
              </a:cxn>
              <a:cxn ang="0">
                <a:pos x="120" y="24"/>
              </a:cxn>
              <a:cxn ang="0">
                <a:pos x="16" y="24"/>
              </a:cxn>
              <a:cxn ang="0">
                <a:pos x="12" y="24"/>
              </a:cxn>
              <a:cxn ang="0">
                <a:pos x="12" y="192"/>
              </a:cxn>
              <a:cxn ang="0">
                <a:pos x="16" y="192"/>
              </a:cxn>
              <a:cxn ang="0">
                <a:pos x="120" y="192"/>
              </a:cxn>
              <a:cxn ang="0">
                <a:pos x="124" y="192"/>
              </a:cxn>
              <a:cxn ang="0">
                <a:pos x="124" y="24"/>
              </a:cxn>
            </a:cxnLst>
            <a:rect l="0" t="0" r="r" b="b"/>
            <a:pathLst>
              <a:path w="136" h="232">
                <a:moveTo>
                  <a:pt x="124" y="232"/>
                </a:moveTo>
                <a:cubicBezTo>
                  <a:pt x="12" y="232"/>
                  <a:pt x="12" y="232"/>
                  <a:pt x="12" y="232"/>
                </a:cubicBezTo>
                <a:cubicBezTo>
                  <a:pt x="5" y="232"/>
                  <a:pt x="0" y="227"/>
                  <a:pt x="0" y="220"/>
                </a:cubicBezTo>
                <a:cubicBezTo>
                  <a:pt x="0" y="12"/>
                  <a:pt x="0" y="12"/>
                  <a:pt x="0" y="12"/>
                </a:cubicBezTo>
                <a:cubicBezTo>
                  <a:pt x="0" y="5"/>
                  <a:pt x="5" y="0"/>
                  <a:pt x="12" y="0"/>
                </a:cubicBezTo>
                <a:cubicBezTo>
                  <a:pt x="124" y="0"/>
                  <a:pt x="124" y="0"/>
                  <a:pt x="124" y="0"/>
                </a:cubicBezTo>
                <a:cubicBezTo>
                  <a:pt x="131" y="0"/>
                  <a:pt x="136" y="5"/>
                  <a:pt x="136" y="12"/>
                </a:cubicBezTo>
                <a:cubicBezTo>
                  <a:pt x="136" y="220"/>
                  <a:pt x="136" y="220"/>
                  <a:pt x="136" y="220"/>
                </a:cubicBezTo>
                <a:cubicBezTo>
                  <a:pt x="136" y="227"/>
                  <a:pt x="131" y="232"/>
                  <a:pt x="124" y="232"/>
                </a:cubicBezTo>
                <a:moveTo>
                  <a:pt x="68" y="220"/>
                </a:moveTo>
                <a:cubicBezTo>
                  <a:pt x="72" y="220"/>
                  <a:pt x="76" y="216"/>
                  <a:pt x="76" y="212"/>
                </a:cubicBezTo>
                <a:cubicBezTo>
                  <a:pt x="76" y="208"/>
                  <a:pt x="72" y="204"/>
                  <a:pt x="68" y="204"/>
                </a:cubicBezTo>
                <a:cubicBezTo>
                  <a:pt x="64" y="204"/>
                  <a:pt x="60" y="208"/>
                  <a:pt x="60" y="212"/>
                </a:cubicBezTo>
                <a:cubicBezTo>
                  <a:pt x="60" y="216"/>
                  <a:pt x="64" y="220"/>
                  <a:pt x="68" y="220"/>
                </a:cubicBezTo>
                <a:moveTo>
                  <a:pt x="124" y="24"/>
                </a:moveTo>
                <a:cubicBezTo>
                  <a:pt x="120" y="24"/>
                  <a:pt x="120" y="24"/>
                  <a:pt x="120" y="24"/>
                </a:cubicBezTo>
                <a:cubicBezTo>
                  <a:pt x="16" y="24"/>
                  <a:pt x="16" y="24"/>
                  <a:pt x="16" y="24"/>
                </a:cubicBezTo>
                <a:cubicBezTo>
                  <a:pt x="12" y="24"/>
                  <a:pt x="12" y="24"/>
                  <a:pt x="12" y="24"/>
                </a:cubicBezTo>
                <a:cubicBezTo>
                  <a:pt x="12" y="192"/>
                  <a:pt x="12" y="192"/>
                  <a:pt x="12" y="192"/>
                </a:cubicBezTo>
                <a:cubicBezTo>
                  <a:pt x="16" y="192"/>
                  <a:pt x="16" y="192"/>
                  <a:pt x="16" y="192"/>
                </a:cubicBezTo>
                <a:cubicBezTo>
                  <a:pt x="120" y="192"/>
                  <a:pt x="120" y="192"/>
                  <a:pt x="120" y="192"/>
                </a:cubicBezTo>
                <a:cubicBezTo>
                  <a:pt x="124" y="192"/>
                  <a:pt x="124" y="192"/>
                  <a:pt x="124" y="192"/>
                </a:cubicBezTo>
                <a:lnTo>
                  <a:pt x="124" y="24"/>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7" name="Oval 56"/>
          <p:cNvSpPr/>
          <p:nvPr/>
        </p:nvSpPr>
        <p:spPr bwMode="auto">
          <a:xfrm>
            <a:off x="2999553" y="3653857"/>
            <a:ext cx="898480" cy="898480"/>
          </a:xfrm>
          <a:prstGeom prst="ellipse">
            <a:avLst/>
          </a:prstGeom>
          <a:noFill/>
          <a:ln w="19050">
            <a:solidFill>
              <a:schemeClr val="bg1"/>
            </a:solidFill>
            <a:round/>
            <a:headEnd/>
            <a:tailEnd/>
          </a:ln>
        </p:spPr>
        <p:txBody>
          <a:bodyPr vert="horz" wrap="square" lIns="121920" tIns="60960" rIns="121920" bIns="60960" numCol="1" rtlCol="0" anchor="t" anchorCtr="0" compatLnSpc="1">
            <a:prstTxWarp prst="textNoShape">
              <a:avLst/>
            </a:prstTxWarp>
          </a:bodyPr>
          <a:lstStyle/>
          <a:p>
            <a:pPr algn="ctr"/>
            <a:endParaRPr lang="en-US" sz="3200" dirty="0"/>
          </a:p>
        </p:txBody>
      </p:sp>
      <p:sp>
        <p:nvSpPr>
          <p:cNvPr id="58" name="Oval 57"/>
          <p:cNvSpPr/>
          <p:nvPr/>
        </p:nvSpPr>
        <p:spPr bwMode="auto">
          <a:xfrm>
            <a:off x="2999553" y="5443053"/>
            <a:ext cx="898480" cy="898480"/>
          </a:xfrm>
          <a:prstGeom prst="ellipse">
            <a:avLst/>
          </a:prstGeom>
          <a:noFill/>
          <a:ln w="19050">
            <a:solidFill>
              <a:schemeClr val="bg1"/>
            </a:solidFill>
            <a:round/>
            <a:headEnd/>
            <a:tailEnd/>
          </a:ln>
        </p:spPr>
        <p:txBody>
          <a:bodyPr vert="horz" wrap="square" lIns="121920" tIns="60960" rIns="121920" bIns="60960" numCol="1" rtlCol="0" anchor="t" anchorCtr="0" compatLnSpc="1">
            <a:prstTxWarp prst="textNoShape">
              <a:avLst/>
            </a:prstTxWarp>
          </a:bodyPr>
          <a:lstStyle/>
          <a:p>
            <a:pPr algn="ctr"/>
            <a:endParaRPr lang="en-US" sz="3200" dirty="0"/>
          </a:p>
        </p:txBody>
      </p:sp>
      <p:sp>
        <p:nvSpPr>
          <p:cNvPr id="60" name="Oval 59"/>
          <p:cNvSpPr/>
          <p:nvPr/>
        </p:nvSpPr>
        <p:spPr bwMode="auto">
          <a:xfrm>
            <a:off x="8214531" y="3653857"/>
            <a:ext cx="898480" cy="898480"/>
          </a:xfrm>
          <a:prstGeom prst="ellipse">
            <a:avLst/>
          </a:prstGeom>
          <a:noFill/>
          <a:ln w="19050">
            <a:solidFill>
              <a:schemeClr val="bg1"/>
            </a:solidFill>
            <a:round/>
            <a:headEnd/>
            <a:tailEnd/>
          </a:ln>
        </p:spPr>
        <p:txBody>
          <a:bodyPr vert="horz" wrap="square" lIns="121920" tIns="60960" rIns="121920" bIns="60960" numCol="1" rtlCol="0" anchor="t" anchorCtr="0" compatLnSpc="1">
            <a:prstTxWarp prst="textNoShape">
              <a:avLst/>
            </a:prstTxWarp>
          </a:bodyPr>
          <a:lstStyle/>
          <a:p>
            <a:pPr algn="ctr"/>
            <a:endParaRPr lang="en-US" sz="3200" dirty="0"/>
          </a:p>
        </p:txBody>
      </p:sp>
      <p:sp>
        <p:nvSpPr>
          <p:cNvPr id="17" name="Légende : flèche vers le bas 16">
            <a:extLst>
              <a:ext uri="{FF2B5EF4-FFF2-40B4-BE49-F238E27FC236}">
                <a16:creationId xmlns:a16="http://schemas.microsoft.com/office/drawing/2014/main" xmlns="" id="{61CC0604-577E-48E1-33DC-233F4F6FF475}"/>
              </a:ext>
            </a:extLst>
          </p:cNvPr>
          <p:cNvSpPr/>
          <p:nvPr/>
        </p:nvSpPr>
        <p:spPr>
          <a:xfrm>
            <a:off x="353220" y="1232093"/>
            <a:ext cx="6316016" cy="5245050"/>
          </a:xfrm>
          <a:prstGeom prst="downArrowCallout">
            <a:avLst/>
          </a:prstGeom>
          <a:ln>
            <a:noFill/>
          </a:ln>
        </p:spPr>
        <p:style>
          <a:lnRef idx="2">
            <a:schemeClr val="accent3"/>
          </a:lnRef>
          <a:fillRef idx="1">
            <a:schemeClr val="lt1"/>
          </a:fillRef>
          <a:effectRef idx="0">
            <a:schemeClr val="accent3"/>
          </a:effectRef>
          <a:fontRef idx="minor">
            <a:schemeClr val="dk1"/>
          </a:fontRef>
        </p:style>
        <p:txBody>
          <a:bodyPr rtlCol="0" anchor="ctr"/>
          <a:lstStyle/>
          <a:p>
            <a:pPr algn="just"/>
            <a:endParaRPr lang="fr-FR" sz="2200" b="1" dirty="0">
              <a:solidFill>
                <a:srgbClr val="0070C0"/>
              </a:solidFill>
              <a:latin typeface="Century Gothic" panose="020B0502020202020204" pitchFamily="34" charset="0"/>
            </a:endParaRPr>
          </a:p>
          <a:p>
            <a:pPr algn="just"/>
            <a:endParaRPr lang="fr-FR" sz="2700" b="1" dirty="0">
              <a:solidFill>
                <a:srgbClr val="0070C0"/>
              </a:solidFill>
              <a:latin typeface="Century Gothic" panose="020B0502020202020204" pitchFamily="34" charset="0"/>
            </a:endParaRPr>
          </a:p>
          <a:p>
            <a:pPr algn="just"/>
            <a:endParaRPr lang="fr-FR" sz="2700" b="1" dirty="0">
              <a:solidFill>
                <a:srgbClr val="0070C0"/>
              </a:solidFill>
              <a:latin typeface="Century Gothic" panose="020B0502020202020204" pitchFamily="34" charset="0"/>
            </a:endParaRPr>
          </a:p>
          <a:p>
            <a:pPr algn="just"/>
            <a:endParaRPr lang="fr-FR" b="1" dirty="0">
              <a:solidFill>
                <a:schemeClr val="tx1"/>
              </a:solidFill>
              <a:latin typeface="Century Gothic" panose="020B0502020202020204" pitchFamily="34" charset="0"/>
            </a:endParaRPr>
          </a:p>
          <a:p>
            <a:pPr algn="just"/>
            <a:r>
              <a:rPr lang="fr-FR" sz="2300" b="1" dirty="0">
                <a:solidFill>
                  <a:schemeClr val="tx1"/>
                </a:solidFill>
                <a:latin typeface="Century Gothic" panose="020B0502020202020204" pitchFamily="34" charset="0"/>
              </a:rPr>
              <a:t>Un marché financier est un lieu, physique ou virtuel sur lequel les personnes physiques, morales privées ainsi que des institutions publiques peuvent négocier des titres financiers. C’est donc un marché sur lequel s’échangent les valeurs mobilières et divers produits ou instruments financiers.</a:t>
            </a:r>
          </a:p>
          <a:p>
            <a:pPr algn="just"/>
            <a:endParaRPr lang="fr-FR" b="1" dirty="0">
              <a:solidFill>
                <a:schemeClr val="tx1"/>
              </a:solidFill>
              <a:latin typeface="Century Gothic" panose="020B0502020202020204" pitchFamily="34" charset="0"/>
            </a:endParaRPr>
          </a:p>
          <a:p>
            <a:pPr algn="just"/>
            <a:r>
              <a:rPr lang="fr-FR" b="1" dirty="0">
                <a:solidFill>
                  <a:schemeClr val="accent3"/>
                </a:solidFill>
                <a:latin typeface="Century Gothic" panose="020B0502020202020204" pitchFamily="34" charset="0"/>
              </a:rPr>
              <a:t>Le marché financier commun au huit (08) pays de l’UMOA est la BRVM ou nous pouvons acheter et vendre :</a:t>
            </a:r>
          </a:p>
          <a:p>
            <a:pPr marL="342900" indent="-342900" algn="just">
              <a:buFont typeface="Wingdings" panose="05000000000000000000" pitchFamily="2" charset="2"/>
              <a:buChar char="Ø"/>
            </a:pPr>
            <a:r>
              <a:rPr lang="fr-FR" b="1" i="1" dirty="0">
                <a:solidFill>
                  <a:schemeClr val="accent3"/>
                </a:solidFill>
                <a:latin typeface="Century Gothic" panose="020B0502020202020204" pitchFamily="34" charset="0"/>
              </a:rPr>
              <a:t>Les actions</a:t>
            </a:r>
          </a:p>
          <a:p>
            <a:pPr marL="342900" indent="-342900" algn="just">
              <a:buFont typeface="Wingdings" panose="05000000000000000000" pitchFamily="2" charset="2"/>
              <a:buChar char="Ø"/>
            </a:pPr>
            <a:r>
              <a:rPr lang="fr-FR" b="1" i="1" dirty="0">
                <a:solidFill>
                  <a:schemeClr val="accent3"/>
                </a:solidFill>
                <a:latin typeface="Century Gothic" panose="020B0502020202020204" pitchFamily="34" charset="0"/>
              </a:rPr>
              <a:t>Les obligations</a:t>
            </a:r>
          </a:p>
          <a:p>
            <a:pPr marL="342900" indent="-342900" algn="just">
              <a:buFont typeface="Wingdings" panose="05000000000000000000" pitchFamily="2" charset="2"/>
              <a:buChar char="Ø"/>
            </a:pPr>
            <a:r>
              <a:rPr lang="fr-FR" b="1" i="1" dirty="0">
                <a:solidFill>
                  <a:schemeClr val="accent3"/>
                </a:solidFill>
                <a:latin typeface="Century Gothic" panose="020B0502020202020204" pitchFamily="34" charset="0"/>
              </a:rPr>
              <a:t>Autres produits financiers </a:t>
            </a:r>
            <a:r>
              <a:rPr lang="fr-FR" sz="1400" b="1" i="1" dirty="0">
                <a:solidFill>
                  <a:schemeClr val="accent3"/>
                </a:solidFill>
                <a:latin typeface="Century Gothic" panose="020B0502020202020204" pitchFamily="34" charset="0"/>
              </a:rPr>
              <a:t>(FCP,FCTC,BAT,OAT)</a:t>
            </a:r>
          </a:p>
        </p:txBody>
      </p:sp>
      <p:sp>
        <p:nvSpPr>
          <p:cNvPr id="21" name="Title 1">
            <a:extLst>
              <a:ext uri="{FF2B5EF4-FFF2-40B4-BE49-F238E27FC236}">
                <a16:creationId xmlns:a16="http://schemas.microsoft.com/office/drawing/2014/main" xmlns="" id="{C57EE2D4-4A64-BB07-0016-2A5EB00F8F03}"/>
              </a:ext>
            </a:extLst>
          </p:cNvPr>
          <p:cNvSpPr txBox="1">
            <a:spLocks/>
          </p:cNvSpPr>
          <p:nvPr/>
        </p:nvSpPr>
        <p:spPr>
          <a:xfrm>
            <a:off x="1727200" y="518731"/>
            <a:ext cx="10464800" cy="406400"/>
          </a:xfrm>
          <a:prstGeom prst="rect">
            <a:avLst/>
          </a:prstGeom>
        </p:spPr>
        <p:style>
          <a:lnRef idx="1">
            <a:schemeClr val="accent3"/>
          </a:lnRef>
          <a:fillRef idx="2">
            <a:schemeClr val="accent3"/>
          </a:fillRef>
          <a:effectRef idx="1">
            <a:schemeClr val="accent3"/>
          </a:effectRef>
          <a:fontRef idx="minor">
            <a:schemeClr val="dk1"/>
          </a:fontRef>
        </p:style>
        <p:txBody>
          <a:bodyPr lIns="0" tIns="0" rIns="0" bIns="0" anchor="ctr"/>
          <a:lstStyle>
            <a:lvl1pPr algn="ctr" defTabSz="1219170" rtl="0" eaLnBrk="1" latinLnBrk="0" hangingPunct="1">
              <a:spcBef>
                <a:spcPct val="0"/>
              </a:spcBef>
              <a:buNone/>
              <a:defRPr sz="4267" kern="1200">
                <a:solidFill>
                  <a:schemeClr val="bg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2000" b="1" dirty="0">
                <a:solidFill>
                  <a:schemeClr val="tx1"/>
                </a:solidFill>
                <a:latin typeface="Century Gothic" panose="020B0502020202020204" pitchFamily="34" charset="0"/>
              </a:rPr>
              <a:t>2. </a:t>
            </a:r>
            <a:r>
              <a:rPr lang="fr-FR" sz="2000" b="1" dirty="0">
                <a:solidFill>
                  <a:schemeClr val="tx1"/>
                </a:solidFill>
                <a:latin typeface="Century Gothic" panose="020B0502020202020204" pitchFamily="34" charset="0"/>
              </a:rPr>
              <a:t>Qu’est-ce qu’un Marché Financier ?</a:t>
            </a:r>
          </a:p>
        </p:txBody>
      </p:sp>
      <p:pic>
        <p:nvPicPr>
          <p:cNvPr id="10" name="Image 9" descr="Une image contenant dessin, croquis, texte, illustration&#10;&#10;Description générée automatiquement">
            <a:extLst>
              <a:ext uri="{FF2B5EF4-FFF2-40B4-BE49-F238E27FC236}">
                <a16:creationId xmlns:a16="http://schemas.microsoft.com/office/drawing/2014/main" xmlns="" id="{7A910986-DE61-CE5C-446A-CCB41429B81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68138" y="1232093"/>
            <a:ext cx="4697680" cy="2307723"/>
          </a:xfrm>
          <a:prstGeom prst="rect">
            <a:avLst/>
          </a:prstGeom>
        </p:spPr>
      </p:pic>
      <p:pic>
        <p:nvPicPr>
          <p:cNvPr id="12" name="Image 11" descr="Une image contenant texte, capture d’écran, Police, ligne&#10;&#10;Description générée automatiquement">
            <a:extLst>
              <a:ext uri="{FF2B5EF4-FFF2-40B4-BE49-F238E27FC236}">
                <a16:creationId xmlns:a16="http://schemas.microsoft.com/office/drawing/2014/main" xmlns="" id="{7CB397FF-717D-C3E3-FE2D-2460892EF1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5877" y="3772097"/>
            <a:ext cx="4580324" cy="2705046"/>
          </a:xfrm>
          <a:prstGeom prst="rect">
            <a:avLst/>
          </a:prstGeom>
        </p:spPr>
      </p:pic>
    </p:spTree>
    <p:extLst>
      <p:ext uri="{BB962C8B-B14F-4D97-AF65-F5344CB8AC3E}">
        <p14:creationId xmlns:p14="http://schemas.microsoft.com/office/powerpoint/2010/main" val="364555217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right)">
                                      <p:cBhvr>
                                        <p:cTn id="7" dur="500"/>
                                        <p:tgtEl>
                                          <p:spTgt spid="2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50"/>
                                        </p:tgtEl>
                                        <p:attrNameLst>
                                          <p:attrName>style.visibility</p:attrName>
                                        </p:attrNameLst>
                                      </p:cBhvr>
                                      <p:to>
                                        <p:strVal val="visible"/>
                                      </p:to>
                                    </p:set>
                                    <p:anim calcmode="lin" valueType="num">
                                      <p:cBhvr>
                                        <p:cTn id="11" dur="500" fill="hold"/>
                                        <p:tgtEl>
                                          <p:spTgt spid="50"/>
                                        </p:tgtEl>
                                        <p:attrNameLst>
                                          <p:attrName>ppt_w</p:attrName>
                                        </p:attrNameLst>
                                      </p:cBhvr>
                                      <p:tavLst>
                                        <p:tav tm="0">
                                          <p:val>
                                            <p:fltVal val="0"/>
                                          </p:val>
                                        </p:tav>
                                        <p:tav tm="100000">
                                          <p:val>
                                            <p:strVal val="#ppt_w"/>
                                          </p:val>
                                        </p:tav>
                                      </p:tavLst>
                                    </p:anim>
                                    <p:anim calcmode="lin" valueType="num">
                                      <p:cBhvr>
                                        <p:cTn id="12" dur="500" fill="hold"/>
                                        <p:tgtEl>
                                          <p:spTgt spid="50"/>
                                        </p:tgtEl>
                                        <p:attrNameLst>
                                          <p:attrName>ppt_h</p:attrName>
                                        </p:attrNameLst>
                                      </p:cBhvr>
                                      <p:tavLst>
                                        <p:tav tm="0">
                                          <p:val>
                                            <p:fltVal val="0"/>
                                          </p:val>
                                        </p:tav>
                                        <p:tav tm="100000">
                                          <p:val>
                                            <p:strVal val="#ppt_h"/>
                                          </p:val>
                                        </p:tav>
                                      </p:tavLst>
                                    </p:anim>
                                    <p:animEffect transition="in" filter="fade">
                                      <p:cBhvr>
                                        <p:cTn id="13" dur="500"/>
                                        <p:tgtEl>
                                          <p:spTgt spid="50"/>
                                        </p:tgtEl>
                                      </p:cBhvr>
                                    </p:animEffect>
                                  </p:childTnLst>
                                </p:cTn>
                              </p:par>
                            </p:childTnLst>
                          </p:cTn>
                        </p:par>
                        <p:par>
                          <p:cTn id="14" fill="hold">
                            <p:stCondLst>
                              <p:cond delay="1000"/>
                            </p:stCondLst>
                            <p:childTnLst>
                              <p:par>
                                <p:cTn id="15" presetID="22" presetClass="entr" presetSubtype="2" fill="hold" grpId="0" nodeType="after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wipe(right)">
                                      <p:cBhvr>
                                        <p:cTn id="17" dur="500"/>
                                        <p:tgtEl>
                                          <p:spTgt spid="32"/>
                                        </p:tgtEl>
                                      </p:cBhvr>
                                    </p:animEffect>
                                  </p:childTnLst>
                                </p:cTn>
                              </p:par>
                            </p:childTnLst>
                          </p:cTn>
                        </p:par>
                        <p:par>
                          <p:cTn id="18" fill="hold">
                            <p:stCondLst>
                              <p:cond delay="1500"/>
                            </p:stCondLst>
                            <p:childTnLst>
                              <p:par>
                                <p:cTn id="19" presetID="22" presetClass="entr" presetSubtype="2" fill="hold"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wipe(right)">
                                      <p:cBhvr>
                                        <p:cTn id="21" dur="500"/>
                                        <p:tgtEl>
                                          <p:spTgt spid="27"/>
                                        </p:tgtEl>
                                      </p:cBhvr>
                                    </p:animEffect>
                                  </p:childTnLst>
                                </p:cTn>
                              </p:par>
                            </p:childTnLst>
                          </p:cTn>
                        </p:par>
                        <p:par>
                          <p:cTn id="22" fill="hold">
                            <p:stCondLst>
                              <p:cond delay="2000"/>
                            </p:stCondLst>
                            <p:childTnLst>
                              <p:par>
                                <p:cTn id="23" presetID="53" presetClass="entr" presetSubtype="16" fill="hold" grpId="0" nodeType="afterEffect">
                                  <p:stCondLst>
                                    <p:cond delay="0"/>
                                  </p:stCondLst>
                                  <p:childTnLst>
                                    <p:set>
                                      <p:cBhvr>
                                        <p:cTn id="24" dur="1" fill="hold">
                                          <p:stCondLst>
                                            <p:cond delay="0"/>
                                          </p:stCondLst>
                                        </p:cTn>
                                        <p:tgtEl>
                                          <p:spTgt spid="57"/>
                                        </p:tgtEl>
                                        <p:attrNameLst>
                                          <p:attrName>style.visibility</p:attrName>
                                        </p:attrNameLst>
                                      </p:cBhvr>
                                      <p:to>
                                        <p:strVal val="visible"/>
                                      </p:to>
                                    </p:set>
                                    <p:anim calcmode="lin" valueType="num">
                                      <p:cBhvr>
                                        <p:cTn id="25" dur="500" fill="hold"/>
                                        <p:tgtEl>
                                          <p:spTgt spid="57"/>
                                        </p:tgtEl>
                                        <p:attrNameLst>
                                          <p:attrName>ppt_w</p:attrName>
                                        </p:attrNameLst>
                                      </p:cBhvr>
                                      <p:tavLst>
                                        <p:tav tm="0">
                                          <p:val>
                                            <p:fltVal val="0"/>
                                          </p:val>
                                        </p:tav>
                                        <p:tav tm="100000">
                                          <p:val>
                                            <p:strVal val="#ppt_w"/>
                                          </p:val>
                                        </p:tav>
                                      </p:tavLst>
                                    </p:anim>
                                    <p:anim calcmode="lin" valueType="num">
                                      <p:cBhvr>
                                        <p:cTn id="26" dur="500" fill="hold"/>
                                        <p:tgtEl>
                                          <p:spTgt spid="57"/>
                                        </p:tgtEl>
                                        <p:attrNameLst>
                                          <p:attrName>ppt_h</p:attrName>
                                        </p:attrNameLst>
                                      </p:cBhvr>
                                      <p:tavLst>
                                        <p:tav tm="0">
                                          <p:val>
                                            <p:fltVal val="0"/>
                                          </p:val>
                                        </p:tav>
                                        <p:tav tm="100000">
                                          <p:val>
                                            <p:strVal val="#ppt_h"/>
                                          </p:val>
                                        </p:tav>
                                      </p:tavLst>
                                    </p:anim>
                                    <p:animEffect transition="in" filter="fade">
                                      <p:cBhvr>
                                        <p:cTn id="27" dur="500"/>
                                        <p:tgtEl>
                                          <p:spTgt spid="57"/>
                                        </p:tgtEl>
                                      </p:cBhvr>
                                    </p:animEffect>
                                  </p:childTnLst>
                                </p:cTn>
                              </p:par>
                            </p:childTnLst>
                          </p:cTn>
                        </p:par>
                        <p:par>
                          <p:cTn id="28" fill="hold">
                            <p:stCondLst>
                              <p:cond delay="2500"/>
                            </p:stCondLst>
                            <p:childTnLst>
                              <p:par>
                                <p:cTn id="29" presetID="53" presetClass="entr" presetSubtype="16" fill="hold" grpId="0" nodeType="after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p:cTn id="31" dur="500" fill="hold"/>
                                        <p:tgtEl>
                                          <p:spTgt spid="53"/>
                                        </p:tgtEl>
                                        <p:attrNameLst>
                                          <p:attrName>ppt_w</p:attrName>
                                        </p:attrNameLst>
                                      </p:cBhvr>
                                      <p:tavLst>
                                        <p:tav tm="0">
                                          <p:val>
                                            <p:fltVal val="0"/>
                                          </p:val>
                                        </p:tav>
                                        <p:tav tm="100000">
                                          <p:val>
                                            <p:strVal val="#ppt_w"/>
                                          </p:val>
                                        </p:tav>
                                      </p:tavLst>
                                    </p:anim>
                                    <p:anim calcmode="lin" valueType="num">
                                      <p:cBhvr>
                                        <p:cTn id="32" dur="500" fill="hold"/>
                                        <p:tgtEl>
                                          <p:spTgt spid="53"/>
                                        </p:tgtEl>
                                        <p:attrNameLst>
                                          <p:attrName>ppt_h</p:attrName>
                                        </p:attrNameLst>
                                      </p:cBhvr>
                                      <p:tavLst>
                                        <p:tav tm="0">
                                          <p:val>
                                            <p:fltVal val="0"/>
                                          </p:val>
                                        </p:tav>
                                        <p:tav tm="100000">
                                          <p:val>
                                            <p:strVal val="#ppt_h"/>
                                          </p:val>
                                        </p:tav>
                                      </p:tavLst>
                                    </p:anim>
                                    <p:animEffect transition="in" filter="fade">
                                      <p:cBhvr>
                                        <p:cTn id="33" dur="500"/>
                                        <p:tgtEl>
                                          <p:spTgt spid="53"/>
                                        </p:tgtEl>
                                      </p:cBhvr>
                                    </p:animEffect>
                                  </p:childTnLst>
                                </p:cTn>
                              </p:par>
                            </p:childTnLst>
                          </p:cTn>
                        </p:par>
                        <p:par>
                          <p:cTn id="34" fill="hold">
                            <p:stCondLst>
                              <p:cond delay="3000"/>
                            </p:stCondLst>
                            <p:childTnLst>
                              <p:par>
                                <p:cTn id="35" presetID="22" presetClass="entr" presetSubtype="2" fill="hold" nodeType="after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wipe(right)">
                                      <p:cBhvr>
                                        <p:cTn id="37" dur="500"/>
                                        <p:tgtEl>
                                          <p:spTgt spid="26"/>
                                        </p:tgtEl>
                                      </p:cBhvr>
                                    </p:animEffect>
                                  </p:childTnLst>
                                </p:cTn>
                              </p:par>
                            </p:childTnLst>
                          </p:cTn>
                        </p:par>
                        <p:par>
                          <p:cTn id="38" fill="hold">
                            <p:stCondLst>
                              <p:cond delay="3500"/>
                            </p:stCondLst>
                            <p:childTnLst>
                              <p:par>
                                <p:cTn id="39" presetID="53" presetClass="entr" presetSubtype="16" fill="hold" grpId="0" nodeType="afterEffect">
                                  <p:stCondLst>
                                    <p:cond delay="0"/>
                                  </p:stCondLst>
                                  <p:childTnLst>
                                    <p:set>
                                      <p:cBhvr>
                                        <p:cTn id="40" dur="1" fill="hold">
                                          <p:stCondLst>
                                            <p:cond delay="0"/>
                                          </p:stCondLst>
                                        </p:cTn>
                                        <p:tgtEl>
                                          <p:spTgt spid="58"/>
                                        </p:tgtEl>
                                        <p:attrNameLst>
                                          <p:attrName>style.visibility</p:attrName>
                                        </p:attrNameLst>
                                      </p:cBhvr>
                                      <p:to>
                                        <p:strVal val="visible"/>
                                      </p:to>
                                    </p:set>
                                    <p:anim calcmode="lin" valueType="num">
                                      <p:cBhvr>
                                        <p:cTn id="41" dur="500" fill="hold"/>
                                        <p:tgtEl>
                                          <p:spTgt spid="58"/>
                                        </p:tgtEl>
                                        <p:attrNameLst>
                                          <p:attrName>ppt_w</p:attrName>
                                        </p:attrNameLst>
                                      </p:cBhvr>
                                      <p:tavLst>
                                        <p:tav tm="0">
                                          <p:val>
                                            <p:fltVal val="0"/>
                                          </p:val>
                                        </p:tav>
                                        <p:tav tm="100000">
                                          <p:val>
                                            <p:strVal val="#ppt_w"/>
                                          </p:val>
                                        </p:tav>
                                      </p:tavLst>
                                    </p:anim>
                                    <p:anim calcmode="lin" valueType="num">
                                      <p:cBhvr>
                                        <p:cTn id="42" dur="500" fill="hold"/>
                                        <p:tgtEl>
                                          <p:spTgt spid="58"/>
                                        </p:tgtEl>
                                        <p:attrNameLst>
                                          <p:attrName>ppt_h</p:attrName>
                                        </p:attrNameLst>
                                      </p:cBhvr>
                                      <p:tavLst>
                                        <p:tav tm="0">
                                          <p:val>
                                            <p:fltVal val="0"/>
                                          </p:val>
                                        </p:tav>
                                        <p:tav tm="100000">
                                          <p:val>
                                            <p:strVal val="#ppt_h"/>
                                          </p:val>
                                        </p:tav>
                                      </p:tavLst>
                                    </p:anim>
                                    <p:animEffect transition="in" filter="fade">
                                      <p:cBhvr>
                                        <p:cTn id="43" dur="500"/>
                                        <p:tgtEl>
                                          <p:spTgt spid="58"/>
                                        </p:tgtEl>
                                      </p:cBhvr>
                                    </p:animEffect>
                                  </p:childTnLst>
                                </p:cTn>
                              </p:par>
                            </p:childTnLst>
                          </p:cTn>
                        </p:par>
                        <p:par>
                          <p:cTn id="44" fill="hold">
                            <p:stCondLst>
                              <p:cond delay="4000"/>
                            </p:stCondLst>
                            <p:childTnLst>
                              <p:par>
                                <p:cTn id="45" presetID="53" presetClass="entr" presetSubtype="16" fill="hold" grpId="0" nodeType="afterEffect">
                                  <p:stCondLst>
                                    <p:cond delay="0"/>
                                  </p:stCondLst>
                                  <p:childTnLst>
                                    <p:set>
                                      <p:cBhvr>
                                        <p:cTn id="46" dur="1" fill="hold">
                                          <p:stCondLst>
                                            <p:cond delay="0"/>
                                          </p:stCondLst>
                                        </p:cTn>
                                        <p:tgtEl>
                                          <p:spTgt spid="55"/>
                                        </p:tgtEl>
                                        <p:attrNameLst>
                                          <p:attrName>style.visibility</p:attrName>
                                        </p:attrNameLst>
                                      </p:cBhvr>
                                      <p:to>
                                        <p:strVal val="visible"/>
                                      </p:to>
                                    </p:set>
                                    <p:anim calcmode="lin" valueType="num">
                                      <p:cBhvr>
                                        <p:cTn id="47" dur="500" fill="hold"/>
                                        <p:tgtEl>
                                          <p:spTgt spid="55"/>
                                        </p:tgtEl>
                                        <p:attrNameLst>
                                          <p:attrName>ppt_w</p:attrName>
                                        </p:attrNameLst>
                                      </p:cBhvr>
                                      <p:tavLst>
                                        <p:tav tm="0">
                                          <p:val>
                                            <p:fltVal val="0"/>
                                          </p:val>
                                        </p:tav>
                                        <p:tav tm="100000">
                                          <p:val>
                                            <p:strVal val="#ppt_w"/>
                                          </p:val>
                                        </p:tav>
                                      </p:tavLst>
                                    </p:anim>
                                    <p:anim calcmode="lin" valueType="num">
                                      <p:cBhvr>
                                        <p:cTn id="48" dur="500" fill="hold"/>
                                        <p:tgtEl>
                                          <p:spTgt spid="55"/>
                                        </p:tgtEl>
                                        <p:attrNameLst>
                                          <p:attrName>ppt_h</p:attrName>
                                        </p:attrNameLst>
                                      </p:cBhvr>
                                      <p:tavLst>
                                        <p:tav tm="0">
                                          <p:val>
                                            <p:fltVal val="0"/>
                                          </p:val>
                                        </p:tav>
                                        <p:tav tm="100000">
                                          <p:val>
                                            <p:strVal val="#ppt_h"/>
                                          </p:val>
                                        </p:tav>
                                      </p:tavLst>
                                    </p:anim>
                                    <p:animEffect transition="in" filter="fade">
                                      <p:cBhvr>
                                        <p:cTn id="49" dur="500"/>
                                        <p:tgtEl>
                                          <p:spTgt spid="55"/>
                                        </p:tgtEl>
                                      </p:cBhvr>
                                    </p:animEffect>
                                  </p:childTnLst>
                                </p:cTn>
                              </p:par>
                            </p:childTnLst>
                          </p:cTn>
                        </p:par>
                        <p:par>
                          <p:cTn id="50" fill="hold">
                            <p:stCondLst>
                              <p:cond delay="4500"/>
                            </p:stCondLst>
                            <p:childTnLst>
                              <p:par>
                                <p:cTn id="51" presetID="22" presetClass="entr" presetSubtype="2" fill="hold" grpId="0" nodeType="after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wipe(right)">
                                      <p:cBhvr>
                                        <p:cTn id="53" dur="500"/>
                                        <p:tgtEl>
                                          <p:spTgt spid="34"/>
                                        </p:tgtEl>
                                      </p:cBhvr>
                                    </p:animEffect>
                                  </p:childTnLst>
                                </p:cTn>
                              </p:par>
                            </p:childTnLst>
                          </p:cTn>
                        </p:par>
                        <p:par>
                          <p:cTn id="54" fill="hold">
                            <p:stCondLst>
                              <p:cond delay="5000"/>
                            </p:stCondLst>
                            <p:childTnLst>
                              <p:par>
                                <p:cTn id="55" presetID="22" presetClass="entr" presetSubtype="8" fill="hold" nodeType="afterEffect">
                                  <p:stCondLst>
                                    <p:cond delay="0"/>
                                  </p:stCondLst>
                                  <p:childTnLst>
                                    <p:set>
                                      <p:cBhvr>
                                        <p:cTn id="56" dur="1" fill="hold">
                                          <p:stCondLst>
                                            <p:cond delay="0"/>
                                          </p:stCondLst>
                                        </p:cTn>
                                        <p:tgtEl>
                                          <p:spTgt spid="36"/>
                                        </p:tgtEl>
                                        <p:attrNameLst>
                                          <p:attrName>style.visibility</p:attrName>
                                        </p:attrNameLst>
                                      </p:cBhvr>
                                      <p:to>
                                        <p:strVal val="visible"/>
                                      </p:to>
                                    </p:set>
                                    <p:animEffect transition="in" filter="wipe(left)">
                                      <p:cBhvr>
                                        <p:cTn id="57" dur="500"/>
                                        <p:tgtEl>
                                          <p:spTgt spid="36"/>
                                        </p:tgtEl>
                                      </p:cBhvr>
                                    </p:animEffect>
                                  </p:childTnLst>
                                </p:cTn>
                              </p:par>
                            </p:childTnLst>
                          </p:cTn>
                        </p:par>
                        <p:par>
                          <p:cTn id="58" fill="hold">
                            <p:stCondLst>
                              <p:cond delay="5500"/>
                            </p:stCondLst>
                            <p:childTnLst>
                              <p:par>
                                <p:cTn id="59" presetID="53" presetClass="entr" presetSubtype="16" fill="hold" grpId="0" nodeType="afterEffect">
                                  <p:stCondLst>
                                    <p:cond delay="0"/>
                                  </p:stCondLst>
                                  <p:childTnLst>
                                    <p:set>
                                      <p:cBhvr>
                                        <p:cTn id="60" dur="1" fill="hold">
                                          <p:stCondLst>
                                            <p:cond delay="0"/>
                                          </p:stCondLst>
                                        </p:cTn>
                                        <p:tgtEl>
                                          <p:spTgt spid="54"/>
                                        </p:tgtEl>
                                        <p:attrNameLst>
                                          <p:attrName>style.visibility</p:attrName>
                                        </p:attrNameLst>
                                      </p:cBhvr>
                                      <p:to>
                                        <p:strVal val="visible"/>
                                      </p:to>
                                    </p:set>
                                    <p:anim calcmode="lin" valueType="num">
                                      <p:cBhvr>
                                        <p:cTn id="61" dur="500" fill="hold"/>
                                        <p:tgtEl>
                                          <p:spTgt spid="54"/>
                                        </p:tgtEl>
                                        <p:attrNameLst>
                                          <p:attrName>ppt_w</p:attrName>
                                        </p:attrNameLst>
                                      </p:cBhvr>
                                      <p:tavLst>
                                        <p:tav tm="0">
                                          <p:val>
                                            <p:fltVal val="0"/>
                                          </p:val>
                                        </p:tav>
                                        <p:tav tm="100000">
                                          <p:val>
                                            <p:strVal val="#ppt_w"/>
                                          </p:val>
                                        </p:tav>
                                      </p:tavLst>
                                    </p:anim>
                                    <p:anim calcmode="lin" valueType="num">
                                      <p:cBhvr>
                                        <p:cTn id="62" dur="500" fill="hold"/>
                                        <p:tgtEl>
                                          <p:spTgt spid="54"/>
                                        </p:tgtEl>
                                        <p:attrNameLst>
                                          <p:attrName>ppt_h</p:attrName>
                                        </p:attrNameLst>
                                      </p:cBhvr>
                                      <p:tavLst>
                                        <p:tav tm="0">
                                          <p:val>
                                            <p:fltVal val="0"/>
                                          </p:val>
                                        </p:tav>
                                        <p:tav tm="100000">
                                          <p:val>
                                            <p:strVal val="#ppt_h"/>
                                          </p:val>
                                        </p:tav>
                                      </p:tavLst>
                                    </p:anim>
                                    <p:animEffect transition="in" filter="fade">
                                      <p:cBhvr>
                                        <p:cTn id="63" dur="500"/>
                                        <p:tgtEl>
                                          <p:spTgt spid="54"/>
                                        </p:tgtEl>
                                      </p:cBhvr>
                                    </p:animEffect>
                                  </p:childTnLst>
                                </p:cTn>
                              </p:par>
                            </p:childTnLst>
                          </p:cTn>
                        </p:par>
                        <p:par>
                          <p:cTn id="64" fill="hold">
                            <p:stCondLst>
                              <p:cond delay="6000"/>
                            </p:stCondLst>
                            <p:childTnLst>
                              <p:par>
                                <p:cTn id="65" presetID="22" presetClass="entr" presetSubtype="8" fill="hold" grpId="0" nodeType="after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wipe(left)">
                                      <p:cBhvr>
                                        <p:cTn id="67" dur="500"/>
                                        <p:tgtEl>
                                          <p:spTgt spid="45"/>
                                        </p:tgtEl>
                                      </p:cBhvr>
                                    </p:animEffect>
                                  </p:childTnLst>
                                </p:cTn>
                              </p:par>
                            </p:childTnLst>
                          </p:cTn>
                        </p:par>
                        <p:par>
                          <p:cTn id="68" fill="hold">
                            <p:stCondLst>
                              <p:cond delay="6500"/>
                            </p:stCondLst>
                            <p:childTnLst>
                              <p:par>
                                <p:cTn id="69" presetID="22" presetClass="entr" presetSubtype="8" fill="hold" nodeType="afterEffect">
                                  <p:stCondLst>
                                    <p:cond delay="0"/>
                                  </p:stCondLst>
                                  <p:childTnLst>
                                    <p:set>
                                      <p:cBhvr>
                                        <p:cTn id="70" dur="1" fill="hold">
                                          <p:stCondLst>
                                            <p:cond delay="0"/>
                                          </p:stCondLst>
                                        </p:cTn>
                                        <p:tgtEl>
                                          <p:spTgt spid="38"/>
                                        </p:tgtEl>
                                        <p:attrNameLst>
                                          <p:attrName>style.visibility</p:attrName>
                                        </p:attrNameLst>
                                      </p:cBhvr>
                                      <p:to>
                                        <p:strVal val="visible"/>
                                      </p:to>
                                    </p:set>
                                    <p:animEffect transition="in" filter="wipe(left)">
                                      <p:cBhvr>
                                        <p:cTn id="71" dur="500"/>
                                        <p:tgtEl>
                                          <p:spTgt spid="38"/>
                                        </p:tgtEl>
                                      </p:cBhvr>
                                    </p:animEffect>
                                  </p:childTnLst>
                                </p:cTn>
                              </p:par>
                            </p:childTnLst>
                          </p:cTn>
                        </p:par>
                        <p:par>
                          <p:cTn id="72" fill="hold">
                            <p:stCondLst>
                              <p:cond delay="7000"/>
                            </p:stCondLst>
                            <p:childTnLst>
                              <p:par>
                                <p:cTn id="73" presetID="53" presetClass="entr" presetSubtype="16" fill="hold" grpId="0" nodeType="afterEffect">
                                  <p:stCondLst>
                                    <p:cond delay="0"/>
                                  </p:stCondLst>
                                  <p:childTnLst>
                                    <p:set>
                                      <p:cBhvr>
                                        <p:cTn id="74" dur="1" fill="hold">
                                          <p:stCondLst>
                                            <p:cond delay="0"/>
                                          </p:stCondLst>
                                        </p:cTn>
                                        <p:tgtEl>
                                          <p:spTgt spid="60"/>
                                        </p:tgtEl>
                                        <p:attrNameLst>
                                          <p:attrName>style.visibility</p:attrName>
                                        </p:attrNameLst>
                                      </p:cBhvr>
                                      <p:to>
                                        <p:strVal val="visible"/>
                                      </p:to>
                                    </p:set>
                                    <p:anim calcmode="lin" valueType="num">
                                      <p:cBhvr>
                                        <p:cTn id="75" dur="500" fill="hold"/>
                                        <p:tgtEl>
                                          <p:spTgt spid="60"/>
                                        </p:tgtEl>
                                        <p:attrNameLst>
                                          <p:attrName>ppt_w</p:attrName>
                                        </p:attrNameLst>
                                      </p:cBhvr>
                                      <p:tavLst>
                                        <p:tav tm="0">
                                          <p:val>
                                            <p:fltVal val="0"/>
                                          </p:val>
                                        </p:tav>
                                        <p:tav tm="100000">
                                          <p:val>
                                            <p:strVal val="#ppt_w"/>
                                          </p:val>
                                        </p:tav>
                                      </p:tavLst>
                                    </p:anim>
                                    <p:anim calcmode="lin" valueType="num">
                                      <p:cBhvr>
                                        <p:cTn id="76" dur="500" fill="hold"/>
                                        <p:tgtEl>
                                          <p:spTgt spid="60"/>
                                        </p:tgtEl>
                                        <p:attrNameLst>
                                          <p:attrName>ppt_h</p:attrName>
                                        </p:attrNameLst>
                                      </p:cBhvr>
                                      <p:tavLst>
                                        <p:tav tm="0">
                                          <p:val>
                                            <p:fltVal val="0"/>
                                          </p:val>
                                        </p:tav>
                                        <p:tav tm="100000">
                                          <p:val>
                                            <p:strVal val="#ppt_h"/>
                                          </p:val>
                                        </p:tav>
                                      </p:tavLst>
                                    </p:anim>
                                    <p:animEffect transition="in" filter="fade">
                                      <p:cBhvr>
                                        <p:cTn id="77" dur="500"/>
                                        <p:tgtEl>
                                          <p:spTgt spid="60"/>
                                        </p:tgtEl>
                                      </p:cBhvr>
                                    </p:animEffect>
                                  </p:childTnLst>
                                </p:cTn>
                              </p:par>
                            </p:childTnLst>
                          </p:cTn>
                        </p:par>
                        <p:par>
                          <p:cTn id="78" fill="hold">
                            <p:stCondLst>
                              <p:cond delay="7500"/>
                            </p:stCondLst>
                            <p:childTnLst>
                              <p:par>
                                <p:cTn id="79" presetID="53" presetClass="entr" presetSubtype="16" fill="hold" grpId="0" nodeType="afterEffect">
                                  <p:stCondLst>
                                    <p:cond delay="0"/>
                                  </p:stCondLst>
                                  <p:childTnLst>
                                    <p:set>
                                      <p:cBhvr>
                                        <p:cTn id="80" dur="1" fill="hold">
                                          <p:stCondLst>
                                            <p:cond delay="0"/>
                                          </p:stCondLst>
                                        </p:cTn>
                                        <p:tgtEl>
                                          <p:spTgt spid="52"/>
                                        </p:tgtEl>
                                        <p:attrNameLst>
                                          <p:attrName>style.visibility</p:attrName>
                                        </p:attrNameLst>
                                      </p:cBhvr>
                                      <p:to>
                                        <p:strVal val="visible"/>
                                      </p:to>
                                    </p:set>
                                    <p:anim calcmode="lin" valueType="num">
                                      <p:cBhvr>
                                        <p:cTn id="81" dur="500" fill="hold"/>
                                        <p:tgtEl>
                                          <p:spTgt spid="52"/>
                                        </p:tgtEl>
                                        <p:attrNameLst>
                                          <p:attrName>ppt_w</p:attrName>
                                        </p:attrNameLst>
                                      </p:cBhvr>
                                      <p:tavLst>
                                        <p:tav tm="0">
                                          <p:val>
                                            <p:fltVal val="0"/>
                                          </p:val>
                                        </p:tav>
                                        <p:tav tm="100000">
                                          <p:val>
                                            <p:strVal val="#ppt_w"/>
                                          </p:val>
                                        </p:tav>
                                      </p:tavLst>
                                    </p:anim>
                                    <p:anim calcmode="lin" valueType="num">
                                      <p:cBhvr>
                                        <p:cTn id="82" dur="500" fill="hold"/>
                                        <p:tgtEl>
                                          <p:spTgt spid="52"/>
                                        </p:tgtEl>
                                        <p:attrNameLst>
                                          <p:attrName>ppt_h</p:attrName>
                                        </p:attrNameLst>
                                      </p:cBhvr>
                                      <p:tavLst>
                                        <p:tav tm="0">
                                          <p:val>
                                            <p:fltVal val="0"/>
                                          </p:val>
                                        </p:tav>
                                        <p:tav tm="100000">
                                          <p:val>
                                            <p:strVal val="#ppt_h"/>
                                          </p:val>
                                        </p:tav>
                                      </p:tavLst>
                                    </p:anim>
                                    <p:animEffect transition="in" filter="fade">
                                      <p:cBhvr>
                                        <p:cTn id="83" dur="500"/>
                                        <p:tgtEl>
                                          <p:spTgt spid="52"/>
                                        </p:tgtEl>
                                      </p:cBhvr>
                                    </p:animEffect>
                                  </p:childTnLst>
                                </p:cTn>
                              </p:par>
                            </p:childTnLst>
                          </p:cTn>
                        </p:par>
                        <p:par>
                          <p:cTn id="84" fill="hold">
                            <p:stCondLst>
                              <p:cond delay="8000"/>
                            </p:stCondLst>
                            <p:childTnLst>
                              <p:par>
                                <p:cTn id="85" presetID="22" presetClass="entr" presetSubtype="8" fill="hold" grpId="0" nodeType="afterEffect">
                                  <p:stCondLst>
                                    <p:cond delay="0"/>
                                  </p:stCondLst>
                                  <p:childTnLst>
                                    <p:set>
                                      <p:cBhvr>
                                        <p:cTn id="86" dur="1" fill="hold">
                                          <p:stCondLst>
                                            <p:cond delay="0"/>
                                          </p:stCondLst>
                                        </p:cTn>
                                        <p:tgtEl>
                                          <p:spTgt spid="46"/>
                                        </p:tgtEl>
                                        <p:attrNameLst>
                                          <p:attrName>style.visibility</p:attrName>
                                        </p:attrNameLst>
                                      </p:cBhvr>
                                      <p:to>
                                        <p:strVal val="visible"/>
                                      </p:to>
                                    </p:set>
                                    <p:animEffect transition="in" filter="wipe(left)">
                                      <p:cBhvr>
                                        <p:cTn id="87" dur="500"/>
                                        <p:tgtEl>
                                          <p:spTgt spid="46"/>
                                        </p:tgtEl>
                                      </p:cBhvr>
                                    </p:animEffect>
                                  </p:childTnLst>
                                </p:cTn>
                              </p:par>
                            </p:childTnLst>
                          </p:cTn>
                        </p:par>
                        <p:par>
                          <p:cTn id="88" fill="hold">
                            <p:stCondLst>
                              <p:cond delay="8500"/>
                            </p:stCondLst>
                            <p:childTnLst>
                              <p:par>
                                <p:cTn id="89" presetID="53" presetClass="entr" presetSubtype="16" fill="hold" grpId="0" nodeType="afterEffect">
                                  <p:stCondLst>
                                    <p:cond delay="0"/>
                                  </p:stCondLst>
                                  <p:childTnLst>
                                    <p:set>
                                      <p:cBhvr>
                                        <p:cTn id="90" dur="1" fill="hold">
                                          <p:stCondLst>
                                            <p:cond delay="0"/>
                                          </p:stCondLst>
                                        </p:cTn>
                                        <p:tgtEl>
                                          <p:spTgt spid="49"/>
                                        </p:tgtEl>
                                        <p:attrNameLst>
                                          <p:attrName>style.visibility</p:attrName>
                                        </p:attrNameLst>
                                      </p:cBhvr>
                                      <p:to>
                                        <p:strVal val="visible"/>
                                      </p:to>
                                    </p:set>
                                    <p:anim calcmode="lin" valueType="num">
                                      <p:cBhvr>
                                        <p:cTn id="91" dur="500" fill="hold"/>
                                        <p:tgtEl>
                                          <p:spTgt spid="49"/>
                                        </p:tgtEl>
                                        <p:attrNameLst>
                                          <p:attrName>ppt_w</p:attrName>
                                        </p:attrNameLst>
                                      </p:cBhvr>
                                      <p:tavLst>
                                        <p:tav tm="0">
                                          <p:val>
                                            <p:fltVal val="0"/>
                                          </p:val>
                                        </p:tav>
                                        <p:tav tm="100000">
                                          <p:val>
                                            <p:strVal val="#ppt_w"/>
                                          </p:val>
                                        </p:tav>
                                      </p:tavLst>
                                    </p:anim>
                                    <p:anim calcmode="lin" valueType="num">
                                      <p:cBhvr>
                                        <p:cTn id="92" dur="500" fill="hold"/>
                                        <p:tgtEl>
                                          <p:spTgt spid="49"/>
                                        </p:tgtEl>
                                        <p:attrNameLst>
                                          <p:attrName>ppt_h</p:attrName>
                                        </p:attrNameLst>
                                      </p:cBhvr>
                                      <p:tavLst>
                                        <p:tav tm="0">
                                          <p:val>
                                            <p:fltVal val="0"/>
                                          </p:val>
                                        </p:tav>
                                        <p:tav tm="100000">
                                          <p:val>
                                            <p:strVal val="#ppt_h"/>
                                          </p:val>
                                        </p:tav>
                                      </p:tavLst>
                                    </p:anim>
                                    <p:animEffect transition="in" filter="fade">
                                      <p:cBhvr>
                                        <p:cTn id="93"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4" grpId="0"/>
      <p:bldP spid="45" grpId="0"/>
      <p:bldP spid="46" grpId="0"/>
      <p:bldP spid="49" grpId="0" animBg="1"/>
      <p:bldP spid="50" grpId="0" animBg="1"/>
      <p:bldP spid="52" grpId="0" animBg="1"/>
      <p:bldP spid="53" grpId="0" animBg="1"/>
      <p:bldP spid="54" grpId="0" animBg="1"/>
      <p:bldP spid="55" grpId="0" animBg="1"/>
      <p:bldP spid="57" grpId="0" animBg="1"/>
      <p:bldP spid="58" grpId="0" animBg="1"/>
      <p:bldP spid="60"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Facebook Stats Slide</a:t>
            </a:r>
          </a:p>
        </p:txBody>
      </p:sp>
      <p:grpSp>
        <p:nvGrpSpPr>
          <p:cNvPr id="25" name="Group 24"/>
          <p:cNvGrpSpPr/>
          <p:nvPr/>
        </p:nvGrpSpPr>
        <p:grpSpPr>
          <a:xfrm>
            <a:off x="3903109" y="2331681"/>
            <a:ext cx="1075291" cy="711200"/>
            <a:chOff x="1676400" y="1733550"/>
            <a:chExt cx="1600200" cy="533400"/>
          </a:xfrm>
        </p:grpSpPr>
        <p:cxnSp>
          <p:nvCxnSpPr>
            <p:cNvPr id="30" name="Straight Connector 29"/>
            <p:cNvCxnSpPr/>
            <p:nvPr/>
          </p:nvCxnSpPr>
          <p:spPr>
            <a:xfrm>
              <a:off x="1676400" y="1733550"/>
              <a:ext cx="1066800" cy="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2743200" y="1733550"/>
              <a:ext cx="533400" cy="53340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a:xfrm flipV="1">
            <a:off x="3903109" y="5198873"/>
            <a:ext cx="1075291" cy="711200"/>
            <a:chOff x="1676400" y="1733550"/>
            <a:chExt cx="1600200" cy="533400"/>
          </a:xfrm>
        </p:grpSpPr>
        <p:cxnSp>
          <p:nvCxnSpPr>
            <p:cNvPr id="28" name="Straight Connector 27"/>
            <p:cNvCxnSpPr/>
            <p:nvPr/>
          </p:nvCxnSpPr>
          <p:spPr>
            <a:xfrm>
              <a:off x="1676400" y="1733550"/>
              <a:ext cx="1066800" cy="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2743200" y="1733550"/>
              <a:ext cx="533400" cy="53340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27" name="Straight Connector 26"/>
          <p:cNvCxnSpPr>
            <a:stCxn id="57" idx="6"/>
          </p:cNvCxnSpPr>
          <p:nvPr/>
        </p:nvCxnSpPr>
        <p:spPr>
          <a:xfrm>
            <a:off x="3898034" y="4103097"/>
            <a:ext cx="702609" cy="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Inhaltsplatzhalter 4"/>
          <p:cNvSpPr txBox="1">
            <a:spLocks/>
          </p:cNvSpPr>
          <p:nvPr/>
        </p:nvSpPr>
        <p:spPr>
          <a:xfrm>
            <a:off x="508001" y="1775120"/>
            <a:ext cx="2234705" cy="1113125"/>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lnSpc>
                <a:spcPct val="100000"/>
              </a:lnSpc>
              <a:buNone/>
            </a:pPr>
            <a:endParaRPr lang="en-US" sz="1867" b="1" dirty="0">
              <a:latin typeface="+mj-lt"/>
            </a:endParaRPr>
          </a:p>
          <a:p>
            <a:pPr marL="0" indent="0" algn="r">
              <a:lnSpc>
                <a:spcPct val="100000"/>
              </a:lnSpc>
              <a:buNone/>
            </a:pPr>
            <a:r>
              <a:rPr lang="en-US" sz="1867" b="1" dirty="0">
                <a:latin typeface="+mj-lt"/>
              </a:rPr>
              <a:t>890M Fans</a:t>
            </a:r>
            <a:br>
              <a:rPr lang="en-US" sz="1867" b="1" dirty="0">
                <a:latin typeface="+mj-lt"/>
              </a:rPr>
            </a:br>
            <a:r>
              <a:rPr lang="en-US" sz="1333" dirty="0">
                <a:latin typeface="+mj-lt"/>
              </a:rPr>
              <a:t>simply dummy text of the printing</a:t>
            </a:r>
            <a:endParaRPr lang="en-US" sz="1400" dirty="0">
              <a:latin typeface="+mj-lt"/>
            </a:endParaRPr>
          </a:p>
        </p:txBody>
      </p:sp>
      <p:sp>
        <p:nvSpPr>
          <p:cNvPr id="34" name="Inhaltsplatzhalter 4"/>
          <p:cNvSpPr txBox="1">
            <a:spLocks/>
          </p:cNvSpPr>
          <p:nvPr/>
        </p:nvSpPr>
        <p:spPr>
          <a:xfrm>
            <a:off x="508001" y="5506861"/>
            <a:ext cx="2234705" cy="697563"/>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lnSpc>
                <a:spcPct val="100000"/>
              </a:lnSpc>
              <a:buNone/>
            </a:pPr>
            <a:r>
              <a:rPr lang="en-US" sz="1867" b="1" dirty="0">
                <a:latin typeface="+mj-lt"/>
              </a:rPr>
              <a:t>50% Mobile Usage </a:t>
            </a:r>
            <a:br>
              <a:rPr lang="en-US" sz="1867" b="1" dirty="0">
                <a:latin typeface="+mj-lt"/>
              </a:rPr>
            </a:br>
            <a:r>
              <a:rPr lang="en-US" sz="1333" dirty="0">
                <a:latin typeface="+mj-lt"/>
              </a:rPr>
              <a:t>simply dummy text of the printing</a:t>
            </a:r>
            <a:endParaRPr lang="en-US" sz="1400" dirty="0">
              <a:latin typeface="+mj-lt"/>
            </a:endParaRPr>
          </a:p>
        </p:txBody>
      </p:sp>
      <p:grpSp>
        <p:nvGrpSpPr>
          <p:cNvPr id="36" name="Group 35"/>
          <p:cNvGrpSpPr/>
          <p:nvPr/>
        </p:nvGrpSpPr>
        <p:grpSpPr>
          <a:xfrm flipH="1">
            <a:off x="7195418" y="2331681"/>
            <a:ext cx="1019113" cy="711200"/>
            <a:chOff x="1676400" y="1733550"/>
            <a:chExt cx="1600200" cy="533400"/>
          </a:xfrm>
        </p:grpSpPr>
        <p:cxnSp>
          <p:nvCxnSpPr>
            <p:cNvPr id="41" name="Straight Connector 40"/>
            <p:cNvCxnSpPr/>
            <p:nvPr/>
          </p:nvCxnSpPr>
          <p:spPr>
            <a:xfrm>
              <a:off x="1676400" y="1733550"/>
              <a:ext cx="1066800" cy="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2743200" y="1733550"/>
              <a:ext cx="533400" cy="53340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38" name="Straight Connector 37"/>
          <p:cNvCxnSpPr/>
          <p:nvPr/>
        </p:nvCxnSpPr>
        <p:spPr>
          <a:xfrm flipH="1">
            <a:off x="7437939" y="4103097"/>
            <a:ext cx="776592" cy="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sp>
        <p:nvSpPr>
          <p:cNvPr id="45" name="Inhaltsplatzhalter 4"/>
          <p:cNvSpPr txBox="1">
            <a:spLocks/>
          </p:cNvSpPr>
          <p:nvPr/>
        </p:nvSpPr>
        <p:spPr>
          <a:xfrm flipH="1">
            <a:off x="9294897" y="1982901"/>
            <a:ext cx="2370920" cy="697563"/>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sz="1867" b="1" dirty="0">
                <a:latin typeface="+mj-lt"/>
              </a:rPr>
              <a:t>50% Desktop Usage</a:t>
            </a:r>
            <a:br>
              <a:rPr lang="en-US" sz="1867" b="1" dirty="0">
                <a:latin typeface="+mj-lt"/>
              </a:rPr>
            </a:br>
            <a:r>
              <a:rPr lang="en-US" sz="1333" dirty="0">
                <a:latin typeface="+mj-lt"/>
              </a:rPr>
              <a:t>simply dummy text of the printing</a:t>
            </a:r>
            <a:endParaRPr lang="en-US" sz="1400" dirty="0">
              <a:latin typeface="+mj-lt"/>
            </a:endParaRPr>
          </a:p>
        </p:txBody>
      </p:sp>
      <p:sp>
        <p:nvSpPr>
          <p:cNvPr id="46" name="Inhaltsplatzhalter 4"/>
          <p:cNvSpPr txBox="1">
            <a:spLocks/>
          </p:cNvSpPr>
          <p:nvPr/>
        </p:nvSpPr>
        <p:spPr>
          <a:xfrm flipH="1">
            <a:off x="9294897" y="3772097"/>
            <a:ext cx="2370920" cy="697563"/>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sz="1867" b="1" dirty="0">
                <a:latin typeface="+mj-lt"/>
              </a:rPr>
              <a:t>690K Photos</a:t>
            </a:r>
            <a:br>
              <a:rPr lang="en-US" sz="1867" b="1" dirty="0">
                <a:latin typeface="+mj-lt"/>
              </a:rPr>
            </a:br>
            <a:r>
              <a:rPr lang="en-US" sz="1333" dirty="0">
                <a:latin typeface="+mj-lt"/>
              </a:rPr>
              <a:t>simply dummy text of the printing</a:t>
            </a:r>
            <a:endParaRPr lang="en-US" sz="1400" dirty="0">
              <a:latin typeface="+mj-lt"/>
            </a:endParaRPr>
          </a:p>
        </p:txBody>
      </p:sp>
      <p:sp>
        <p:nvSpPr>
          <p:cNvPr id="49" name="Freeform 188"/>
          <p:cNvSpPr>
            <a:spLocks noEditPoints="1"/>
          </p:cNvSpPr>
          <p:nvPr/>
        </p:nvSpPr>
        <p:spPr bwMode="auto">
          <a:xfrm>
            <a:off x="8387979" y="5622419"/>
            <a:ext cx="535517" cy="516467"/>
          </a:xfrm>
          <a:custGeom>
            <a:avLst/>
            <a:gdLst/>
            <a:ahLst/>
            <a:cxnLst>
              <a:cxn ang="0">
                <a:pos x="220" y="236"/>
              </a:cxn>
              <a:cxn ang="0">
                <a:pos x="212" y="240"/>
              </a:cxn>
              <a:cxn ang="0">
                <a:pos x="204" y="236"/>
              </a:cxn>
              <a:cxn ang="0">
                <a:pos x="188" y="220"/>
              </a:cxn>
              <a:cxn ang="0">
                <a:pos x="184" y="212"/>
              </a:cxn>
              <a:cxn ang="0">
                <a:pos x="196" y="200"/>
              </a:cxn>
              <a:cxn ang="0">
                <a:pos x="204" y="204"/>
              </a:cxn>
              <a:cxn ang="0">
                <a:pos x="212" y="211"/>
              </a:cxn>
              <a:cxn ang="0">
                <a:pos x="236" y="188"/>
              </a:cxn>
              <a:cxn ang="0">
                <a:pos x="244" y="184"/>
              </a:cxn>
              <a:cxn ang="0">
                <a:pos x="256" y="196"/>
              </a:cxn>
              <a:cxn ang="0">
                <a:pos x="252" y="204"/>
              </a:cxn>
              <a:cxn ang="0">
                <a:pos x="220" y="236"/>
              </a:cxn>
              <a:cxn ang="0">
                <a:pos x="212" y="194"/>
              </a:cxn>
              <a:cxn ang="0">
                <a:pos x="196" y="188"/>
              </a:cxn>
              <a:cxn ang="0">
                <a:pos x="172" y="212"/>
              </a:cxn>
              <a:cxn ang="0">
                <a:pos x="179" y="229"/>
              </a:cxn>
              <a:cxn ang="0">
                <a:pos x="195" y="245"/>
              </a:cxn>
              <a:cxn ang="0">
                <a:pos x="199" y="248"/>
              </a:cxn>
              <a:cxn ang="0">
                <a:pos x="12" y="248"/>
              </a:cxn>
              <a:cxn ang="0">
                <a:pos x="0" y="236"/>
              </a:cxn>
              <a:cxn ang="0">
                <a:pos x="0" y="236"/>
              </a:cxn>
              <a:cxn ang="0">
                <a:pos x="0" y="236"/>
              </a:cxn>
              <a:cxn ang="0">
                <a:pos x="32" y="176"/>
              </a:cxn>
              <a:cxn ang="0">
                <a:pos x="69" y="164"/>
              </a:cxn>
              <a:cxn ang="0">
                <a:pos x="100" y="150"/>
              </a:cxn>
              <a:cxn ang="0">
                <a:pos x="100" y="127"/>
              </a:cxn>
              <a:cxn ang="0">
                <a:pos x="88" y="97"/>
              </a:cxn>
              <a:cxn ang="0">
                <a:pos x="80" y="85"/>
              </a:cxn>
              <a:cxn ang="0">
                <a:pos x="84" y="65"/>
              </a:cxn>
              <a:cxn ang="0">
                <a:pos x="82" y="39"/>
              </a:cxn>
              <a:cxn ang="0">
                <a:pos x="128" y="0"/>
              </a:cxn>
              <a:cxn ang="0">
                <a:pos x="175" y="39"/>
              </a:cxn>
              <a:cxn ang="0">
                <a:pos x="172" y="65"/>
              </a:cxn>
              <a:cxn ang="0">
                <a:pos x="176" y="85"/>
              </a:cxn>
              <a:cxn ang="0">
                <a:pos x="168" y="97"/>
              </a:cxn>
              <a:cxn ang="0">
                <a:pos x="156" y="126"/>
              </a:cxn>
              <a:cxn ang="0">
                <a:pos x="156" y="150"/>
              </a:cxn>
              <a:cxn ang="0">
                <a:pos x="187" y="164"/>
              </a:cxn>
              <a:cxn ang="0">
                <a:pos x="224" y="176"/>
              </a:cxn>
              <a:cxn ang="0">
                <a:pos x="228" y="179"/>
              </a:cxn>
              <a:cxn ang="0">
                <a:pos x="227" y="179"/>
              </a:cxn>
              <a:cxn ang="0">
                <a:pos x="212" y="194"/>
              </a:cxn>
              <a:cxn ang="0">
                <a:pos x="254" y="220"/>
              </a:cxn>
              <a:cxn ang="0">
                <a:pos x="256" y="236"/>
              </a:cxn>
              <a:cxn ang="0">
                <a:pos x="256" y="236"/>
              </a:cxn>
              <a:cxn ang="0">
                <a:pos x="256" y="236"/>
              </a:cxn>
              <a:cxn ang="0">
                <a:pos x="244" y="248"/>
              </a:cxn>
              <a:cxn ang="0">
                <a:pos x="225" y="248"/>
              </a:cxn>
              <a:cxn ang="0">
                <a:pos x="229" y="245"/>
              </a:cxn>
              <a:cxn ang="0">
                <a:pos x="254" y="220"/>
              </a:cxn>
            </a:cxnLst>
            <a:rect l="0" t="0" r="r" b="b"/>
            <a:pathLst>
              <a:path w="256" h="248">
                <a:moveTo>
                  <a:pt x="220" y="236"/>
                </a:moveTo>
                <a:cubicBezTo>
                  <a:pt x="218" y="239"/>
                  <a:pt x="215" y="240"/>
                  <a:pt x="212" y="240"/>
                </a:cubicBezTo>
                <a:cubicBezTo>
                  <a:pt x="209" y="240"/>
                  <a:pt x="206" y="239"/>
                  <a:pt x="204" y="236"/>
                </a:cubicBezTo>
                <a:cubicBezTo>
                  <a:pt x="188" y="220"/>
                  <a:pt x="188" y="220"/>
                  <a:pt x="188" y="220"/>
                </a:cubicBezTo>
                <a:cubicBezTo>
                  <a:pt x="185" y="218"/>
                  <a:pt x="184" y="215"/>
                  <a:pt x="184" y="212"/>
                </a:cubicBezTo>
                <a:cubicBezTo>
                  <a:pt x="184" y="205"/>
                  <a:pt x="189" y="200"/>
                  <a:pt x="196" y="200"/>
                </a:cubicBezTo>
                <a:cubicBezTo>
                  <a:pt x="199" y="200"/>
                  <a:pt x="202" y="201"/>
                  <a:pt x="204" y="204"/>
                </a:cubicBezTo>
                <a:cubicBezTo>
                  <a:pt x="212" y="211"/>
                  <a:pt x="212" y="211"/>
                  <a:pt x="212" y="211"/>
                </a:cubicBezTo>
                <a:cubicBezTo>
                  <a:pt x="236" y="188"/>
                  <a:pt x="236" y="188"/>
                  <a:pt x="236" y="188"/>
                </a:cubicBezTo>
                <a:cubicBezTo>
                  <a:pt x="238" y="185"/>
                  <a:pt x="241" y="184"/>
                  <a:pt x="244" y="184"/>
                </a:cubicBezTo>
                <a:cubicBezTo>
                  <a:pt x="251" y="184"/>
                  <a:pt x="256" y="189"/>
                  <a:pt x="256" y="196"/>
                </a:cubicBezTo>
                <a:cubicBezTo>
                  <a:pt x="256" y="199"/>
                  <a:pt x="255" y="202"/>
                  <a:pt x="252" y="204"/>
                </a:cubicBezTo>
                <a:lnTo>
                  <a:pt x="220" y="236"/>
                </a:lnTo>
                <a:close/>
                <a:moveTo>
                  <a:pt x="212" y="194"/>
                </a:moveTo>
                <a:cubicBezTo>
                  <a:pt x="208" y="190"/>
                  <a:pt x="202" y="188"/>
                  <a:pt x="196" y="188"/>
                </a:cubicBezTo>
                <a:cubicBezTo>
                  <a:pt x="183" y="188"/>
                  <a:pt x="172" y="199"/>
                  <a:pt x="172" y="212"/>
                </a:cubicBezTo>
                <a:cubicBezTo>
                  <a:pt x="172" y="219"/>
                  <a:pt x="175" y="225"/>
                  <a:pt x="179" y="229"/>
                </a:cubicBezTo>
                <a:cubicBezTo>
                  <a:pt x="195" y="245"/>
                  <a:pt x="195" y="245"/>
                  <a:pt x="195" y="245"/>
                </a:cubicBezTo>
                <a:cubicBezTo>
                  <a:pt x="196" y="246"/>
                  <a:pt x="197" y="247"/>
                  <a:pt x="199" y="248"/>
                </a:cubicBezTo>
                <a:cubicBezTo>
                  <a:pt x="12" y="248"/>
                  <a:pt x="12" y="248"/>
                  <a:pt x="12" y="248"/>
                </a:cubicBezTo>
                <a:cubicBezTo>
                  <a:pt x="5" y="248"/>
                  <a:pt x="0" y="243"/>
                  <a:pt x="0" y="236"/>
                </a:cubicBezTo>
                <a:cubicBezTo>
                  <a:pt x="0" y="236"/>
                  <a:pt x="0" y="236"/>
                  <a:pt x="0" y="236"/>
                </a:cubicBezTo>
                <a:cubicBezTo>
                  <a:pt x="0" y="236"/>
                  <a:pt x="0" y="236"/>
                  <a:pt x="0" y="236"/>
                </a:cubicBezTo>
                <a:cubicBezTo>
                  <a:pt x="0" y="236"/>
                  <a:pt x="0" y="192"/>
                  <a:pt x="32" y="176"/>
                </a:cubicBezTo>
                <a:cubicBezTo>
                  <a:pt x="52" y="166"/>
                  <a:pt x="44" y="174"/>
                  <a:pt x="69" y="164"/>
                </a:cubicBezTo>
                <a:cubicBezTo>
                  <a:pt x="94" y="154"/>
                  <a:pt x="100" y="150"/>
                  <a:pt x="100" y="150"/>
                </a:cubicBezTo>
                <a:cubicBezTo>
                  <a:pt x="100" y="127"/>
                  <a:pt x="100" y="127"/>
                  <a:pt x="100" y="127"/>
                </a:cubicBezTo>
                <a:cubicBezTo>
                  <a:pt x="100" y="127"/>
                  <a:pt x="91" y="119"/>
                  <a:pt x="88" y="97"/>
                </a:cubicBezTo>
                <a:cubicBezTo>
                  <a:pt x="82" y="99"/>
                  <a:pt x="80" y="90"/>
                  <a:pt x="80" y="85"/>
                </a:cubicBezTo>
                <a:cubicBezTo>
                  <a:pt x="80" y="80"/>
                  <a:pt x="77" y="63"/>
                  <a:pt x="84" y="65"/>
                </a:cubicBezTo>
                <a:cubicBezTo>
                  <a:pt x="82" y="54"/>
                  <a:pt x="81" y="44"/>
                  <a:pt x="82" y="39"/>
                </a:cubicBezTo>
                <a:cubicBezTo>
                  <a:pt x="83" y="21"/>
                  <a:pt x="101" y="1"/>
                  <a:pt x="128" y="0"/>
                </a:cubicBezTo>
                <a:cubicBezTo>
                  <a:pt x="160" y="1"/>
                  <a:pt x="173" y="21"/>
                  <a:pt x="175" y="39"/>
                </a:cubicBezTo>
                <a:cubicBezTo>
                  <a:pt x="175" y="44"/>
                  <a:pt x="174" y="54"/>
                  <a:pt x="172" y="65"/>
                </a:cubicBezTo>
                <a:cubicBezTo>
                  <a:pt x="180" y="63"/>
                  <a:pt x="177" y="80"/>
                  <a:pt x="176" y="85"/>
                </a:cubicBezTo>
                <a:cubicBezTo>
                  <a:pt x="176" y="90"/>
                  <a:pt x="174" y="99"/>
                  <a:pt x="168" y="97"/>
                </a:cubicBezTo>
                <a:cubicBezTo>
                  <a:pt x="165" y="119"/>
                  <a:pt x="156" y="126"/>
                  <a:pt x="156" y="126"/>
                </a:cubicBezTo>
                <a:cubicBezTo>
                  <a:pt x="156" y="150"/>
                  <a:pt x="156" y="150"/>
                  <a:pt x="156" y="150"/>
                </a:cubicBezTo>
                <a:cubicBezTo>
                  <a:pt x="156" y="150"/>
                  <a:pt x="162" y="153"/>
                  <a:pt x="187" y="164"/>
                </a:cubicBezTo>
                <a:cubicBezTo>
                  <a:pt x="212" y="174"/>
                  <a:pt x="204" y="166"/>
                  <a:pt x="224" y="176"/>
                </a:cubicBezTo>
                <a:cubicBezTo>
                  <a:pt x="225" y="177"/>
                  <a:pt x="226" y="178"/>
                  <a:pt x="228" y="179"/>
                </a:cubicBezTo>
                <a:cubicBezTo>
                  <a:pt x="227" y="179"/>
                  <a:pt x="227" y="179"/>
                  <a:pt x="227" y="179"/>
                </a:cubicBezTo>
                <a:lnTo>
                  <a:pt x="212" y="194"/>
                </a:lnTo>
                <a:close/>
                <a:moveTo>
                  <a:pt x="254" y="220"/>
                </a:moveTo>
                <a:cubicBezTo>
                  <a:pt x="256" y="229"/>
                  <a:pt x="256" y="236"/>
                  <a:pt x="256" y="236"/>
                </a:cubicBezTo>
                <a:cubicBezTo>
                  <a:pt x="256" y="236"/>
                  <a:pt x="256" y="236"/>
                  <a:pt x="256" y="236"/>
                </a:cubicBezTo>
                <a:cubicBezTo>
                  <a:pt x="256" y="236"/>
                  <a:pt x="256" y="236"/>
                  <a:pt x="256" y="236"/>
                </a:cubicBezTo>
                <a:cubicBezTo>
                  <a:pt x="256" y="243"/>
                  <a:pt x="251" y="248"/>
                  <a:pt x="244" y="248"/>
                </a:cubicBezTo>
                <a:cubicBezTo>
                  <a:pt x="225" y="248"/>
                  <a:pt x="225" y="248"/>
                  <a:pt x="225" y="248"/>
                </a:cubicBezTo>
                <a:cubicBezTo>
                  <a:pt x="227" y="247"/>
                  <a:pt x="228" y="246"/>
                  <a:pt x="229" y="245"/>
                </a:cubicBezTo>
                <a:lnTo>
                  <a:pt x="254" y="220"/>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0" name="Freeform 191"/>
          <p:cNvSpPr>
            <a:spLocks/>
          </p:cNvSpPr>
          <p:nvPr/>
        </p:nvSpPr>
        <p:spPr bwMode="auto">
          <a:xfrm>
            <a:off x="3207608" y="2027596"/>
            <a:ext cx="533400" cy="516467"/>
          </a:xfrm>
          <a:custGeom>
            <a:avLst/>
            <a:gdLst/>
            <a:ahLst/>
            <a:cxnLst>
              <a:cxn ang="0">
                <a:pos x="256" y="236"/>
              </a:cxn>
              <a:cxn ang="0">
                <a:pos x="256" y="236"/>
              </a:cxn>
              <a:cxn ang="0">
                <a:pos x="244" y="248"/>
              </a:cxn>
              <a:cxn ang="0">
                <a:pos x="12" y="248"/>
              </a:cxn>
              <a:cxn ang="0">
                <a:pos x="0" y="236"/>
              </a:cxn>
              <a:cxn ang="0">
                <a:pos x="0" y="236"/>
              </a:cxn>
              <a:cxn ang="0">
                <a:pos x="0" y="236"/>
              </a:cxn>
              <a:cxn ang="0">
                <a:pos x="32" y="176"/>
              </a:cxn>
              <a:cxn ang="0">
                <a:pos x="69" y="164"/>
              </a:cxn>
              <a:cxn ang="0">
                <a:pos x="100" y="150"/>
              </a:cxn>
              <a:cxn ang="0">
                <a:pos x="100" y="127"/>
              </a:cxn>
              <a:cxn ang="0">
                <a:pos x="88" y="97"/>
              </a:cxn>
              <a:cxn ang="0">
                <a:pos x="80" y="85"/>
              </a:cxn>
              <a:cxn ang="0">
                <a:pos x="84" y="65"/>
              </a:cxn>
              <a:cxn ang="0">
                <a:pos x="82" y="39"/>
              </a:cxn>
              <a:cxn ang="0">
                <a:pos x="128" y="0"/>
              </a:cxn>
              <a:cxn ang="0">
                <a:pos x="175" y="39"/>
              </a:cxn>
              <a:cxn ang="0">
                <a:pos x="172" y="65"/>
              </a:cxn>
              <a:cxn ang="0">
                <a:pos x="176" y="85"/>
              </a:cxn>
              <a:cxn ang="0">
                <a:pos x="168" y="97"/>
              </a:cxn>
              <a:cxn ang="0">
                <a:pos x="156" y="126"/>
              </a:cxn>
              <a:cxn ang="0">
                <a:pos x="156" y="150"/>
              </a:cxn>
              <a:cxn ang="0">
                <a:pos x="187" y="164"/>
              </a:cxn>
              <a:cxn ang="0">
                <a:pos x="224" y="176"/>
              </a:cxn>
              <a:cxn ang="0">
                <a:pos x="256" y="236"/>
              </a:cxn>
            </a:cxnLst>
            <a:rect l="0" t="0" r="r" b="b"/>
            <a:pathLst>
              <a:path w="256" h="248">
                <a:moveTo>
                  <a:pt x="256" y="236"/>
                </a:moveTo>
                <a:cubicBezTo>
                  <a:pt x="256" y="236"/>
                  <a:pt x="256" y="236"/>
                  <a:pt x="256" y="236"/>
                </a:cubicBezTo>
                <a:cubicBezTo>
                  <a:pt x="256" y="243"/>
                  <a:pt x="251" y="248"/>
                  <a:pt x="244" y="248"/>
                </a:cubicBezTo>
                <a:cubicBezTo>
                  <a:pt x="12" y="248"/>
                  <a:pt x="12" y="248"/>
                  <a:pt x="12" y="248"/>
                </a:cubicBezTo>
                <a:cubicBezTo>
                  <a:pt x="5" y="248"/>
                  <a:pt x="0" y="243"/>
                  <a:pt x="0" y="236"/>
                </a:cubicBezTo>
                <a:cubicBezTo>
                  <a:pt x="0" y="236"/>
                  <a:pt x="0" y="236"/>
                  <a:pt x="0" y="236"/>
                </a:cubicBezTo>
                <a:cubicBezTo>
                  <a:pt x="0" y="236"/>
                  <a:pt x="0" y="236"/>
                  <a:pt x="0" y="236"/>
                </a:cubicBezTo>
                <a:cubicBezTo>
                  <a:pt x="0" y="236"/>
                  <a:pt x="0" y="192"/>
                  <a:pt x="32" y="176"/>
                </a:cubicBezTo>
                <a:cubicBezTo>
                  <a:pt x="52" y="166"/>
                  <a:pt x="44" y="174"/>
                  <a:pt x="69" y="164"/>
                </a:cubicBezTo>
                <a:cubicBezTo>
                  <a:pt x="94" y="154"/>
                  <a:pt x="100" y="150"/>
                  <a:pt x="100" y="150"/>
                </a:cubicBezTo>
                <a:cubicBezTo>
                  <a:pt x="100" y="127"/>
                  <a:pt x="100" y="127"/>
                  <a:pt x="100" y="127"/>
                </a:cubicBezTo>
                <a:cubicBezTo>
                  <a:pt x="100" y="127"/>
                  <a:pt x="91" y="119"/>
                  <a:pt x="88" y="97"/>
                </a:cubicBezTo>
                <a:cubicBezTo>
                  <a:pt x="82" y="99"/>
                  <a:pt x="80" y="90"/>
                  <a:pt x="80" y="85"/>
                </a:cubicBezTo>
                <a:cubicBezTo>
                  <a:pt x="80" y="80"/>
                  <a:pt x="77" y="63"/>
                  <a:pt x="84" y="65"/>
                </a:cubicBezTo>
                <a:cubicBezTo>
                  <a:pt x="82" y="54"/>
                  <a:pt x="81" y="44"/>
                  <a:pt x="82" y="39"/>
                </a:cubicBezTo>
                <a:cubicBezTo>
                  <a:pt x="83" y="21"/>
                  <a:pt x="101" y="1"/>
                  <a:pt x="128" y="0"/>
                </a:cubicBezTo>
                <a:cubicBezTo>
                  <a:pt x="160" y="1"/>
                  <a:pt x="173" y="21"/>
                  <a:pt x="175" y="39"/>
                </a:cubicBezTo>
                <a:cubicBezTo>
                  <a:pt x="175" y="44"/>
                  <a:pt x="174" y="54"/>
                  <a:pt x="172" y="65"/>
                </a:cubicBezTo>
                <a:cubicBezTo>
                  <a:pt x="180" y="63"/>
                  <a:pt x="177" y="80"/>
                  <a:pt x="176" y="85"/>
                </a:cubicBezTo>
                <a:cubicBezTo>
                  <a:pt x="176" y="90"/>
                  <a:pt x="174" y="99"/>
                  <a:pt x="168" y="97"/>
                </a:cubicBezTo>
                <a:cubicBezTo>
                  <a:pt x="165" y="119"/>
                  <a:pt x="156" y="126"/>
                  <a:pt x="156" y="126"/>
                </a:cubicBezTo>
                <a:cubicBezTo>
                  <a:pt x="156" y="150"/>
                  <a:pt x="156" y="150"/>
                  <a:pt x="156" y="150"/>
                </a:cubicBezTo>
                <a:cubicBezTo>
                  <a:pt x="156" y="150"/>
                  <a:pt x="162" y="153"/>
                  <a:pt x="187" y="164"/>
                </a:cubicBezTo>
                <a:cubicBezTo>
                  <a:pt x="212" y="174"/>
                  <a:pt x="204" y="166"/>
                  <a:pt x="224" y="176"/>
                </a:cubicBezTo>
                <a:cubicBezTo>
                  <a:pt x="256" y="192"/>
                  <a:pt x="256" y="236"/>
                  <a:pt x="256" y="236"/>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2" name="Freeform 201"/>
          <p:cNvSpPr>
            <a:spLocks noEditPoints="1"/>
          </p:cNvSpPr>
          <p:nvPr/>
        </p:nvSpPr>
        <p:spPr bwMode="auto">
          <a:xfrm>
            <a:off x="8458565" y="3886141"/>
            <a:ext cx="402167" cy="433916"/>
          </a:xfrm>
          <a:custGeom>
            <a:avLst/>
            <a:gdLst/>
            <a:ahLst/>
            <a:cxnLst>
              <a:cxn ang="0">
                <a:pos x="180" y="208"/>
              </a:cxn>
              <a:cxn ang="0">
                <a:pos x="12" y="208"/>
              </a:cxn>
              <a:cxn ang="0">
                <a:pos x="0" y="196"/>
              </a:cxn>
              <a:cxn ang="0">
                <a:pos x="0" y="12"/>
              </a:cxn>
              <a:cxn ang="0">
                <a:pos x="12" y="0"/>
              </a:cxn>
              <a:cxn ang="0">
                <a:pos x="180" y="0"/>
              </a:cxn>
              <a:cxn ang="0">
                <a:pos x="192" y="12"/>
              </a:cxn>
              <a:cxn ang="0">
                <a:pos x="192" y="196"/>
              </a:cxn>
              <a:cxn ang="0">
                <a:pos x="180" y="208"/>
              </a:cxn>
              <a:cxn ang="0">
                <a:pos x="168" y="24"/>
              </a:cxn>
              <a:cxn ang="0">
                <a:pos x="24" y="24"/>
              </a:cxn>
              <a:cxn ang="0">
                <a:pos x="24" y="148"/>
              </a:cxn>
              <a:cxn ang="0">
                <a:pos x="168" y="148"/>
              </a:cxn>
              <a:cxn ang="0">
                <a:pos x="168" y="24"/>
              </a:cxn>
            </a:cxnLst>
            <a:rect l="0" t="0" r="r" b="b"/>
            <a:pathLst>
              <a:path w="192" h="208">
                <a:moveTo>
                  <a:pt x="180" y="208"/>
                </a:moveTo>
                <a:cubicBezTo>
                  <a:pt x="12" y="208"/>
                  <a:pt x="12" y="208"/>
                  <a:pt x="12" y="208"/>
                </a:cubicBezTo>
                <a:cubicBezTo>
                  <a:pt x="5" y="208"/>
                  <a:pt x="0" y="203"/>
                  <a:pt x="0" y="196"/>
                </a:cubicBezTo>
                <a:cubicBezTo>
                  <a:pt x="0" y="12"/>
                  <a:pt x="0" y="12"/>
                  <a:pt x="0" y="12"/>
                </a:cubicBezTo>
                <a:cubicBezTo>
                  <a:pt x="0" y="5"/>
                  <a:pt x="5" y="0"/>
                  <a:pt x="12" y="0"/>
                </a:cubicBezTo>
                <a:cubicBezTo>
                  <a:pt x="180" y="0"/>
                  <a:pt x="180" y="0"/>
                  <a:pt x="180" y="0"/>
                </a:cubicBezTo>
                <a:cubicBezTo>
                  <a:pt x="187" y="0"/>
                  <a:pt x="192" y="5"/>
                  <a:pt x="192" y="12"/>
                </a:cubicBezTo>
                <a:cubicBezTo>
                  <a:pt x="192" y="196"/>
                  <a:pt x="192" y="196"/>
                  <a:pt x="192" y="196"/>
                </a:cubicBezTo>
                <a:cubicBezTo>
                  <a:pt x="192" y="203"/>
                  <a:pt x="187" y="208"/>
                  <a:pt x="180" y="208"/>
                </a:cubicBezTo>
                <a:moveTo>
                  <a:pt x="168" y="24"/>
                </a:moveTo>
                <a:cubicBezTo>
                  <a:pt x="24" y="24"/>
                  <a:pt x="24" y="24"/>
                  <a:pt x="24" y="24"/>
                </a:cubicBezTo>
                <a:cubicBezTo>
                  <a:pt x="24" y="148"/>
                  <a:pt x="24" y="148"/>
                  <a:pt x="24" y="148"/>
                </a:cubicBezTo>
                <a:cubicBezTo>
                  <a:pt x="168" y="148"/>
                  <a:pt x="168" y="148"/>
                  <a:pt x="168" y="148"/>
                </a:cubicBezTo>
                <a:lnTo>
                  <a:pt x="168" y="24"/>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3" name="Freeform 223"/>
          <p:cNvSpPr>
            <a:spLocks noEditPoints="1"/>
          </p:cNvSpPr>
          <p:nvPr/>
        </p:nvSpPr>
        <p:spPr bwMode="auto">
          <a:xfrm>
            <a:off x="3159867" y="3874497"/>
            <a:ext cx="533400" cy="457200"/>
          </a:xfrm>
          <a:custGeom>
            <a:avLst/>
            <a:gdLst/>
            <a:ahLst/>
            <a:cxnLst>
              <a:cxn ang="0">
                <a:pos x="184" y="164"/>
              </a:cxn>
              <a:cxn ang="0">
                <a:pos x="232" y="116"/>
              </a:cxn>
              <a:cxn ang="0">
                <a:pos x="217" y="87"/>
              </a:cxn>
              <a:cxn ang="0">
                <a:pos x="215" y="85"/>
              </a:cxn>
              <a:cxn ang="0">
                <a:pos x="212" y="84"/>
              </a:cxn>
              <a:cxn ang="0">
                <a:pos x="209" y="83"/>
              </a:cxn>
              <a:cxn ang="0">
                <a:pos x="206" y="81"/>
              </a:cxn>
              <a:cxn ang="0">
                <a:pos x="203" y="81"/>
              </a:cxn>
              <a:cxn ang="0">
                <a:pos x="200" y="80"/>
              </a:cxn>
              <a:cxn ang="0">
                <a:pos x="195" y="80"/>
              </a:cxn>
              <a:cxn ang="0">
                <a:pos x="193" y="73"/>
              </a:cxn>
              <a:cxn ang="0">
                <a:pos x="191" y="67"/>
              </a:cxn>
              <a:cxn ang="0">
                <a:pos x="189" y="61"/>
              </a:cxn>
              <a:cxn ang="0">
                <a:pos x="128" y="24"/>
              </a:cxn>
              <a:cxn ang="0">
                <a:pos x="67" y="61"/>
              </a:cxn>
              <a:cxn ang="0">
                <a:pos x="65" y="67"/>
              </a:cxn>
              <a:cxn ang="0">
                <a:pos x="63" y="73"/>
              </a:cxn>
              <a:cxn ang="0">
                <a:pos x="61" y="80"/>
              </a:cxn>
              <a:cxn ang="0">
                <a:pos x="56" y="80"/>
              </a:cxn>
              <a:cxn ang="0">
                <a:pos x="53" y="81"/>
              </a:cxn>
              <a:cxn ang="0">
                <a:pos x="50" y="81"/>
              </a:cxn>
              <a:cxn ang="0">
                <a:pos x="47" y="83"/>
              </a:cxn>
              <a:cxn ang="0">
                <a:pos x="44" y="84"/>
              </a:cxn>
              <a:cxn ang="0">
                <a:pos x="41" y="85"/>
              </a:cxn>
              <a:cxn ang="0">
                <a:pos x="39" y="87"/>
              </a:cxn>
              <a:cxn ang="0">
                <a:pos x="24" y="116"/>
              </a:cxn>
              <a:cxn ang="0">
                <a:pos x="72" y="164"/>
              </a:cxn>
              <a:cxn ang="0">
                <a:pos x="0" y="116"/>
              </a:cxn>
              <a:cxn ang="0">
                <a:pos x="128" y="0"/>
              </a:cxn>
              <a:cxn ang="0">
                <a:pos x="256" y="116"/>
              </a:cxn>
              <a:cxn ang="0">
                <a:pos x="83" y="148"/>
              </a:cxn>
              <a:cxn ang="0">
                <a:pos x="119" y="108"/>
              </a:cxn>
              <a:cxn ang="0">
                <a:pos x="137" y="108"/>
              </a:cxn>
              <a:cxn ang="0">
                <a:pos x="173" y="148"/>
              </a:cxn>
              <a:cxn ang="0">
                <a:pos x="176" y="156"/>
              </a:cxn>
              <a:cxn ang="0">
                <a:pos x="155" y="164"/>
              </a:cxn>
              <a:cxn ang="0">
                <a:pos x="140" y="147"/>
              </a:cxn>
              <a:cxn ang="0">
                <a:pos x="128" y="220"/>
              </a:cxn>
              <a:cxn ang="0">
                <a:pos x="116" y="147"/>
              </a:cxn>
              <a:cxn ang="0">
                <a:pos x="101" y="164"/>
              </a:cxn>
              <a:cxn ang="0">
                <a:pos x="80" y="156"/>
              </a:cxn>
            </a:cxnLst>
            <a:rect l="0" t="0" r="r" b="b"/>
            <a:pathLst>
              <a:path w="256" h="220">
                <a:moveTo>
                  <a:pt x="196" y="176"/>
                </a:moveTo>
                <a:cubicBezTo>
                  <a:pt x="189" y="176"/>
                  <a:pt x="184" y="171"/>
                  <a:pt x="184" y="164"/>
                </a:cubicBezTo>
                <a:cubicBezTo>
                  <a:pt x="184" y="157"/>
                  <a:pt x="189" y="152"/>
                  <a:pt x="196" y="152"/>
                </a:cubicBezTo>
                <a:cubicBezTo>
                  <a:pt x="216" y="152"/>
                  <a:pt x="232" y="136"/>
                  <a:pt x="232" y="116"/>
                </a:cubicBezTo>
                <a:cubicBezTo>
                  <a:pt x="232" y="105"/>
                  <a:pt x="227" y="96"/>
                  <a:pt x="220" y="89"/>
                </a:cubicBezTo>
                <a:cubicBezTo>
                  <a:pt x="219" y="88"/>
                  <a:pt x="218" y="88"/>
                  <a:pt x="217" y="87"/>
                </a:cubicBezTo>
                <a:cubicBezTo>
                  <a:pt x="217" y="87"/>
                  <a:pt x="217" y="87"/>
                  <a:pt x="217" y="87"/>
                </a:cubicBezTo>
                <a:cubicBezTo>
                  <a:pt x="217" y="86"/>
                  <a:pt x="216" y="86"/>
                  <a:pt x="215" y="85"/>
                </a:cubicBezTo>
                <a:cubicBezTo>
                  <a:pt x="215" y="85"/>
                  <a:pt x="215" y="85"/>
                  <a:pt x="215" y="85"/>
                </a:cubicBezTo>
                <a:cubicBezTo>
                  <a:pt x="214" y="85"/>
                  <a:pt x="213" y="84"/>
                  <a:pt x="212" y="84"/>
                </a:cubicBezTo>
                <a:cubicBezTo>
                  <a:pt x="212" y="84"/>
                  <a:pt x="212" y="84"/>
                  <a:pt x="211" y="84"/>
                </a:cubicBezTo>
                <a:cubicBezTo>
                  <a:pt x="211" y="83"/>
                  <a:pt x="210" y="83"/>
                  <a:pt x="209" y="83"/>
                </a:cubicBezTo>
                <a:cubicBezTo>
                  <a:pt x="209" y="82"/>
                  <a:pt x="209" y="82"/>
                  <a:pt x="208" y="82"/>
                </a:cubicBezTo>
                <a:cubicBezTo>
                  <a:pt x="208" y="82"/>
                  <a:pt x="207" y="82"/>
                  <a:pt x="206" y="81"/>
                </a:cubicBezTo>
                <a:cubicBezTo>
                  <a:pt x="206" y="81"/>
                  <a:pt x="205" y="81"/>
                  <a:pt x="205" y="81"/>
                </a:cubicBezTo>
                <a:cubicBezTo>
                  <a:pt x="204" y="81"/>
                  <a:pt x="204" y="81"/>
                  <a:pt x="203" y="81"/>
                </a:cubicBezTo>
                <a:cubicBezTo>
                  <a:pt x="202" y="81"/>
                  <a:pt x="202" y="80"/>
                  <a:pt x="201" y="80"/>
                </a:cubicBezTo>
                <a:cubicBezTo>
                  <a:pt x="200" y="80"/>
                  <a:pt x="200" y="80"/>
                  <a:pt x="200" y="80"/>
                </a:cubicBezTo>
                <a:cubicBezTo>
                  <a:pt x="198" y="80"/>
                  <a:pt x="197" y="80"/>
                  <a:pt x="196" y="80"/>
                </a:cubicBezTo>
                <a:cubicBezTo>
                  <a:pt x="196" y="80"/>
                  <a:pt x="195" y="80"/>
                  <a:pt x="195" y="80"/>
                </a:cubicBezTo>
                <a:cubicBezTo>
                  <a:pt x="195" y="78"/>
                  <a:pt x="194" y="76"/>
                  <a:pt x="194" y="74"/>
                </a:cubicBezTo>
                <a:cubicBezTo>
                  <a:pt x="193" y="74"/>
                  <a:pt x="193" y="73"/>
                  <a:pt x="193" y="73"/>
                </a:cubicBezTo>
                <a:cubicBezTo>
                  <a:pt x="193" y="71"/>
                  <a:pt x="192" y="70"/>
                  <a:pt x="192" y="68"/>
                </a:cubicBezTo>
                <a:cubicBezTo>
                  <a:pt x="191" y="68"/>
                  <a:pt x="191" y="67"/>
                  <a:pt x="191" y="67"/>
                </a:cubicBezTo>
                <a:cubicBezTo>
                  <a:pt x="190" y="65"/>
                  <a:pt x="190" y="64"/>
                  <a:pt x="189" y="62"/>
                </a:cubicBezTo>
                <a:cubicBezTo>
                  <a:pt x="189" y="62"/>
                  <a:pt x="189" y="62"/>
                  <a:pt x="189" y="61"/>
                </a:cubicBezTo>
                <a:cubicBezTo>
                  <a:pt x="188" y="60"/>
                  <a:pt x="187" y="58"/>
                  <a:pt x="186" y="57"/>
                </a:cubicBezTo>
                <a:cubicBezTo>
                  <a:pt x="174" y="37"/>
                  <a:pt x="153" y="24"/>
                  <a:pt x="128" y="24"/>
                </a:cubicBezTo>
                <a:cubicBezTo>
                  <a:pt x="103" y="24"/>
                  <a:pt x="82" y="37"/>
                  <a:pt x="70" y="57"/>
                </a:cubicBezTo>
                <a:cubicBezTo>
                  <a:pt x="69" y="58"/>
                  <a:pt x="68" y="60"/>
                  <a:pt x="67" y="61"/>
                </a:cubicBezTo>
                <a:cubicBezTo>
                  <a:pt x="67" y="62"/>
                  <a:pt x="67" y="62"/>
                  <a:pt x="67" y="62"/>
                </a:cubicBezTo>
                <a:cubicBezTo>
                  <a:pt x="66" y="64"/>
                  <a:pt x="66" y="65"/>
                  <a:pt x="65" y="67"/>
                </a:cubicBezTo>
                <a:cubicBezTo>
                  <a:pt x="65" y="67"/>
                  <a:pt x="65" y="68"/>
                  <a:pt x="64" y="68"/>
                </a:cubicBezTo>
                <a:cubicBezTo>
                  <a:pt x="64" y="70"/>
                  <a:pt x="63" y="71"/>
                  <a:pt x="63" y="73"/>
                </a:cubicBezTo>
                <a:cubicBezTo>
                  <a:pt x="63" y="73"/>
                  <a:pt x="63" y="74"/>
                  <a:pt x="62" y="74"/>
                </a:cubicBezTo>
                <a:cubicBezTo>
                  <a:pt x="62" y="76"/>
                  <a:pt x="61" y="78"/>
                  <a:pt x="61" y="80"/>
                </a:cubicBezTo>
                <a:cubicBezTo>
                  <a:pt x="61" y="80"/>
                  <a:pt x="60" y="80"/>
                  <a:pt x="60" y="80"/>
                </a:cubicBezTo>
                <a:cubicBezTo>
                  <a:pt x="59" y="80"/>
                  <a:pt x="58" y="80"/>
                  <a:pt x="56" y="80"/>
                </a:cubicBezTo>
                <a:cubicBezTo>
                  <a:pt x="56" y="80"/>
                  <a:pt x="56" y="80"/>
                  <a:pt x="55" y="80"/>
                </a:cubicBezTo>
                <a:cubicBezTo>
                  <a:pt x="54" y="80"/>
                  <a:pt x="54" y="81"/>
                  <a:pt x="53" y="81"/>
                </a:cubicBezTo>
                <a:cubicBezTo>
                  <a:pt x="52" y="81"/>
                  <a:pt x="52" y="81"/>
                  <a:pt x="51" y="81"/>
                </a:cubicBezTo>
                <a:cubicBezTo>
                  <a:pt x="51" y="81"/>
                  <a:pt x="50" y="81"/>
                  <a:pt x="50" y="81"/>
                </a:cubicBezTo>
                <a:cubicBezTo>
                  <a:pt x="49" y="82"/>
                  <a:pt x="48" y="82"/>
                  <a:pt x="48" y="82"/>
                </a:cubicBezTo>
                <a:cubicBezTo>
                  <a:pt x="47" y="82"/>
                  <a:pt x="47" y="82"/>
                  <a:pt x="47" y="83"/>
                </a:cubicBezTo>
                <a:cubicBezTo>
                  <a:pt x="46" y="83"/>
                  <a:pt x="45" y="83"/>
                  <a:pt x="45" y="84"/>
                </a:cubicBezTo>
                <a:cubicBezTo>
                  <a:pt x="44" y="84"/>
                  <a:pt x="44" y="84"/>
                  <a:pt x="44" y="84"/>
                </a:cubicBezTo>
                <a:cubicBezTo>
                  <a:pt x="43" y="84"/>
                  <a:pt x="42" y="85"/>
                  <a:pt x="41" y="85"/>
                </a:cubicBezTo>
                <a:cubicBezTo>
                  <a:pt x="41" y="85"/>
                  <a:pt x="41" y="85"/>
                  <a:pt x="41" y="85"/>
                </a:cubicBezTo>
                <a:cubicBezTo>
                  <a:pt x="40" y="86"/>
                  <a:pt x="39" y="86"/>
                  <a:pt x="39" y="87"/>
                </a:cubicBezTo>
                <a:cubicBezTo>
                  <a:pt x="39" y="87"/>
                  <a:pt x="39" y="87"/>
                  <a:pt x="39" y="87"/>
                </a:cubicBezTo>
                <a:cubicBezTo>
                  <a:pt x="38" y="88"/>
                  <a:pt x="37" y="88"/>
                  <a:pt x="36" y="89"/>
                </a:cubicBezTo>
                <a:cubicBezTo>
                  <a:pt x="29" y="96"/>
                  <a:pt x="24" y="105"/>
                  <a:pt x="24" y="116"/>
                </a:cubicBezTo>
                <a:cubicBezTo>
                  <a:pt x="24" y="136"/>
                  <a:pt x="40" y="152"/>
                  <a:pt x="60" y="152"/>
                </a:cubicBezTo>
                <a:cubicBezTo>
                  <a:pt x="67" y="152"/>
                  <a:pt x="72" y="157"/>
                  <a:pt x="72" y="164"/>
                </a:cubicBezTo>
                <a:cubicBezTo>
                  <a:pt x="72" y="171"/>
                  <a:pt x="67" y="176"/>
                  <a:pt x="60" y="176"/>
                </a:cubicBezTo>
                <a:cubicBezTo>
                  <a:pt x="27" y="176"/>
                  <a:pt x="0" y="149"/>
                  <a:pt x="0" y="116"/>
                </a:cubicBezTo>
                <a:cubicBezTo>
                  <a:pt x="0" y="89"/>
                  <a:pt x="18" y="66"/>
                  <a:pt x="42" y="59"/>
                </a:cubicBezTo>
                <a:cubicBezTo>
                  <a:pt x="56" y="24"/>
                  <a:pt x="89" y="0"/>
                  <a:pt x="128" y="0"/>
                </a:cubicBezTo>
                <a:cubicBezTo>
                  <a:pt x="167" y="0"/>
                  <a:pt x="200" y="24"/>
                  <a:pt x="214" y="59"/>
                </a:cubicBezTo>
                <a:cubicBezTo>
                  <a:pt x="238" y="66"/>
                  <a:pt x="256" y="89"/>
                  <a:pt x="256" y="116"/>
                </a:cubicBezTo>
                <a:cubicBezTo>
                  <a:pt x="256" y="149"/>
                  <a:pt x="229" y="176"/>
                  <a:pt x="196" y="176"/>
                </a:cubicBezTo>
                <a:moveTo>
                  <a:pt x="83" y="148"/>
                </a:moveTo>
                <a:cubicBezTo>
                  <a:pt x="119" y="108"/>
                  <a:pt x="119" y="108"/>
                  <a:pt x="119" y="108"/>
                </a:cubicBezTo>
                <a:cubicBezTo>
                  <a:pt x="119" y="108"/>
                  <a:pt x="119" y="108"/>
                  <a:pt x="119" y="108"/>
                </a:cubicBezTo>
                <a:cubicBezTo>
                  <a:pt x="121" y="106"/>
                  <a:pt x="124" y="104"/>
                  <a:pt x="128" y="104"/>
                </a:cubicBezTo>
                <a:cubicBezTo>
                  <a:pt x="132" y="104"/>
                  <a:pt x="135" y="106"/>
                  <a:pt x="137" y="108"/>
                </a:cubicBezTo>
                <a:cubicBezTo>
                  <a:pt x="137" y="108"/>
                  <a:pt x="137" y="108"/>
                  <a:pt x="137" y="108"/>
                </a:cubicBezTo>
                <a:cubicBezTo>
                  <a:pt x="173" y="148"/>
                  <a:pt x="173" y="148"/>
                  <a:pt x="173" y="148"/>
                </a:cubicBezTo>
                <a:cubicBezTo>
                  <a:pt x="173" y="148"/>
                  <a:pt x="173" y="148"/>
                  <a:pt x="173" y="148"/>
                </a:cubicBezTo>
                <a:cubicBezTo>
                  <a:pt x="175" y="150"/>
                  <a:pt x="176" y="153"/>
                  <a:pt x="176" y="156"/>
                </a:cubicBezTo>
                <a:cubicBezTo>
                  <a:pt x="176" y="163"/>
                  <a:pt x="171" y="168"/>
                  <a:pt x="164" y="168"/>
                </a:cubicBezTo>
                <a:cubicBezTo>
                  <a:pt x="160" y="168"/>
                  <a:pt x="157" y="166"/>
                  <a:pt x="155" y="164"/>
                </a:cubicBezTo>
                <a:cubicBezTo>
                  <a:pt x="155" y="164"/>
                  <a:pt x="155" y="164"/>
                  <a:pt x="155" y="164"/>
                </a:cubicBezTo>
                <a:cubicBezTo>
                  <a:pt x="140" y="147"/>
                  <a:pt x="140" y="147"/>
                  <a:pt x="140" y="147"/>
                </a:cubicBezTo>
                <a:cubicBezTo>
                  <a:pt x="140" y="208"/>
                  <a:pt x="140" y="208"/>
                  <a:pt x="140" y="208"/>
                </a:cubicBezTo>
                <a:cubicBezTo>
                  <a:pt x="140" y="215"/>
                  <a:pt x="135" y="220"/>
                  <a:pt x="128" y="220"/>
                </a:cubicBezTo>
                <a:cubicBezTo>
                  <a:pt x="121" y="220"/>
                  <a:pt x="116" y="215"/>
                  <a:pt x="116" y="208"/>
                </a:cubicBezTo>
                <a:cubicBezTo>
                  <a:pt x="116" y="147"/>
                  <a:pt x="116" y="147"/>
                  <a:pt x="116" y="147"/>
                </a:cubicBezTo>
                <a:cubicBezTo>
                  <a:pt x="101" y="164"/>
                  <a:pt x="101" y="164"/>
                  <a:pt x="101" y="164"/>
                </a:cubicBezTo>
                <a:cubicBezTo>
                  <a:pt x="101" y="164"/>
                  <a:pt x="101" y="164"/>
                  <a:pt x="101" y="164"/>
                </a:cubicBezTo>
                <a:cubicBezTo>
                  <a:pt x="99" y="166"/>
                  <a:pt x="96" y="168"/>
                  <a:pt x="92" y="168"/>
                </a:cubicBezTo>
                <a:cubicBezTo>
                  <a:pt x="85" y="168"/>
                  <a:pt x="80" y="163"/>
                  <a:pt x="80" y="156"/>
                </a:cubicBezTo>
                <a:cubicBezTo>
                  <a:pt x="80" y="153"/>
                  <a:pt x="81" y="150"/>
                  <a:pt x="83" y="148"/>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4" name="Freeform 85"/>
          <p:cNvSpPr>
            <a:spLocks noEditPoints="1"/>
          </p:cNvSpPr>
          <p:nvPr/>
        </p:nvSpPr>
        <p:spPr bwMode="auto">
          <a:xfrm>
            <a:off x="8396445" y="2108831"/>
            <a:ext cx="527051" cy="478367"/>
          </a:xfrm>
          <a:custGeom>
            <a:avLst/>
            <a:gdLst/>
            <a:ahLst/>
            <a:cxnLst>
              <a:cxn ang="0">
                <a:pos x="236" y="184"/>
              </a:cxn>
              <a:cxn ang="0">
                <a:pos x="176" y="184"/>
              </a:cxn>
              <a:cxn ang="0">
                <a:pos x="160" y="184"/>
              </a:cxn>
              <a:cxn ang="0">
                <a:pos x="160" y="204"/>
              </a:cxn>
              <a:cxn ang="0">
                <a:pos x="176" y="220"/>
              </a:cxn>
              <a:cxn ang="0">
                <a:pos x="176" y="224"/>
              </a:cxn>
              <a:cxn ang="0">
                <a:pos x="72" y="224"/>
              </a:cxn>
              <a:cxn ang="0">
                <a:pos x="72" y="220"/>
              </a:cxn>
              <a:cxn ang="0">
                <a:pos x="88" y="204"/>
              </a:cxn>
              <a:cxn ang="0">
                <a:pos x="88" y="184"/>
              </a:cxn>
              <a:cxn ang="0">
                <a:pos x="72" y="184"/>
              </a:cxn>
              <a:cxn ang="0">
                <a:pos x="12" y="184"/>
              </a:cxn>
              <a:cxn ang="0">
                <a:pos x="0" y="172"/>
              </a:cxn>
              <a:cxn ang="0">
                <a:pos x="0" y="12"/>
              </a:cxn>
              <a:cxn ang="0">
                <a:pos x="12" y="0"/>
              </a:cxn>
              <a:cxn ang="0">
                <a:pos x="236" y="0"/>
              </a:cxn>
              <a:cxn ang="0">
                <a:pos x="248" y="12"/>
              </a:cxn>
              <a:cxn ang="0">
                <a:pos x="248" y="172"/>
              </a:cxn>
              <a:cxn ang="0">
                <a:pos x="236" y="184"/>
              </a:cxn>
              <a:cxn ang="0">
                <a:pos x="232" y="16"/>
              </a:cxn>
              <a:cxn ang="0">
                <a:pos x="16" y="16"/>
              </a:cxn>
              <a:cxn ang="0">
                <a:pos x="16" y="152"/>
              </a:cxn>
              <a:cxn ang="0">
                <a:pos x="232" y="152"/>
              </a:cxn>
              <a:cxn ang="0">
                <a:pos x="232" y="16"/>
              </a:cxn>
            </a:cxnLst>
            <a:rect l="0" t="0" r="r" b="b"/>
            <a:pathLst>
              <a:path w="248" h="224">
                <a:moveTo>
                  <a:pt x="236" y="184"/>
                </a:moveTo>
                <a:cubicBezTo>
                  <a:pt x="176" y="184"/>
                  <a:pt x="176" y="184"/>
                  <a:pt x="176" y="184"/>
                </a:cubicBezTo>
                <a:cubicBezTo>
                  <a:pt x="160" y="184"/>
                  <a:pt x="160" y="184"/>
                  <a:pt x="160" y="184"/>
                </a:cubicBezTo>
                <a:cubicBezTo>
                  <a:pt x="160" y="204"/>
                  <a:pt x="160" y="204"/>
                  <a:pt x="160" y="204"/>
                </a:cubicBezTo>
                <a:cubicBezTo>
                  <a:pt x="176" y="220"/>
                  <a:pt x="176" y="220"/>
                  <a:pt x="176" y="220"/>
                </a:cubicBezTo>
                <a:cubicBezTo>
                  <a:pt x="176" y="224"/>
                  <a:pt x="176" y="224"/>
                  <a:pt x="176" y="224"/>
                </a:cubicBezTo>
                <a:cubicBezTo>
                  <a:pt x="72" y="224"/>
                  <a:pt x="72" y="224"/>
                  <a:pt x="72" y="224"/>
                </a:cubicBezTo>
                <a:cubicBezTo>
                  <a:pt x="72" y="220"/>
                  <a:pt x="72" y="220"/>
                  <a:pt x="72" y="220"/>
                </a:cubicBezTo>
                <a:cubicBezTo>
                  <a:pt x="88" y="204"/>
                  <a:pt x="88" y="204"/>
                  <a:pt x="88" y="204"/>
                </a:cubicBezTo>
                <a:cubicBezTo>
                  <a:pt x="88" y="184"/>
                  <a:pt x="88" y="184"/>
                  <a:pt x="88" y="184"/>
                </a:cubicBezTo>
                <a:cubicBezTo>
                  <a:pt x="72" y="184"/>
                  <a:pt x="72" y="184"/>
                  <a:pt x="72" y="184"/>
                </a:cubicBezTo>
                <a:cubicBezTo>
                  <a:pt x="12" y="184"/>
                  <a:pt x="12" y="184"/>
                  <a:pt x="12" y="184"/>
                </a:cubicBezTo>
                <a:cubicBezTo>
                  <a:pt x="5" y="184"/>
                  <a:pt x="0" y="179"/>
                  <a:pt x="0" y="172"/>
                </a:cubicBezTo>
                <a:cubicBezTo>
                  <a:pt x="0" y="12"/>
                  <a:pt x="0" y="12"/>
                  <a:pt x="0" y="12"/>
                </a:cubicBezTo>
                <a:cubicBezTo>
                  <a:pt x="0" y="5"/>
                  <a:pt x="5" y="0"/>
                  <a:pt x="12" y="0"/>
                </a:cubicBezTo>
                <a:cubicBezTo>
                  <a:pt x="236" y="0"/>
                  <a:pt x="236" y="0"/>
                  <a:pt x="236" y="0"/>
                </a:cubicBezTo>
                <a:cubicBezTo>
                  <a:pt x="243" y="0"/>
                  <a:pt x="248" y="5"/>
                  <a:pt x="248" y="12"/>
                </a:cubicBezTo>
                <a:cubicBezTo>
                  <a:pt x="248" y="172"/>
                  <a:pt x="248" y="172"/>
                  <a:pt x="248" y="172"/>
                </a:cubicBezTo>
                <a:cubicBezTo>
                  <a:pt x="248" y="179"/>
                  <a:pt x="243" y="184"/>
                  <a:pt x="236" y="184"/>
                </a:cubicBezTo>
                <a:moveTo>
                  <a:pt x="232" y="16"/>
                </a:moveTo>
                <a:cubicBezTo>
                  <a:pt x="16" y="16"/>
                  <a:pt x="16" y="16"/>
                  <a:pt x="16" y="16"/>
                </a:cubicBezTo>
                <a:cubicBezTo>
                  <a:pt x="16" y="152"/>
                  <a:pt x="16" y="152"/>
                  <a:pt x="16" y="152"/>
                </a:cubicBezTo>
                <a:cubicBezTo>
                  <a:pt x="232" y="152"/>
                  <a:pt x="232" y="152"/>
                  <a:pt x="232" y="152"/>
                </a:cubicBezTo>
                <a:lnTo>
                  <a:pt x="232" y="16"/>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5" name="Freeform 88"/>
          <p:cNvSpPr>
            <a:spLocks noEditPoints="1"/>
          </p:cNvSpPr>
          <p:nvPr/>
        </p:nvSpPr>
        <p:spPr bwMode="auto">
          <a:xfrm>
            <a:off x="3298281" y="5645701"/>
            <a:ext cx="289984" cy="493184"/>
          </a:xfrm>
          <a:custGeom>
            <a:avLst/>
            <a:gdLst/>
            <a:ahLst/>
            <a:cxnLst>
              <a:cxn ang="0">
                <a:pos x="124" y="232"/>
              </a:cxn>
              <a:cxn ang="0">
                <a:pos x="12" y="232"/>
              </a:cxn>
              <a:cxn ang="0">
                <a:pos x="0" y="220"/>
              </a:cxn>
              <a:cxn ang="0">
                <a:pos x="0" y="12"/>
              </a:cxn>
              <a:cxn ang="0">
                <a:pos x="12" y="0"/>
              </a:cxn>
              <a:cxn ang="0">
                <a:pos x="124" y="0"/>
              </a:cxn>
              <a:cxn ang="0">
                <a:pos x="136" y="12"/>
              </a:cxn>
              <a:cxn ang="0">
                <a:pos x="136" y="220"/>
              </a:cxn>
              <a:cxn ang="0">
                <a:pos x="124" y="232"/>
              </a:cxn>
              <a:cxn ang="0">
                <a:pos x="68" y="220"/>
              </a:cxn>
              <a:cxn ang="0">
                <a:pos x="76" y="212"/>
              </a:cxn>
              <a:cxn ang="0">
                <a:pos x="68" y="204"/>
              </a:cxn>
              <a:cxn ang="0">
                <a:pos x="60" y="212"/>
              </a:cxn>
              <a:cxn ang="0">
                <a:pos x="68" y="220"/>
              </a:cxn>
              <a:cxn ang="0">
                <a:pos x="124" y="24"/>
              </a:cxn>
              <a:cxn ang="0">
                <a:pos x="120" y="24"/>
              </a:cxn>
              <a:cxn ang="0">
                <a:pos x="16" y="24"/>
              </a:cxn>
              <a:cxn ang="0">
                <a:pos x="12" y="24"/>
              </a:cxn>
              <a:cxn ang="0">
                <a:pos x="12" y="192"/>
              </a:cxn>
              <a:cxn ang="0">
                <a:pos x="16" y="192"/>
              </a:cxn>
              <a:cxn ang="0">
                <a:pos x="120" y="192"/>
              </a:cxn>
              <a:cxn ang="0">
                <a:pos x="124" y="192"/>
              </a:cxn>
              <a:cxn ang="0">
                <a:pos x="124" y="24"/>
              </a:cxn>
            </a:cxnLst>
            <a:rect l="0" t="0" r="r" b="b"/>
            <a:pathLst>
              <a:path w="136" h="232">
                <a:moveTo>
                  <a:pt x="124" y="232"/>
                </a:moveTo>
                <a:cubicBezTo>
                  <a:pt x="12" y="232"/>
                  <a:pt x="12" y="232"/>
                  <a:pt x="12" y="232"/>
                </a:cubicBezTo>
                <a:cubicBezTo>
                  <a:pt x="5" y="232"/>
                  <a:pt x="0" y="227"/>
                  <a:pt x="0" y="220"/>
                </a:cubicBezTo>
                <a:cubicBezTo>
                  <a:pt x="0" y="12"/>
                  <a:pt x="0" y="12"/>
                  <a:pt x="0" y="12"/>
                </a:cubicBezTo>
                <a:cubicBezTo>
                  <a:pt x="0" y="5"/>
                  <a:pt x="5" y="0"/>
                  <a:pt x="12" y="0"/>
                </a:cubicBezTo>
                <a:cubicBezTo>
                  <a:pt x="124" y="0"/>
                  <a:pt x="124" y="0"/>
                  <a:pt x="124" y="0"/>
                </a:cubicBezTo>
                <a:cubicBezTo>
                  <a:pt x="131" y="0"/>
                  <a:pt x="136" y="5"/>
                  <a:pt x="136" y="12"/>
                </a:cubicBezTo>
                <a:cubicBezTo>
                  <a:pt x="136" y="220"/>
                  <a:pt x="136" y="220"/>
                  <a:pt x="136" y="220"/>
                </a:cubicBezTo>
                <a:cubicBezTo>
                  <a:pt x="136" y="227"/>
                  <a:pt x="131" y="232"/>
                  <a:pt x="124" y="232"/>
                </a:cubicBezTo>
                <a:moveTo>
                  <a:pt x="68" y="220"/>
                </a:moveTo>
                <a:cubicBezTo>
                  <a:pt x="72" y="220"/>
                  <a:pt x="76" y="216"/>
                  <a:pt x="76" y="212"/>
                </a:cubicBezTo>
                <a:cubicBezTo>
                  <a:pt x="76" y="208"/>
                  <a:pt x="72" y="204"/>
                  <a:pt x="68" y="204"/>
                </a:cubicBezTo>
                <a:cubicBezTo>
                  <a:pt x="64" y="204"/>
                  <a:pt x="60" y="208"/>
                  <a:pt x="60" y="212"/>
                </a:cubicBezTo>
                <a:cubicBezTo>
                  <a:pt x="60" y="216"/>
                  <a:pt x="64" y="220"/>
                  <a:pt x="68" y="220"/>
                </a:cubicBezTo>
                <a:moveTo>
                  <a:pt x="124" y="24"/>
                </a:moveTo>
                <a:cubicBezTo>
                  <a:pt x="120" y="24"/>
                  <a:pt x="120" y="24"/>
                  <a:pt x="120" y="24"/>
                </a:cubicBezTo>
                <a:cubicBezTo>
                  <a:pt x="16" y="24"/>
                  <a:pt x="16" y="24"/>
                  <a:pt x="16" y="24"/>
                </a:cubicBezTo>
                <a:cubicBezTo>
                  <a:pt x="12" y="24"/>
                  <a:pt x="12" y="24"/>
                  <a:pt x="12" y="24"/>
                </a:cubicBezTo>
                <a:cubicBezTo>
                  <a:pt x="12" y="192"/>
                  <a:pt x="12" y="192"/>
                  <a:pt x="12" y="192"/>
                </a:cubicBezTo>
                <a:cubicBezTo>
                  <a:pt x="16" y="192"/>
                  <a:pt x="16" y="192"/>
                  <a:pt x="16" y="192"/>
                </a:cubicBezTo>
                <a:cubicBezTo>
                  <a:pt x="120" y="192"/>
                  <a:pt x="120" y="192"/>
                  <a:pt x="120" y="192"/>
                </a:cubicBezTo>
                <a:cubicBezTo>
                  <a:pt x="124" y="192"/>
                  <a:pt x="124" y="192"/>
                  <a:pt x="124" y="192"/>
                </a:cubicBezTo>
                <a:lnTo>
                  <a:pt x="124" y="24"/>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7" name="Oval 56"/>
          <p:cNvSpPr/>
          <p:nvPr/>
        </p:nvSpPr>
        <p:spPr bwMode="auto">
          <a:xfrm>
            <a:off x="2999553" y="3653857"/>
            <a:ext cx="898480" cy="898480"/>
          </a:xfrm>
          <a:prstGeom prst="ellipse">
            <a:avLst/>
          </a:prstGeom>
          <a:noFill/>
          <a:ln w="19050">
            <a:solidFill>
              <a:schemeClr val="bg1"/>
            </a:solidFill>
            <a:round/>
            <a:headEnd/>
            <a:tailEnd/>
          </a:ln>
        </p:spPr>
        <p:txBody>
          <a:bodyPr vert="horz" wrap="square" lIns="121920" tIns="60960" rIns="121920" bIns="60960" numCol="1" rtlCol="0" anchor="t" anchorCtr="0" compatLnSpc="1">
            <a:prstTxWarp prst="textNoShape">
              <a:avLst/>
            </a:prstTxWarp>
          </a:bodyPr>
          <a:lstStyle/>
          <a:p>
            <a:pPr algn="ctr"/>
            <a:endParaRPr lang="en-US" sz="3200" dirty="0"/>
          </a:p>
        </p:txBody>
      </p:sp>
      <p:sp>
        <p:nvSpPr>
          <p:cNvPr id="58" name="Oval 57"/>
          <p:cNvSpPr/>
          <p:nvPr/>
        </p:nvSpPr>
        <p:spPr bwMode="auto">
          <a:xfrm>
            <a:off x="2999553" y="5443053"/>
            <a:ext cx="898480" cy="898480"/>
          </a:xfrm>
          <a:prstGeom prst="ellipse">
            <a:avLst/>
          </a:prstGeom>
          <a:noFill/>
          <a:ln w="19050">
            <a:solidFill>
              <a:schemeClr val="bg1"/>
            </a:solidFill>
            <a:round/>
            <a:headEnd/>
            <a:tailEnd/>
          </a:ln>
        </p:spPr>
        <p:txBody>
          <a:bodyPr vert="horz" wrap="square" lIns="121920" tIns="60960" rIns="121920" bIns="60960" numCol="1" rtlCol="0" anchor="t" anchorCtr="0" compatLnSpc="1">
            <a:prstTxWarp prst="textNoShape">
              <a:avLst/>
            </a:prstTxWarp>
          </a:bodyPr>
          <a:lstStyle/>
          <a:p>
            <a:pPr algn="ctr"/>
            <a:endParaRPr lang="en-US" sz="3200" dirty="0"/>
          </a:p>
        </p:txBody>
      </p:sp>
      <p:sp>
        <p:nvSpPr>
          <p:cNvPr id="60" name="Oval 59"/>
          <p:cNvSpPr/>
          <p:nvPr/>
        </p:nvSpPr>
        <p:spPr bwMode="auto">
          <a:xfrm>
            <a:off x="8214531" y="3653857"/>
            <a:ext cx="898480" cy="898480"/>
          </a:xfrm>
          <a:prstGeom prst="ellipse">
            <a:avLst/>
          </a:prstGeom>
          <a:noFill/>
          <a:ln w="19050">
            <a:solidFill>
              <a:schemeClr val="bg1"/>
            </a:solidFill>
            <a:round/>
            <a:headEnd/>
            <a:tailEnd/>
          </a:ln>
        </p:spPr>
        <p:txBody>
          <a:bodyPr vert="horz" wrap="square" lIns="121920" tIns="60960" rIns="121920" bIns="60960" numCol="1" rtlCol="0" anchor="t" anchorCtr="0" compatLnSpc="1">
            <a:prstTxWarp prst="textNoShape">
              <a:avLst/>
            </a:prstTxWarp>
          </a:bodyPr>
          <a:lstStyle/>
          <a:p>
            <a:pPr algn="ctr"/>
            <a:endParaRPr lang="en-US" sz="3200" dirty="0"/>
          </a:p>
        </p:txBody>
      </p:sp>
      <p:sp>
        <p:nvSpPr>
          <p:cNvPr id="17" name="Légende : flèche vers le bas 16">
            <a:extLst>
              <a:ext uri="{FF2B5EF4-FFF2-40B4-BE49-F238E27FC236}">
                <a16:creationId xmlns:a16="http://schemas.microsoft.com/office/drawing/2014/main" xmlns="" id="{61CC0604-577E-48E1-33DC-233F4F6FF475}"/>
              </a:ext>
            </a:extLst>
          </p:cNvPr>
          <p:cNvSpPr/>
          <p:nvPr/>
        </p:nvSpPr>
        <p:spPr>
          <a:xfrm>
            <a:off x="353220" y="1232093"/>
            <a:ext cx="5601755" cy="5245050"/>
          </a:xfrm>
          <a:prstGeom prst="downArrowCallout">
            <a:avLst/>
          </a:prstGeom>
          <a:ln>
            <a:noFill/>
          </a:ln>
        </p:spPr>
        <p:style>
          <a:lnRef idx="2">
            <a:schemeClr val="accent3"/>
          </a:lnRef>
          <a:fillRef idx="1">
            <a:schemeClr val="lt1"/>
          </a:fillRef>
          <a:effectRef idx="0">
            <a:schemeClr val="accent3"/>
          </a:effectRef>
          <a:fontRef idx="minor">
            <a:schemeClr val="dk1"/>
          </a:fontRef>
        </p:style>
        <p:txBody>
          <a:bodyPr rtlCol="0" anchor="ctr"/>
          <a:lstStyle/>
          <a:p>
            <a:pPr algn="just"/>
            <a:endParaRPr lang="fr-FR" sz="1600" b="1" dirty="0">
              <a:solidFill>
                <a:srgbClr val="0070C0"/>
              </a:solidFill>
              <a:latin typeface="Century Gothic" panose="020B0502020202020204" pitchFamily="34" charset="0"/>
            </a:endParaRPr>
          </a:p>
          <a:p>
            <a:pPr algn="just"/>
            <a:endParaRPr lang="fr-FR" sz="1600" b="1" dirty="0">
              <a:solidFill>
                <a:srgbClr val="0070C0"/>
              </a:solidFill>
              <a:latin typeface="Century Gothic" panose="020B0502020202020204" pitchFamily="34" charset="0"/>
            </a:endParaRPr>
          </a:p>
          <a:p>
            <a:pPr algn="just"/>
            <a:endParaRPr lang="fr-FR" sz="1600" b="1" dirty="0">
              <a:solidFill>
                <a:srgbClr val="0070C0"/>
              </a:solidFill>
              <a:latin typeface="Century Gothic" panose="020B0502020202020204" pitchFamily="34" charset="0"/>
            </a:endParaRPr>
          </a:p>
          <a:p>
            <a:pPr algn="just"/>
            <a:endParaRPr lang="fr-FR" sz="1600" b="1" dirty="0">
              <a:solidFill>
                <a:srgbClr val="0070C0"/>
              </a:solidFill>
              <a:latin typeface="Century Gothic" panose="020B0502020202020204" pitchFamily="34" charset="0"/>
            </a:endParaRPr>
          </a:p>
          <a:p>
            <a:pPr algn="just"/>
            <a:endParaRPr lang="fr-FR" sz="1600" b="1" dirty="0">
              <a:solidFill>
                <a:srgbClr val="0070C0"/>
              </a:solidFill>
              <a:latin typeface="Century Gothic" panose="020B0502020202020204" pitchFamily="34" charset="0"/>
            </a:endParaRPr>
          </a:p>
          <a:p>
            <a:pPr algn="just"/>
            <a:endParaRPr lang="fr-FR" sz="1600" b="1" dirty="0">
              <a:solidFill>
                <a:srgbClr val="0070C0"/>
              </a:solidFill>
              <a:latin typeface="Century Gothic" panose="020B0502020202020204" pitchFamily="34" charset="0"/>
            </a:endParaRPr>
          </a:p>
          <a:p>
            <a:pPr algn="just"/>
            <a:endParaRPr lang="fr-FR" sz="2000" b="1" dirty="0">
              <a:solidFill>
                <a:schemeClr val="tx1"/>
              </a:solidFill>
              <a:latin typeface="Century Gothic" panose="020B0502020202020204" pitchFamily="34" charset="0"/>
            </a:endParaRPr>
          </a:p>
          <a:p>
            <a:pPr algn="just"/>
            <a:endParaRPr lang="fr-FR" sz="2000" b="1" dirty="0">
              <a:solidFill>
                <a:schemeClr val="tx1"/>
              </a:solidFill>
              <a:latin typeface="Century Gothic" panose="020B0502020202020204" pitchFamily="34" charset="0"/>
            </a:endParaRPr>
          </a:p>
          <a:p>
            <a:pPr algn="just"/>
            <a:r>
              <a:rPr lang="fr-FR" sz="2000" b="1" dirty="0">
                <a:solidFill>
                  <a:schemeClr val="tx1"/>
                </a:solidFill>
                <a:latin typeface="Century Gothic" panose="020B0502020202020204" pitchFamily="34" charset="0"/>
              </a:rPr>
              <a:t>Les 10 principales bourses dans le monde, classées en fonction de leur capitalisation boursière :</a:t>
            </a:r>
          </a:p>
          <a:p>
            <a:pPr algn="just"/>
            <a:endParaRPr lang="fr-FR" sz="2000" b="1" dirty="0">
              <a:solidFill>
                <a:srgbClr val="0070C0"/>
              </a:solidFill>
              <a:latin typeface="Century Gothic" panose="020B0502020202020204" pitchFamily="34" charset="0"/>
            </a:endParaRPr>
          </a:p>
          <a:p>
            <a:pPr marL="342900" indent="-342900" algn="just">
              <a:buFont typeface="Arial" panose="020B0604020202020204" pitchFamily="34" charset="0"/>
              <a:buChar char="•"/>
            </a:pPr>
            <a:r>
              <a:rPr lang="fr-FR" sz="2000" b="1" dirty="0">
                <a:solidFill>
                  <a:srgbClr val="0070C0"/>
                </a:solidFill>
                <a:latin typeface="Century Gothic" panose="020B0502020202020204" pitchFamily="34" charset="0"/>
              </a:rPr>
              <a:t>La Bourse de New York (New York Stock Exchange ou NYSE)</a:t>
            </a:r>
          </a:p>
          <a:p>
            <a:pPr algn="just"/>
            <a:endParaRPr lang="fr-FR" sz="2000" b="1" dirty="0">
              <a:solidFill>
                <a:srgbClr val="0070C0"/>
              </a:solidFill>
              <a:latin typeface="Century Gothic" panose="020B0502020202020204" pitchFamily="34" charset="0"/>
            </a:endParaRPr>
          </a:p>
          <a:p>
            <a:pPr marL="342900" indent="-342900" algn="just">
              <a:buFont typeface="Arial" panose="020B0604020202020204" pitchFamily="34" charset="0"/>
              <a:buChar char="•"/>
            </a:pPr>
            <a:r>
              <a:rPr lang="fr-FR" sz="2000" b="1" dirty="0">
                <a:solidFill>
                  <a:srgbClr val="0070C0"/>
                </a:solidFill>
                <a:latin typeface="Century Gothic" panose="020B0502020202020204" pitchFamily="34" charset="0"/>
              </a:rPr>
              <a:t>Le NASDAQ</a:t>
            </a:r>
          </a:p>
          <a:p>
            <a:pPr algn="just"/>
            <a:endParaRPr lang="fr-FR" sz="2000" b="1" dirty="0">
              <a:solidFill>
                <a:srgbClr val="0070C0"/>
              </a:solidFill>
              <a:latin typeface="Century Gothic" panose="020B0502020202020204" pitchFamily="34" charset="0"/>
            </a:endParaRPr>
          </a:p>
          <a:p>
            <a:pPr marL="342900" indent="-342900" algn="just">
              <a:buFont typeface="Arial" panose="020B0604020202020204" pitchFamily="34" charset="0"/>
              <a:buChar char="•"/>
            </a:pPr>
            <a:r>
              <a:rPr lang="fr-FR" sz="2000" b="1" dirty="0">
                <a:solidFill>
                  <a:srgbClr val="0070C0"/>
                </a:solidFill>
                <a:latin typeface="Century Gothic" panose="020B0502020202020204" pitchFamily="34" charset="0"/>
              </a:rPr>
              <a:t>La Bourse de Tokyo (Tokyo Stock Exchange ou TSE)</a:t>
            </a:r>
          </a:p>
          <a:p>
            <a:pPr algn="just"/>
            <a:endParaRPr lang="fr-FR" sz="2000" b="1" dirty="0">
              <a:solidFill>
                <a:srgbClr val="0070C0"/>
              </a:solidFill>
              <a:latin typeface="Century Gothic" panose="020B0502020202020204" pitchFamily="34" charset="0"/>
            </a:endParaRPr>
          </a:p>
          <a:p>
            <a:pPr marL="342900" indent="-342900" algn="just">
              <a:buFont typeface="Arial" panose="020B0604020202020204" pitchFamily="34" charset="0"/>
              <a:buChar char="•"/>
            </a:pPr>
            <a:r>
              <a:rPr lang="fr-FR" sz="2000" b="1" dirty="0">
                <a:solidFill>
                  <a:srgbClr val="0070C0"/>
                </a:solidFill>
                <a:latin typeface="Century Gothic" panose="020B0502020202020204" pitchFamily="34" charset="0"/>
              </a:rPr>
              <a:t>La Bourse de Shanghai (Shanghai Stock Exchange ou SSE)</a:t>
            </a:r>
          </a:p>
          <a:p>
            <a:pPr algn="just"/>
            <a:endParaRPr lang="fr-FR" sz="2000" b="1" dirty="0">
              <a:solidFill>
                <a:srgbClr val="0070C0"/>
              </a:solidFill>
              <a:latin typeface="Century Gothic" panose="020B0502020202020204" pitchFamily="34" charset="0"/>
            </a:endParaRPr>
          </a:p>
          <a:p>
            <a:pPr algn="just"/>
            <a:r>
              <a:rPr lang="fr-FR" sz="1000" b="1" u="sng" dirty="0">
                <a:solidFill>
                  <a:schemeClr val="tx1"/>
                </a:solidFill>
                <a:latin typeface="Century Gothic" panose="020B0502020202020204" pitchFamily="34" charset="0"/>
              </a:rPr>
              <a:t>Source</a:t>
            </a:r>
            <a:r>
              <a:rPr lang="fr-FR" sz="900" b="1" dirty="0">
                <a:solidFill>
                  <a:schemeClr val="tx1"/>
                </a:solidFill>
                <a:latin typeface="Century Gothic" panose="020B0502020202020204" pitchFamily="34" charset="0"/>
              </a:rPr>
              <a:t> : https://www.ig.com/fr/strategies-de-trading/les-10-plus-grandes-bourses-du-monde-220318#:~:text=Voici%20les%2010%20principales%20bourses%20dans%20le%20monde%2C,Shenzhen%20%28Shenzhen%20Stock%20Exchange%20ou%20SZSE%29%20More%20items</a:t>
            </a:r>
          </a:p>
        </p:txBody>
      </p:sp>
      <p:sp>
        <p:nvSpPr>
          <p:cNvPr id="21" name="Title 1">
            <a:extLst>
              <a:ext uri="{FF2B5EF4-FFF2-40B4-BE49-F238E27FC236}">
                <a16:creationId xmlns:a16="http://schemas.microsoft.com/office/drawing/2014/main" xmlns="" id="{C57EE2D4-4A64-BB07-0016-2A5EB00F8F03}"/>
              </a:ext>
            </a:extLst>
          </p:cNvPr>
          <p:cNvSpPr txBox="1">
            <a:spLocks/>
          </p:cNvSpPr>
          <p:nvPr/>
        </p:nvSpPr>
        <p:spPr>
          <a:xfrm>
            <a:off x="1727200" y="518731"/>
            <a:ext cx="10464800" cy="406400"/>
          </a:xfrm>
          <a:prstGeom prst="rect">
            <a:avLst/>
          </a:prstGeom>
        </p:spPr>
        <p:style>
          <a:lnRef idx="1">
            <a:schemeClr val="accent3"/>
          </a:lnRef>
          <a:fillRef idx="2">
            <a:schemeClr val="accent3"/>
          </a:fillRef>
          <a:effectRef idx="1">
            <a:schemeClr val="accent3"/>
          </a:effectRef>
          <a:fontRef idx="minor">
            <a:schemeClr val="dk1"/>
          </a:fontRef>
        </p:style>
        <p:txBody>
          <a:bodyPr lIns="0" tIns="0" rIns="0" bIns="0" anchor="ctr"/>
          <a:lstStyle>
            <a:lvl1pPr algn="ctr" defTabSz="1219170" rtl="0" eaLnBrk="1" latinLnBrk="0" hangingPunct="1">
              <a:spcBef>
                <a:spcPct val="0"/>
              </a:spcBef>
              <a:buNone/>
              <a:defRPr sz="4267" kern="1200">
                <a:solidFill>
                  <a:schemeClr val="bg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2000" b="1" dirty="0">
                <a:solidFill>
                  <a:schemeClr val="tx1"/>
                </a:solidFill>
                <a:latin typeface="Century Gothic" panose="020B0502020202020204" pitchFamily="34" charset="0"/>
              </a:rPr>
              <a:t>2. </a:t>
            </a:r>
            <a:r>
              <a:rPr lang="fr-FR" sz="2000" b="1" dirty="0">
                <a:solidFill>
                  <a:schemeClr val="tx1"/>
                </a:solidFill>
                <a:latin typeface="Century Gothic" panose="020B0502020202020204" pitchFamily="34" charset="0"/>
              </a:rPr>
              <a:t>Qu’est-ce qu’un Marché Financier ?</a:t>
            </a:r>
          </a:p>
        </p:txBody>
      </p:sp>
      <p:sp>
        <p:nvSpPr>
          <p:cNvPr id="3" name="Légende : flèche vers le bas 2">
            <a:extLst>
              <a:ext uri="{FF2B5EF4-FFF2-40B4-BE49-F238E27FC236}">
                <a16:creationId xmlns:a16="http://schemas.microsoft.com/office/drawing/2014/main" xmlns="" id="{5DF57714-5611-66DD-340A-0C58061199F6}"/>
              </a:ext>
            </a:extLst>
          </p:cNvPr>
          <p:cNvSpPr/>
          <p:nvPr/>
        </p:nvSpPr>
        <p:spPr>
          <a:xfrm>
            <a:off x="6123182" y="1157865"/>
            <a:ext cx="5701891" cy="5245050"/>
          </a:xfrm>
          <a:prstGeom prst="downArrowCallout">
            <a:avLst/>
          </a:prstGeom>
          <a:ln>
            <a:noFill/>
          </a:ln>
        </p:spPr>
        <p:style>
          <a:lnRef idx="2">
            <a:schemeClr val="accent3"/>
          </a:lnRef>
          <a:fillRef idx="1">
            <a:schemeClr val="lt1"/>
          </a:fillRef>
          <a:effectRef idx="0">
            <a:schemeClr val="accent3"/>
          </a:effectRef>
          <a:fontRef idx="minor">
            <a:schemeClr val="dk1"/>
          </a:fontRef>
        </p:style>
        <p:txBody>
          <a:bodyPr rtlCol="0" anchor="ctr"/>
          <a:lstStyle/>
          <a:p>
            <a:pPr algn="just"/>
            <a:endParaRPr lang="fr-FR" sz="1400" b="1" dirty="0">
              <a:solidFill>
                <a:srgbClr val="0070C0"/>
              </a:solidFill>
              <a:latin typeface="Century Gothic" panose="020B0502020202020204" pitchFamily="34" charset="0"/>
            </a:endParaRPr>
          </a:p>
          <a:p>
            <a:pPr algn="just"/>
            <a:endParaRPr lang="fr-FR" sz="2000" b="1" dirty="0">
              <a:solidFill>
                <a:srgbClr val="0070C0"/>
              </a:solidFill>
              <a:latin typeface="Century Gothic" panose="020B0502020202020204" pitchFamily="34" charset="0"/>
            </a:endParaRPr>
          </a:p>
          <a:p>
            <a:pPr algn="just"/>
            <a:endParaRPr lang="fr-FR" sz="2000" b="1" dirty="0">
              <a:solidFill>
                <a:srgbClr val="0070C0"/>
              </a:solidFill>
              <a:latin typeface="Century Gothic" panose="020B0502020202020204" pitchFamily="34" charset="0"/>
            </a:endParaRPr>
          </a:p>
          <a:p>
            <a:pPr algn="just"/>
            <a:endParaRPr lang="fr-FR" sz="2000" b="1" dirty="0">
              <a:solidFill>
                <a:srgbClr val="0070C0"/>
              </a:solidFill>
              <a:latin typeface="Century Gothic" panose="020B0502020202020204" pitchFamily="34" charset="0"/>
            </a:endParaRPr>
          </a:p>
          <a:p>
            <a:pPr algn="just"/>
            <a:endParaRPr lang="fr-FR" sz="2000" b="1" dirty="0">
              <a:solidFill>
                <a:srgbClr val="0070C0"/>
              </a:solidFill>
              <a:latin typeface="Century Gothic" panose="020B0502020202020204" pitchFamily="34" charset="0"/>
            </a:endParaRPr>
          </a:p>
          <a:p>
            <a:pPr algn="just"/>
            <a:endParaRPr lang="fr-FR" sz="2000" b="1" dirty="0">
              <a:solidFill>
                <a:srgbClr val="0070C0"/>
              </a:solidFill>
              <a:latin typeface="Century Gothic" panose="020B0502020202020204" pitchFamily="34" charset="0"/>
            </a:endParaRPr>
          </a:p>
          <a:p>
            <a:pPr marL="342900" indent="-342900" algn="just">
              <a:buFont typeface="Arial" panose="020B0604020202020204" pitchFamily="34" charset="0"/>
              <a:buChar char="•"/>
            </a:pPr>
            <a:r>
              <a:rPr lang="fr-FR" sz="2000" b="1" dirty="0">
                <a:solidFill>
                  <a:srgbClr val="0070C0"/>
                </a:solidFill>
                <a:latin typeface="Century Gothic" panose="020B0502020202020204" pitchFamily="34" charset="0"/>
              </a:rPr>
              <a:t>La Bourse de Hong Kong (Hong Kong Stock Exchange ou SEHK)</a:t>
            </a:r>
          </a:p>
          <a:p>
            <a:pPr algn="just"/>
            <a:endParaRPr lang="fr-FR" sz="2000" b="1" dirty="0">
              <a:solidFill>
                <a:srgbClr val="0070C0"/>
              </a:solidFill>
              <a:latin typeface="Century Gothic" panose="020B0502020202020204" pitchFamily="34" charset="0"/>
            </a:endParaRPr>
          </a:p>
          <a:p>
            <a:pPr marL="342900" indent="-342900" algn="just">
              <a:buFont typeface="Arial" panose="020B0604020202020204" pitchFamily="34" charset="0"/>
              <a:buChar char="•"/>
            </a:pPr>
            <a:r>
              <a:rPr lang="fr-FR" sz="2000" b="1" dirty="0">
                <a:solidFill>
                  <a:srgbClr val="0070C0"/>
                </a:solidFill>
                <a:latin typeface="Century Gothic" panose="020B0502020202020204" pitchFamily="34" charset="0"/>
              </a:rPr>
              <a:t>La Bourse de Londres (London Stock Exchange ou LSE)</a:t>
            </a:r>
          </a:p>
          <a:p>
            <a:pPr algn="just"/>
            <a:endParaRPr lang="fr-FR" sz="2000" b="1" dirty="0">
              <a:solidFill>
                <a:srgbClr val="0070C0"/>
              </a:solidFill>
              <a:latin typeface="Century Gothic" panose="020B0502020202020204" pitchFamily="34" charset="0"/>
            </a:endParaRPr>
          </a:p>
          <a:p>
            <a:pPr marL="342900" indent="-342900" algn="just">
              <a:buFont typeface="Arial" panose="020B0604020202020204" pitchFamily="34" charset="0"/>
              <a:buChar char="•"/>
            </a:pPr>
            <a:r>
              <a:rPr lang="fr-FR" sz="2000" b="1" dirty="0">
                <a:solidFill>
                  <a:srgbClr val="0070C0"/>
                </a:solidFill>
                <a:latin typeface="Century Gothic" panose="020B0502020202020204" pitchFamily="34" charset="0"/>
              </a:rPr>
              <a:t>Euronext (Euronext Stock Exchange)</a:t>
            </a:r>
          </a:p>
          <a:p>
            <a:pPr algn="just"/>
            <a:endParaRPr lang="fr-FR" sz="2000" b="1" dirty="0">
              <a:solidFill>
                <a:srgbClr val="0070C0"/>
              </a:solidFill>
              <a:latin typeface="Century Gothic" panose="020B0502020202020204" pitchFamily="34" charset="0"/>
            </a:endParaRPr>
          </a:p>
          <a:p>
            <a:pPr marL="342900" indent="-342900" algn="just">
              <a:buFont typeface="Arial" panose="020B0604020202020204" pitchFamily="34" charset="0"/>
              <a:buChar char="•"/>
            </a:pPr>
            <a:r>
              <a:rPr lang="fr-FR" sz="2000" b="1" dirty="0">
                <a:solidFill>
                  <a:srgbClr val="0070C0"/>
                </a:solidFill>
                <a:latin typeface="Century Gothic" panose="020B0502020202020204" pitchFamily="34" charset="0"/>
              </a:rPr>
              <a:t>La Bourse de Shenzhen (Shenzhen Stock Exchange ou SZSE)</a:t>
            </a:r>
          </a:p>
          <a:p>
            <a:pPr algn="just"/>
            <a:endParaRPr lang="fr-FR" sz="2000" b="1" dirty="0">
              <a:solidFill>
                <a:srgbClr val="0070C0"/>
              </a:solidFill>
              <a:latin typeface="Century Gothic" panose="020B0502020202020204" pitchFamily="34" charset="0"/>
            </a:endParaRPr>
          </a:p>
          <a:p>
            <a:pPr marL="342900" indent="-342900" algn="just">
              <a:buFont typeface="Arial" panose="020B0604020202020204" pitchFamily="34" charset="0"/>
              <a:buChar char="•"/>
            </a:pPr>
            <a:r>
              <a:rPr lang="fr-FR" sz="2000" b="1" dirty="0">
                <a:solidFill>
                  <a:srgbClr val="0070C0"/>
                </a:solidFill>
                <a:latin typeface="Century Gothic" panose="020B0502020202020204" pitchFamily="34" charset="0"/>
              </a:rPr>
              <a:t>La Bourse de Toronto (Toronto Stock Exchange ou TSX)</a:t>
            </a:r>
          </a:p>
          <a:p>
            <a:pPr algn="just"/>
            <a:endParaRPr lang="fr-FR" sz="2000" b="1" dirty="0">
              <a:solidFill>
                <a:srgbClr val="0070C0"/>
              </a:solidFill>
              <a:latin typeface="Century Gothic" panose="020B0502020202020204" pitchFamily="34" charset="0"/>
            </a:endParaRPr>
          </a:p>
          <a:p>
            <a:pPr marL="342900" indent="-342900" algn="just">
              <a:buFont typeface="Arial" panose="020B0604020202020204" pitchFamily="34" charset="0"/>
              <a:buChar char="•"/>
            </a:pPr>
            <a:r>
              <a:rPr lang="fr-FR" sz="2000" b="1" dirty="0">
                <a:solidFill>
                  <a:srgbClr val="0070C0"/>
                </a:solidFill>
                <a:latin typeface="Century Gothic" panose="020B0502020202020204" pitchFamily="34" charset="0"/>
              </a:rPr>
              <a:t>La Bourse de Francfort (Deutsche </a:t>
            </a:r>
            <a:r>
              <a:rPr lang="fr-FR" sz="2000" b="1" dirty="0" err="1">
                <a:solidFill>
                  <a:srgbClr val="0070C0"/>
                </a:solidFill>
                <a:latin typeface="Century Gothic" panose="020B0502020202020204" pitchFamily="34" charset="0"/>
              </a:rPr>
              <a:t>Boerse</a:t>
            </a:r>
            <a:r>
              <a:rPr lang="fr-FR" sz="2000" b="1" dirty="0">
                <a:solidFill>
                  <a:srgbClr val="0070C0"/>
                </a:solidFill>
                <a:latin typeface="Century Gothic" panose="020B0502020202020204" pitchFamily="34" charset="0"/>
              </a:rPr>
              <a:t> ou FWB)</a:t>
            </a:r>
          </a:p>
        </p:txBody>
      </p:sp>
    </p:spTree>
    <p:extLst>
      <p:ext uri="{BB962C8B-B14F-4D97-AF65-F5344CB8AC3E}">
        <p14:creationId xmlns:p14="http://schemas.microsoft.com/office/powerpoint/2010/main" val="918684775"/>
      </p:ext>
    </p:extLst>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right)">
                                      <p:cBhvr>
                                        <p:cTn id="7" dur="500"/>
                                        <p:tgtEl>
                                          <p:spTgt spid="2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50"/>
                                        </p:tgtEl>
                                        <p:attrNameLst>
                                          <p:attrName>style.visibility</p:attrName>
                                        </p:attrNameLst>
                                      </p:cBhvr>
                                      <p:to>
                                        <p:strVal val="visible"/>
                                      </p:to>
                                    </p:set>
                                    <p:anim calcmode="lin" valueType="num">
                                      <p:cBhvr>
                                        <p:cTn id="11" dur="500" fill="hold"/>
                                        <p:tgtEl>
                                          <p:spTgt spid="50"/>
                                        </p:tgtEl>
                                        <p:attrNameLst>
                                          <p:attrName>ppt_w</p:attrName>
                                        </p:attrNameLst>
                                      </p:cBhvr>
                                      <p:tavLst>
                                        <p:tav tm="0">
                                          <p:val>
                                            <p:fltVal val="0"/>
                                          </p:val>
                                        </p:tav>
                                        <p:tav tm="100000">
                                          <p:val>
                                            <p:strVal val="#ppt_w"/>
                                          </p:val>
                                        </p:tav>
                                      </p:tavLst>
                                    </p:anim>
                                    <p:anim calcmode="lin" valueType="num">
                                      <p:cBhvr>
                                        <p:cTn id="12" dur="500" fill="hold"/>
                                        <p:tgtEl>
                                          <p:spTgt spid="50"/>
                                        </p:tgtEl>
                                        <p:attrNameLst>
                                          <p:attrName>ppt_h</p:attrName>
                                        </p:attrNameLst>
                                      </p:cBhvr>
                                      <p:tavLst>
                                        <p:tav tm="0">
                                          <p:val>
                                            <p:fltVal val="0"/>
                                          </p:val>
                                        </p:tav>
                                        <p:tav tm="100000">
                                          <p:val>
                                            <p:strVal val="#ppt_h"/>
                                          </p:val>
                                        </p:tav>
                                      </p:tavLst>
                                    </p:anim>
                                    <p:animEffect transition="in" filter="fade">
                                      <p:cBhvr>
                                        <p:cTn id="13" dur="500"/>
                                        <p:tgtEl>
                                          <p:spTgt spid="50"/>
                                        </p:tgtEl>
                                      </p:cBhvr>
                                    </p:animEffect>
                                  </p:childTnLst>
                                </p:cTn>
                              </p:par>
                            </p:childTnLst>
                          </p:cTn>
                        </p:par>
                        <p:par>
                          <p:cTn id="14" fill="hold">
                            <p:stCondLst>
                              <p:cond delay="1000"/>
                            </p:stCondLst>
                            <p:childTnLst>
                              <p:par>
                                <p:cTn id="15" presetID="22" presetClass="entr" presetSubtype="2" fill="hold" grpId="0" nodeType="after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wipe(right)">
                                      <p:cBhvr>
                                        <p:cTn id="17" dur="500"/>
                                        <p:tgtEl>
                                          <p:spTgt spid="32"/>
                                        </p:tgtEl>
                                      </p:cBhvr>
                                    </p:animEffect>
                                  </p:childTnLst>
                                </p:cTn>
                              </p:par>
                            </p:childTnLst>
                          </p:cTn>
                        </p:par>
                        <p:par>
                          <p:cTn id="18" fill="hold">
                            <p:stCondLst>
                              <p:cond delay="1500"/>
                            </p:stCondLst>
                            <p:childTnLst>
                              <p:par>
                                <p:cTn id="19" presetID="22" presetClass="entr" presetSubtype="2" fill="hold"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wipe(right)">
                                      <p:cBhvr>
                                        <p:cTn id="21" dur="500"/>
                                        <p:tgtEl>
                                          <p:spTgt spid="27"/>
                                        </p:tgtEl>
                                      </p:cBhvr>
                                    </p:animEffect>
                                  </p:childTnLst>
                                </p:cTn>
                              </p:par>
                            </p:childTnLst>
                          </p:cTn>
                        </p:par>
                        <p:par>
                          <p:cTn id="22" fill="hold">
                            <p:stCondLst>
                              <p:cond delay="2000"/>
                            </p:stCondLst>
                            <p:childTnLst>
                              <p:par>
                                <p:cTn id="23" presetID="53" presetClass="entr" presetSubtype="16" fill="hold" grpId="0" nodeType="afterEffect">
                                  <p:stCondLst>
                                    <p:cond delay="0"/>
                                  </p:stCondLst>
                                  <p:childTnLst>
                                    <p:set>
                                      <p:cBhvr>
                                        <p:cTn id="24" dur="1" fill="hold">
                                          <p:stCondLst>
                                            <p:cond delay="0"/>
                                          </p:stCondLst>
                                        </p:cTn>
                                        <p:tgtEl>
                                          <p:spTgt spid="57"/>
                                        </p:tgtEl>
                                        <p:attrNameLst>
                                          <p:attrName>style.visibility</p:attrName>
                                        </p:attrNameLst>
                                      </p:cBhvr>
                                      <p:to>
                                        <p:strVal val="visible"/>
                                      </p:to>
                                    </p:set>
                                    <p:anim calcmode="lin" valueType="num">
                                      <p:cBhvr>
                                        <p:cTn id="25" dur="500" fill="hold"/>
                                        <p:tgtEl>
                                          <p:spTgt spid="57"/>
                                        </p:tgtEl>
                                        <p:attrNameLst>
                                          <p:attrName>ppt_w</p:attrName>
                                        </p:attrNameLst>
                                      </p:cBhvr>
                                      <p:tavLst>
                                        <p:tav tm="0">
                                          <p:val>
                                            <p:fltVal val="0"/>
                                          </p:val>
                                        </p:tav>
                                        <p:tav tm="100000">
                                          <p:val>
                                            <p:strVal val="#ppt_w"/>
                                          </p:val>
                                        </p:tav>
                                      </p:tavLst>
                                    </p:anim>
                                    <p:anim calcmode="lin" valueType="num">
                                      <p:cBhvr>
                                        <p:cTn id="26" dur="500" fill="hold"/>
                                        <p:tgtEl>
                                          <p:spTgt spid="57"/>
                                        </p:tgtEl>
                                        <p:attrNameLst>
                                          <p:attrName>ppt_h</p:attrName>
                                        </p:attrNameLst>
                                      </p:cBhvr>
                                      <p:tavLst>
                                        <p:tav tm="0">
                                          <p:val>
                                            <p:fltVal val="0"/>
                                          </p:val>
                                        </p:tav>
                                        <p:tav tm="100000">
                                          <p:val>
                                            <p:strVal val="#ppt_h"/>
                                          </p:val>
                                        </p:tav>
                                      </p:tavLst>
                                    </p:anim>
                                    <p:animEffect transition="in" filter="fade">
                                      <p:cBhvr>
                                        <p:cTn id="27" dur="500"/>
                                        <p:tgtEl>
                                          <p:spTgt spid="57"/>
                                        </p:tgtEl>
                                      </p:cBhvr>
                                    </p:animEffect>
                                  </p:childTnLst>
                                </p:cTn>
                              </p:par>
                            </p:childTnLst>
                          </p:cTn>
                        </p:par>
                        <p:par>
                          <p:cTn id="28" fill="hold">
                            <p:stCondLst>
                              <p:cond delay="2500"/>
                            </p:stCondLst>
                            <p:childTnLst>
                              <p:par>
                                <p:cTn id="29" presetID="53" presetClass="entr" presetSubtype="16" fill="hold" grpId="0" nodeType="after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p:cTn id="31" dur="500" fill="hold"/>
                                        <p:tgtEl>
                                          <p:spTgt spid="53"/>
                                        </p:tgtEl>
                                        <p:attrNameLst>
                                          <p:attrName>ppt_w</p:attrName>
                                        </p:attrNameLst>
                                      </p:cBhvr>
                                      <p:tavLst>
                                        <p:tav tm="0">
                                          <p:val>
                                            <p:fltVal val="0"/>
                                          </p:val>
                                        </p:tav>
                                        <p:tav tm="100000">
                                          <p:val>
                                            <p:strVal val="#ppt_w"/>
                                          </p:val>
                                        </p:tav>
                                      </p:tavLst>
                                    </p:anim>
                                    <p:anim calcmode="lin" valueType="num">
                                      <p:cBhvr>
                                        <p:cTn id="32" dur="500" fill="hold"/>
                                        <p:tgtEl>
                                          <p:spTgt spid="53"/>
                                        </p:tgtEl>
                                        <p:attrNameLst>
                                          <p:attrName>ppt_h</p:attrName>
                                        </p:attrNameLst>
                                      </p:cBhvr>
                                      <p:tavLst>
                                        <p:tav tm="0">
                                          <p:val>
                                            <p:fltVal val="0"/>
                                          </p:val>
                                        </p:tav>
                                        <p:tav tm="100000">
                                          <p:val>
                                            <p:strVal val="#ppt_h"/>
                                          </p:val>
                                        </p:tav>
                                      </p:tavLst>
                                    </p:anim>
                                    <p:animEffect transition="in" filter="fade">
                                      <p:cBhvr>
                                        <p:cTn id="33" dur="500"/>
                                        <p:tgtEl>
                                          <p:spTgt spid="53"/>
                                        </p:tgtEl>
                                      </p:cBhvr>
                                    </p:animEffect>
                                  </p:childTnLst>
                                </p:cTn>
                              </p:par>
                            </p:childTnLst>
                          </p:cTn>
                        </p:par>
                        <p:par>
                          <p:cTn id="34" fill="hold">
                            <p:stCondLst>
                              <p:cond delay="3000"/>
                            </p:stCondLst>
                            <p:childTnLst>
                              <p:par>
                                <p:cTn id="35" presetID="22" presetClass="entr" presetSubtype="2" fill="hold" nodeType="after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wipe(right)">
                                      <p:cBhvr>
                                        <p:cTn id="37" dur="500"/>
                                        <p:tgtEl>
                                          <p:spTgt spid="26"/>
                                        </p:tgtEl>
                                      </p:cBhvr>
                                    </p:animEffect>
                                  </p:childTnLst>
                                </p:cTn>
                              </p:par>
                            </p:childTnLst>
                          </p:cTn>
                        </p:par>
                        <p:par>
                          <p:cTn id="38" fill="hold">
                            <p:stCondLst>
                              <p:cond delay="3500"/>
                            </p:stCondLst>
                            <p:childTnLst>
                              <p:par>
                                <p:cTn id="39" presetID="53" presetClass="entr" presetSubtype="16" fill="hold" grpId="0" nodeType="afterEffect">
                                  <p:stCondLst>
                                    <p:cond delay="0"/>
                                  </p:stCondLst>
                                  <p:childTnLst>
                                    <p:set>
                                      <p:cBhvr>
                                        <p:cTn id="40" dur="1" fill="hold">
                                          <p:stCondLst>
                                            <p:cond delay="0"/>
                                          </p:stCondLst>
                                        </p:cTn>
                                        <p:tgtEl>
                                          <p:spTgt spid="58"/>
                                        </p:tgtEl>
                                        <p:attrNameLst>
                                          <p:attrName>style.visibility</p:attrName>
                                        </p:attrNameLst>
                                      </p:cBhvr>
                                      <p:to>
                                        <p:strVal val="visible"/>
                                      </p:to>
                                    </p:set>
                                    <p:anim calcmode="lin" valueType="num">
                                      <p:cBhvr>
                                        <p:cTn id="41" dur="500" fill="hold"/>
                                        <p:tgtEl>
                                          <p:spTgt spid="58"/>
                                        </p:tgtEl>
                                        <p:attrNameLst>
                                          <p:attrName>ppt_w</p:attrName>
                                        </p:attrNameLst>
                                      </p:cBhvr>
                                      <p:tavLst>
                                        <p:tav tm="0">
                                          <p:val>
                                            <p:fltVal val="0"/>
                                          </p:val>
                                        </p:tav>
                                        <p:tav tm="100000">
                                          <p:val>
                                            <p:strVal val="#ppt_w"/>
                                          </p:val>
                                        </p:tav>
                                      </p:tavLst>
                                    </p:anim>
                                    <p:anim calcmode="lin" valueType="num">
                                      <p:cBhvr>
                                        <p:cTn id="42" dur="500" fill="hold"/>
                                        <p:tgtEl>
                                          <p:spTgt spid="58"/>
                                        </p:tgtEl>
                                        <p:attrNameLst>
                                          <p:attrName>ppt_h</p:attrName>
                                        </p:attrNameLst>
                                      </p:cBhvr>
                                      <p:tavLst>
                                        <p:tav tm="0">
                                          <p:val>
                                            <p:fltVal val="0"/>
                                          </p:val>
                                        </p:tav>
                                        <p:tav tm="100000">
                                          <p:val>
                                            <p:strVal val="#ppt_h"/>
                                          </p:val>
                                        </p:tav>
                                      </p:tavLst>
                                    </p:anim>
                                    <p:animEffect transition="in" filter="fade">
                                      <p:cBhvr>
                                        <p:cTn id="43" dur="500"/>
                                        <p:tgtEl>
                                          <p:spTgt spid="58"/>
                                        </p:tgtEl>
                                      </p:cBhvr>
                                    </p:animEffect>
                                  </p:childTnLst>
                                </p:cTn>
                              </p:par>
                            </p:childTnLst>
                          </p:cTn>
                        </p:par>
                        <p:par>
                          <p:cTn id="44" fill="hold">
                            <p:stCondLst>
                              <p:cond delay="4000"/>
                            </p:stCondLst>
                            <p:childTnLst>
                              <p:par>
                                <p:cTn id="45" presetID="53" presetClass="entr" presetSubtype="16" fill="hold" grpId="0" nodeType="afterEffect">
                                  <p:stCondLst>
                                    <p:cond delay="0"/>
                                  </p:stCondLst>
                                  <p:childTnLst>
                                    <p:set>
                                      <p:cBhvr>
                                        <p:cTn id="46" dur="1" fill="hold">
                                          <p:stCondLst>
                                            <p:cond delay="0"/>
                                          </p:stCondLst>
                                        </p:cTn>
                                        <p:tgtEl>
                                          <p:spTgt spid="55"/>
                                        </p:tgtEl>
                                        <p:attrNameLst>
                                          <p:attrName>style.visibility</p:attrName>
                                        </p:attrNameLst>
                                      </p:cBhvr>
                                      <p:to>
                                        <p:strVal val="visible"/>
                                      </p:to>
                                    </p:set>
                                    <p:anim calcmode="lin" valueType="num">
                                      <p:cBhvr>
                                        <p:cTn id="47" dur="500" fill="hold"/>
                                        <p:tgtEl>
                                          <p:spTgt spid="55"/>
                                        </p:tgtEl>
                                        <p:attrNameLst>
                                          <p:attrName>ppt_w</p:attrName>
                                        </p:attrNameLst>
                                      </p:cBhvr>
                                      <p:tavLst>
                                        <p:tav tm="0">
                                          <p:val>
                                            <p:fltVal val="0"/>
                                          </p:val>
                                        </p:tav>
                                        <p:tav tm="100000">
                                          <p:val>
                                            <p:strVal val="#ppt_w"/>
                                          </p:val>
                                        </p:tav>
                                      </p:tavLst>
                                    </p:anim>
                                    <p:anim calcmode="lin" valueType="num">
                                      <p:cBhvr>
                                        <p:cTn id="48" dur="500" fill="hold"/>
                                        <p:tgtEl>
                                          <p:spTgt spid="55"/>
                                        </p:tgtEl>
                                        <p:attrNameLst>
                                          <p:attrName>ppt_h</p:attrName>
                                        </p:attrNameLst>
                                      </p:cBhvr>
                                      <p:tavLst>
                                        <p:tav tm="0">
                                          <p:val>
                                            <p:fltVal val="0"/>
                                          </p:val>
                                        </p:tav>
                                        <p:tav tm="100000">
                                          <p:val>
                                            <p:strVal val="#ppt_h"/>
                                          </p:val>
                                        </p:tav>
                                      </p:tavLst>
                                    </p:anim>
                                    <p:animEffect transition="in" filter="fade">
                                      <p:cBhvr>
                                        <p:cTn id="49" dur="500"/>
                                        <p:tgtEl>
                                          <p:spTgt spid="55"/>
                                        </p:tgtEl>
                                      </p:cBhvr>
                                    </p:animEffect>
                                  </p:childTnLst>
                                </p:cTn>
                              </p:par>
                            </p:childTnLst>
                          </p:cTn>
                        </p:par>
                        <p:par>
                          <p:cTn id="50" fill="hold">
                            <p:stCondLst>
                              <p:cond delay="4500"/>
                            </p:stCondLst>
                            <p:childTnLst>
                              <p:par>
                                <p:cTn id="51" presetID="22" presetClass="entr" presetSubtype="2" fill="hold" grpId="0" nodeType="after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wipe(right)">
                                      <p:cBhvr>
                                        <p:cTn id="53" dur="500"/>
                                        <p:tgtEl>
                                          <p:spTgt spid="34"/>
                                        </p:tgtEl>
                                      </p:cBhvr>
                                    </p:animEffect>
                                  </p:childTnLst>
                                </p:cTn>
                              </p:par>
                            </p:childTnLst>
                          </p:cTn>
                        </p:par>
                        <p:par>
                          <p:cTn id="54" fill="hold">
                            <p:stCondLst>
                              <p:cond delay="5000"/>
                            </p:stCondLst>
                            <p:childTnLst>
                              <p:par>
                                <p:cTn id="55" presetID="22" presetClass="entr" presetSubtype="8" fill="hold" nodeType="afterEffect">
                                  <p:stCondLst>
                                    <p:cond delay="0"/>
                                  </p:stCondLst>
                                  <p:childTnLst>
                                    <p:set>
                                      <p:cBhvr>
                                        <p:cTn id="56" dur="1" fill="hold">
                                          <p:stCondLst>
                                            <p:cond delay="0"/>
                                          </p:stCondLst>
                                        </p:cTn>
                                        <p:tgtEl>
                                          <p:spTgt spid="36"/>
                                        </p:tgtEl>
                                        <p:attrNameLst>
                                          <p:attrName>style.visibility</p:attrName>
                                        </p:attrNameLst>
                                      </p:cBhvr>
                                      <p:to>
                                        <p:strVal val="visible"/>
                                      </p:to>
                                    </p:set>
                                    <p:animEffect transition="in" filter="wipe(left)">
                                      <p:cBhvr>
                                        <p:cTn id="57" dur="500"/>
                                        <p:tgtEl>
                                          <p:spTgt spid="36"/>
                                        </p:tgtEl>
                                      </p:cBhvr>
                                    </p:animEffect>
                                  </p:childTnLst>
                                </p:cTn>
                              </p:par>
                            </p:childTnLst>
                          </p:cTn>
                        </p:par>
                        <p:par>
                          <p:cTn id="58" fill="hold">
                            <p:stCondLst>
                              <p:cond delay="5500"/>
                            </p:stCondLst>
                            <p:childTnLst>
                              <p:par>
                                <p:cTn id="59" presetID="53" presetClass="entr" presetSubtype="16" fill="hold" grpId="0" nodeType="afterEffect">
                                  <p:stCondLst>
                                    <p:cond delay="0"/>
                                  </p:stCondLst>
                                  <p:childTnLst>
                                    <p:set>
                                      <p:cBhvr>
                                        <p:cTn id="60" dur="1" fill="hold">
                                          <p:stCondLst>
                                            <p:cond delay="0"/>
                                          </p:stCondLst>
                                        </p:cTn>
                                        <p:tgtEl>
                                          <p:spTgt spid="54"/>
                                        </p:tgtEl>
                                        <p:attrNameLst>
                                          <p:attrName>style.visibility</p:attrName>
                                        </p:attrNameLst>
                                      </p:cBhvr>
                                      <p:to>
                                        <p:strVal val="visible"/>
                                      </p:to>
                                    </p:set>
                                    <p:anim calcmode="lin" valueType="num">
                                      <p:cBhvr>
                                        <p:cTn id="61" dur="500" fill="hold"/>
                                        <p:tgtEl>
                                          <p:spTgt spid="54"/>
                                        </p:tgtEl>
                                        <p:attrNameLst>
                                          <p:attrName>ppt_w</p:attrName>
                                        </p:attrNameLst>
                                      </p:cBhvr>
                                      <p:tavLst>
                                        <p:tav tm="0">
                                          <p:val>
                                            <p:fltVal val="0"/>
                                          </p:val>
                                        </p:tav>
                                        <p:tav tm="100000">
                                          <p:val>
                                            <p:strVal val="#ppt_w"/>
                                          </p:val>
                                        </p:tav>
                                      </p:tavLst>
                                    </p:anim>
                                    <p:anim calcmode="lin" valueType="num">
                                      <p:cBhvr>
                                        <p:cTn id="62" dur="500" fill="hold"/>
                                        <p:tgtEl>
                                          <p:spTgt spid="54"/>
                                        </p:tgtEl>
                                        <p:attrNameLst>
                                          <p:attrName>ppt_h</p:attrName>
                                        </p:attrNameLst>
                                      </p:cBhvr>
                                      <p:tavLst>
                                        <p:tav tm="0">
                                          <p:val>
                                            <p:fltVal val="0"/>
                                          </p:val>
                                        </p:tav>
                                        <p:tav tm="100000">
                                          <p:val>
                                            <p:strVal val="#ppt_h"/>
                                          </p:val>
                                        </p:tav>
                                      </p:tavLst>
                                    </p:anim>
                                    <p:animEffect transition="in" filter="fade">
                                      <p:cBhvr>
                                        <p:cTn id="63" dur="500"/>
                                        <p:tgtEl>
                                          <p:spTgt spid="54"/>
                                        </p:tgtEl>
                                      </p:cBhvr>
                                    </p:animEffect>
                                  </p:childTnLst>
                                </p:cTn>
                              </p:par>
                            </p:childTnLst>
                          </p:cTn>
                        </p:par>
                        <p:par>
                          <p:cTn id="64" fill="hold">
                            <p:stCondLst>
                              <p:cond delay="6000"/>
                            </p:stCondLst>
                            <p:childTnLst>
                              <p:par>
                                <p:cTn id="65" presetID="22" presetClass="entr" presetSubtype="8" fill="hold" grpId="0" nodeType="after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wipe(left)">
                                      <p:cBhvr>
                                        <p:cTn id="67" dur="500"/>
                                        <p:tgtEl>
                                          <p:spTgt spid="45"/>
                                        </p:tgtEl>
                                      </p:cBhvr>
                                    </p:animEffect>
                                  </p:childTnLst>
                                </p:cTn>
                              </p:par>
                            </p:childTnLst>
                          </p:cTn>
                        </p:par>
                        <p:par>
                          <p:cTn id="68" fill="hold">
                            <p:stCondLst>
                              <p:cond delay="6500"/>
                            </p:stCondLst>
                            <p:childTnLst>
                              <p:par>
                                <p:cTn id="69" presetID="22" presetClass="entr" presetSubtype="8" fill="hold" nodeType="afterEffect">
                                  <p:stCondLst>
                                    <p:cond delay="0"/>
                                  </p:stCondLst>
                                  <p:childTnLst>
                                    <p:set>
                                      <p:cBhvr>
                                        <p:cTn id="70" dur="1" fill="hold">
                                          <p:stCondLst>
                                            <p:cond delay="0"/>
                                          </p:stCondLst>
                                        </p:cTn>
                                        <p:tgtEl>
                                          <p:spTgt spid="38"/>
                                        </p:tgtEl>
                                        <p:attrNameLst>
                                          <p:attrName>style.visibility</p:attrName>
                                        </p:attrNameLst>
                                      </p:cBhvr>
                                      <p:to>
                                        <p:strVal val="visible"/>
                                      </p:to>
                                    </p:set>
                                    <p:animEffect transition="in" filter="wipe(left)">
                                      <p:cBhvr>
                                        <p:cTn id="71" dur="500"/>
                                        <p:tgtEl>
                                          <p:spTgt spid="38"/>
                                        </p:tgtEl>
                                      </p:cBhvr>
                                    </p:animEffect>
                                  </p:childTnLst>
                                </p:cTn>
                              </p:par>
                            </p:childTnLst>
                          </p:cTn>
                        </p:par>
                        <p:par>
                          <p:cTn id="72" fill="hold">
                            <p:stCondLst>
                              <p:cond delay="7000"/>
                            </p:stCondLst>
                            <p:childTnLst>
                              <p:par>
                                <p:cTn id="73" presetID="53" presetClass="entr" presetSubtype="16" fill="hold" grpId="0" nodeType="afterEffect">
                                  <p:stCondLst>
                                    <p:cond delay="0"/>
                                  </p:stCondLst>
                                  <p:childTnLst>
                                    <p:set>
                                      <p:cBhvr>
                                        <p:cTn id="74" dur="1" fill="hold">
                                          <p:stCondLst>
                                            <p:cond delay="0"/>
                                          </p:stCondLst>
                                        </p:cTn>
                                        <p:tgtEl>
                                          <p:spTgt spid="60"/>
                                        </p:tgtEl>
                                        <p:attrNameLst>
                                          <p:attrName>style.visibility</p:attrName>
                                        </p:attrNameLst>
                                      </p:cBhvr>
                                      <p:to>
                                        <p:strVal val="visible"/>
                                      </p:to>
                                    </p:set>
                                    <p:anim calcmode="lin" valueType="num">
                                      <p:cBhvr>
                                        <p:cTn id="75" dur="500" fill="hold"/>
                                        <p:tgtEl>
                                          <p:spTgt spid="60"/>
                                        </p:tgtEl>
                                        <p:attrNameLst>
                                          <p:attrName>ppt_w</p:attrName>
                                        </p:attrNameLst>
                                      </p:cBhvr>
                                      <p:tavLst>
                                        <p:tav tm="0">
                                          <p:val>
                                            <p:fltVal val="0"/>
                                          </p:val>
                                        </p:tav>
                                        <p:tav tm="100000">
                                          <p:val>
                                            <p:strVal val="#ppt_w"/>
                                          </p:val>
                                        </p:tav>
                                      </p:tavLst>
                                    </p:anim>
                                    <p:anim calcmode="lin" valueType="num">
                                      <p:cBhvr>
                                        <p:cTn id="76" dur="500" fill="hold"/>
                                        <p:tgtEl>
                                          <p:spTgt spid="60"/>
                                        </p:tgtEl>
                                        <p:attrNameLst>
                                          <p:attrName>ppt_h</p:attrName>
                                        </p:attrNameLst>
                                      </p:cBhvr>
                                      <p:tavLst>
                                        <p:tav tm="0">
                                          <p:val>
                                            <p:fltVal val="0"/>
                                          </p:val>
                                        </p:tav>
                                        <p:tav tm="100000">
                                          <p:val>
                                            <p:strVal val="#ppt_h"/>
                                          </p:val>
                                        </p:tav>
                                      </p:tavLst>
                                    </p:anim>
                                    <p:animEffect transition="in" filter="fade">
                                      <p:cBhvr>
                                        <p:cTn id="77" dur="500"/>
                                        <p:tgtEl>
                                          <p:spTgt spid="60"/>
                                        </p:tgtEl>
                                      </p:cBhvr>
                                    </p:animEffect>
                                  </p:childTnLst>
                                </p:cTn>
                              </p:par>
                            </p:childTnLst>
                          </p:cTn>
                        </p:par>
                        <p:par>
                          <p:cTn id="78" fill="hold">
                            <p:stCondLst>
                              <p:cond delay="7500"/>
                            </p:stCondLst>
                            <p:childTnLst>
                              <p:par>
                                <p:cTn id="79" presetID="53" presetClass="entr" presetSubtype="16" fill="hold" grpId="0" nodeType="afterEffect">
                                  <p:stCondLst>
                                    <p:cond delay="0"/>
                                  </p:stCondLst>
                                  <p:childTnLst>
                                    <p:set>
                                      <p:cBhvr>
                                        <p:cTn id="80" dur="1" fill="hold">
                                          <p:stCondLst>
                                            <p:cond delay="0"/>
                                          </p:stCondLst>
                                        </p:cTn>
                                        <p:tgtEl>
                                          <p:spTgt spid="52"/>
                                        </p:tgtEl>
                                        <p:attrNameLst>
                                          <p:attrName>style.visibility</p:attrName>
                                        </p:attrNameLst>
                                      </p:cBhvr>
                                      <p:to>
                                        <p:strVal val="visible"/>
                                      </p:to>
                                    </p:set>
                                    <p:anim calcmode="lin" valueType="num">
                                      <p:cBhvr>
                                        <p:cTn id="81" dur="500" fill="hold"/>
                                        <p:tgtEl>
                                          <p:spTgt spid="52"/>
                                        </p:tgtEl>
                                        <p:attrNameLst>
                                          <p:attrName>ppt_w</p:attrName>
                                        </p:attrNameLst>
                                      </p:cBhvr>
                                      <p:tavLst>
                                        <p:tav tm="0">
                                          <p:val>
                                            <p:fltVal val="0"/>
                                          </p:val>
                                        </p:tav>
                                        <p:tav tm="100000">
                                          <p:val>
                                            <p:strVal val="#ppt_w"/>
                                          </p:val>
                                        </p:tav>
                                      </p:tavLst>
                                    </p:anim>
                                    <p:anim calcmode="lin" valueType="num">
                                      <p:cBhvr>
                                        <p:cTn id="82" dur="500" fill="hold"/>
                                        <p:tgtEl>
                                          <p:spTgt spid="52"/>
                                        </p:tgtEl>
                                        <p:attrNameLst>
                                          <p:attrName>ppt_h</p:attrName>
                                        </p:attrNameLst>
                                      </p:cBhvr>
                                      <p:tavLst>
                                        <p:tav tm="0">
                                          <p:val>
                                            <p:fltVal val="0"/>
                                          </p:val>
                                        </p:tav>
                                        <p:tav tm="100000">
                                          <p:val>
                                            <p:strVal val="#ppt_h"/>
                                          </p:val>
                                        </p:tav>
                                      </p:tavLst>
                                    </p:anim>
                                    <p:animEffect transition="in" filter="fade">
                                      <p:cBhvr>
                                        <p:cTn id="83" dur="500"/>
                                        <p:tgtEl>
                                          <p:spTgt spid="52"/>
                                        </p:tgtEl>
                                      </p:cBhvr>
                                    </p:animEffect>
                                  </p:childTnLst>
                                </p:cTn>
                              </p:par>
                            </p:childTnLst>
                          </p:cTn>
                        </p:par>
                        <p:par>
                          <p:cTn id="84" fill="hold">
                            <p:stCondLst>
                              <p:cond delay="8000"/>
                            </p:stCondLst>
                            <p:childTnLst>
                              <p:par>
                                <p:cTn id="85" presetID="22" presetClass="entr" presetSubtype="8" fill="hold" grpId="0" nodeType="afterEffect">
                                  <p:stCondLst>
                                    <p:cond delay="0"/>
                                  </p:stCondLst>
                                  <p:childTnLst>
                                    <p:set>
                                      <p:cBhvr>
                                        <p:cTn id="86" dur="1" fill="hold">
                                          <p:stCondLst>
                                            <p:cond delay="0"/>
                                          </p:stCondLst>
                                        </p:cTn>
                                        <p:tgtEl>
                                          <p:spTgt spid="46"/>
                                        </p:tgtEl>
                                        <p:attrNameLst>
                                          <p:attrName>style.visibility</p:attrName>
                                        </p:attrNameLst>
                                      </p:cBhvr>
                                      <p:to>
                                        <p:strVal val="visible"/>
                                      </p:to>
                                    </p:set>
                                    <p:animEffect transition="in" filter="wipe(left)">
                                      <p:cBhvr>
                                        <p:cTn id="87" dur="500"/>
                                        <p:tgtEl>
                                          <p:spTgt spid="46"/>
                                        </p:tgtEl>
                                      </p:cBhvr>
                                    </p:animEffect>
                                  </p:childTnLst>
                                </p:cTn>
                              </p:par>
                            </p:childTnLst>
                          </p:cTn>
                        </p:par>
                        <p:par>
                          <p:cTn id="88" fill="hold">
                            <p:stCondLst>
                              <p:cond delay="8500"/>
                            </p:stCondLst>
                            <p:childTnLst>
                              <p:par>
                                <p:cTn id="89" presetID="53" presetClass="entr" presetSubtype="16" fill="hold" grpId="0" nodeType="afterEffect">
                                  <p:stCondLst>
                                    <p:cond delay="0"/>
                                  </p:stCondLst>
                                  <p:childTnLst>
                                    <p:set>
                                      <p:cBhvr>
                                        <p:cTn id="90" dur="1" fill="hold">
                                          <p:stCondLst>
                                            <p:cond delay="0"/>
                                          </p:stCondLst>
                                        </p:cTn>
                                        <p:tgtEl>
                                          <p:spTgt spid="49"/>
                                        </p:tgtEl>
                                        <p:attrNameLst>
                                          <p:attrName>style.visibility</p:attrName>
                                        </p:attrNameLst>
                                      </p:cBhvr>
                                      <p:to>
                                        <p:strVal val="visible"/>
                                      </p:to>
                                    </p:set>
                                    <p:anim calcmode="lin" valueType="num">
                                      <p:cBhvr>
                                        <p:cTn id="91" dur="500" fill="hold"/>
                                        <p:tgtEl>
                                          <p:spTgt spid="49"/>
                                        </p:tgtEl>
                                        <p:attrNameLst>
                                          <p:attrName>ppt_w</p:attrName>
                                        </p:attrNameLst>
                                      </p:cBhvr>
                                      <p:tavLst>
                                        <p:tav tm="0">
                                          <p:val>
                                            <p:fltVal val="0"/>
                                          </p:val>
                                        </p:tav>
                                        <p:tav tm="100000">
                                          <p:val>
                                            <p:strVal val="#ppt_w"/>
                                          </p:val>
                                        </p:tav>
                                      </p:tavLst>
                                    </p:anim>
                                    <p:anim calcmode="lin" valueType="num">
                                      <p:cBhvr>
                                        <p:cTn id="92" dur="500" fill="hold"/>
                                        <p:tgtEl>
                                          <p:spTgt spid="49"/>
                                        </p:tgtEl>
                                        <p:attrNameLst>
                                          <p:attrName>ppt_h</p:attrName>
                                        </p:attrNameLst>
                                      </p:cBhvr>
                                      <p:tavLst>
                                        <p:tav tm="0">
                                          <p:val>
                                            <p:fltVal val="0"/>
                                          </p:val>
                                        </p:tav>
                                        <p:tav tm="100000">
                                          <p:val>
                                            <p:strVal val="#ppt_h"/>
                                          </p:val>
                                        </p:tav>
                                      </p:tavLst>
                                    </p:anim>
                                    <p:animEffect transition="in" filter="fade">
                                      <p:cBhvr>
                                        <p:cTn id="93"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4" grpId="0"/>
      <p:bldP spid="45" grpId="0"/>
      <p:bldP spid="46" grpId="0"/>
      <p:bldP spid="49" grpId="0" animBg="1"/>
      <p:bldP spid="50" grpId="0" animBg="1"/>
      <p:bldP spid="52" grpId="0" animBg="1"/>
      <p:bldP spid="53" grpId="0" animBg="1"/>
      <p:bldP spid="54" grpId="0" animBg="1"/>
      <p:bldP spid="55" grpId="0" animBg="1"/>
      <p:bldP spid="57" grpId="0" animBg="1"/>
      <p:bldP spid="58" grpId="0" animBg="1"/>
      <p:bldP spid="60"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Facebook Stats Slide</a:t>
            </a:r>
          </a:p>
        </p:txBody>
      </p:sp>
      <p:grpSp>
        <p:nvGrpSpPr>
          <p:cNvPr id="25" name="Group 24"/>
          <p:cNvGrpSpPr/>
          <p:nvPr/>
        </p:nvGrpSpPr>
        <p:grpSpPr>
          <a:xfrm>
            <a:off x="3903109" y="2331681"/>
            <a:ext cx="1075291" cy="711200"/>
            <a:chOff x="1676400" y="1733550"/>
            <a:chExt cx="1600200" cy="533400"/>
          </a:xfrm>
        </p:grpSpPr>
        <p:cxnSp>
          <p:nvCxnSpPr>
            <p:cNvPr id="30" name="Straight Connector 29"/>
            <p:cNvCxnSpPr/>
            <p:nvPr/>
          </p:nvCxnSpPr>
          <p:spPr>
            <a:xfrm>
              <a:off x="1676400" y="1733550"/>
              <a:ext cx="1066800" cy="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2743200" y="1733550"/>
              <a:ext cx="533400" cy="53340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a:xfrm flipV="1">
            <a:off x="3903109" y="5198873"/>
            <a:ext cx="1075291" cy="711200"/>
            <a:chOff x="1676400" y="1733550"/>
            <a:chExt cx="1600200" cy="533400"/>
          </a:xfrm>
        </p:grpSpPr>
        <p:cxnSp>
          <p:nvCxnSpPr>
            <p:cNvPr id="28" name="Straight Connector 27"/>
            <p:cNvCxnSpPr/>
            <p:nvPr/>
          </p:nvCxnSpPr>
          <p:spPr>
            <a:xfrm>
              <a:off x="1676400" y="1733550"/>
              <a:ext cx="1066800" cy="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2743200" y="1733550"/>
              <a:ext cx="533400" cy="53340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27" name="Straight Connector 26"/>
          <p:cNvCxnSpPr>
            <a:stCxn id="57" idx="6"/>
          </p:cNvCxnSpPr>
          <p:nvPr/>
        </p:nvCxnSpPr>
        <p:spPr>
          <a:xfrm>
            <a:off x="3898034" y="4103097"/>
            <a:ext cx="702609" cy="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Inhaltsplatzhalter 4"/>
          <p:cNvSpPr txBox="1">
            <a:spLocks/>
          </p:cNvSpPr>
          <p:nvPr/>
        </p:nvSpPr>
        <p:spPr>
          <a:xfrm>
            <a:off x="508001" y="1775120"/>
            <a:ext cx="2234705" cy="1113125"/>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lnSpc>
                <a:spcPct val="100000"/>
              </a:lnSpc>
              <a:buNone/>
            </a:pPr>
            <a:endParaRPr lang="en-US" sz="1867" b="1" dirty="0">
              <a:latin typeface="+mj-lt"/>
            </a:endParaRPr>
          </a:p>
          <a:p>
            <a:pPr marL="0" indent="0" algn="r">
              <a:lnSpc>
                <a:spcPct val="100000"/>
              </a:lnSpc>
              <a:buNone/>
            </a:pPr>
            <a:r>
              <a:rPr lang="en-US" sz="1867" b="1" dirty="0">
                <a:latin typeface="+mj-lt"/>
              </a:rPr>
              <a:t>890M Fans</a:t>
            </a:r>
            <a:br>
              <a:rPr lang="en-US" sz="1867" b="1" dirty="0">
                <a:latin typeface="+mj-lt"/>
              </a:rPr>
            </a:br>
            <a:r>
              <a:rPr lang="en-US" sz="1333" dirty="0">
                <a:latin typeface="+mj-lt"/>
              </a:rPr>
              <a:t>simply dummy text of the printing</a:t>
            </a:r>
            <a:endParaRPr lang="en-US" sz="1400" dirty="0">
              <a:latin typeface="+mj-lt"/>
            </a:endParaRPr>
          </a:p>
        </p:txBody>
      </p:sp>
      <p:sp>
        <p:nvSpPr>
          <p:cNvPr id="34" name="Inhaltsplatzhalter 4"/>
          <p:cNvSpPr txBox="1">
            <a:spLocks/>
          </p:cNvSpPr>
          <p:nvPr/>
        </p:nvSpPr>
        <p:spPr>
          <a:xfrm>
            <a:off x="508001" y="5506861"/>
            <a:ext cx="2234705" cy="697563"/>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lnSpc>
                <a:spcPct val="100000"/>
              </a:lnSpc>
              <a:buNone/>
            </a:pPr>
            <a:r>
              <a:rPr lang="en-US" sz="1867" b="1" dirty="0">
                <a:latin typeface="+mj-lt"/>
              </a:rPr>
              <a:t>50% Mobile Usage </a:t>
            </a:r>
            <a:br>
              <a:rPr lang="en-US" sz="1867" b="1" dirty="0">
                <a:latin typeface="+mj-lt"/>
              </a:rPr>
            </a:br>
            <a:r>
              <a:rPr lang="en-US" sz="1333" dirty="0">
                <a:latin typeface="+mj-lt"/>
              </a:rPr>
              <a:t>simply dummy text of the printing</a:t>
            </a:r>
            <a:endParaRPr lang="en-US" sz="1400" dirty="0">
              <a:latin typeface="+mj-lt"/>
            </a:endParaRPr>
          </a:p>
        </p:txBody>
      </p:sp>
      <p:grpSp>
        <p:nvGrpSpPr>
          <p:cNvPr id="36" name="Group 35"/>
          <p:cNvGrpSpPr/>
          <p:nvPr/>
        </p:nvGrpSpPr>
        <p:grpSpPr>
          <a:xfrm flipH="1">
            <a:off x="7195418" y="2331681"/>
            <a:ext cx="1019113" cy="711200"/>
            <a:chOff x="1676400" y="1733550"/>
            <a:chExt cx="1600200" cy="533400"/>
          </a:xfrm>
        </p:grpSpPr>
        <p:cxnSp>
          <p:nvCxnSpPr>
            <p:cNvPr id="41" name="Straight Connector 40"/>
            <p:cNvCxnSpPr/>
            <p:nvPr/>
          </p:nvCxnSpPr>
          <p:spPr>
            <a:xfrm>
              <a:off x="1676400" y="1733550"/>
              <a:ext cx="1066800" cy="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2743200" y="1733550"/>
              <a:ext cx="533400" cy="53340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38" name="Straight Connector 37"/>
          <p:cNvCxnSpPr/>
          <p:nvPr/>
        </p:nvCxnSpPr>
        <p:spPr>
          <a:xfrm flipH="1">
            <a:off x="7437939" y="4103097"/>
            <a:ext cx="776592" cy="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sp>
        <p:nvSpPr>
          <p:cNvPr id="45" name="Inhaltsplatzhalter 4"/>
          <p:cNvSpPr txBox="1">
            <a:spLocks/>
          </p:cNvSpPr>
          <p:nvPr/>
        </p:nvSpPr>
        <p:spPr>
          <a:xfrm flipH="1">
            <a:off x="9294897" y="1982901"/>
            <a:ext cx="2370920" cy="697563"/>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sz="1867" b="1" dirty="0">
                <a:latin typeface="+mj-lt"/>
              </a:rPr>
              <a:t>50% Desktop Usage</a:t>
            </a:r>
            <a:br>
              <a:rPr lang="en-US" sz="1867" b="1" dirty="0">
                <a:latin typeface="+mj-lt"/>
              </a:rPr>
            </a:br>
            <a:r>
              <a:rPr lang="en-US" sz="1333" dirty="0">
                <a:latin typeface="+mj-lt"/>
              </a:rPr>
              <a:t>simply dummy text of the printing</a:t>
            </a:r>
            <a:endParaRPr lang="en-US" sz="1400" dirty="0">
              <a:latin typeface="+mj-lt"/>
            </a:endParaRPr>
          </a:p>
        </p:txBody>
      </p:sp>
      <p:sp>
        <p:nvSpPr>
          <p:cNvPr id="46" name="Inhaltsplatzhalter 4"/>
          <p:cNvSpPr txBox="1">
            <a:spLocks/>
          </p:cNvSpPr>
          <p:nvPr/>
        </p:nvSpPr>
        <p:spPr>
          <a:xfrm flipH="1">
            <a:off x="9294897" y="3772097"/>
            <a:ext cx="2370920" cy="697563"/>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sz="1867" b="1" dirty="0">
                <a:latin typeface="+mj-lt"/>
              </a:rPr>
              <a:t>690K Photos</a:t>
            </a:r>
            <a:br>
              <a:rPr lang="en-US" sz="1867" b="1" dirty="0">
                <a:latin typeface="+mj-lt"/>
              </a:rPr>
            </a:br>
            <a:r>
              <a:rPr lang="en-US" sz="1333" dirty="0">
                <a:latin typeface="+mj-lt"/>
              </a:rPr>
              <a:t>simply dummy text of the printing</a:t>
            </a:r>
            <a:endParaRPr lang="en-US" sz="1400" dirty="0">
              <a:latin typeface="+mj-lt"/>
            </a:endParaRPr>
          </a:p>
        </p:txBody>
      </p:sp>
      <p:sp>
        <p:nvSpPr>
          <p:cNvPr id="49" name="Freeform 188"/>
          <p:cNvSpPr>
            <a:spLocks noEditPoints="1"/>
          </p:cNvSpPr>
          <p:nvPr/>
        </p:nvSpPr>
        <p:spPr bwMode="auto">
          <a:xfrm>
            <a:off x="8387979" y="5622419"/>
            <a:ext cx="535517" cy="516467"/>
          </a:xfrm>
          <a:custGeom>
            <a:avLst/>
            <a:gdLst/>
            <a:ahLst/>
            <a:cxnLst>
              <a:cxn ang="0">
                <a:pos x="220" y="236"/>
              </a:cxn>
              <a:cxn ang="0">
                <a:pos x="212" y="240"/>
              </a:cxn>
              <a:cxn ang="0">
                <a:pos x="204" y="236"/>
              </a:cxn>
              <a:cxn ang="0">
                <a:pos x="188" y="220"/>
              </a:cxn>
              <a:cxn ang="0">
                <a:pos x="184" y="212"/>
              </a:cxn>
              <a:cxn ang="0">
                <a:pos x="196" y="200"/>
              </a:cxn>
              <a:cxn ang="0">
                <a:pos x="204" y="204"/>
              </a:cxn>
              <a:cxn ang="0">
                <a:pos x="212" y="211"/>
              </a:cxn>
              <a:cxn ang="0">
                <a:pos x="236" y="188"/>
              </a:cxn>
              <a:cxn ang="0">
                <a:pos x="244" y="184"/>
              </a:cxn>
              <a:cxn ang="0">
                <a:pos x="256" y="196"/>
              </a:cxn>
              <a:cxn ang="0">
                <a:pos x="252" y="204"/>
              </a:cxn>
              <a:cxn ang="0">
                <a:pos x="220" y="236"/>
              </a:cxn>
              <a:cxn ang="0">
                <a:pos x="212" y="194"/>
              </a:cxn>
              <a:cxn ang="0">
                <a:pos x="196" y="188"/>
              </a:cxn>
              <a:cxn ang="0">
                <a:pos x="172" y="212"/>
              </a:cxn>
              <a:cxn ang="0">
                <a:pos x="179" y="229"/>
              </a:cxn>
              <a:cxn ang="0">
                <a:pos x="195" y="245"/>
              </a:cxn>
              <a:cxn ang="0">
                <a:pos x="199" y="248"/>
              </a:cxn>
              <a:cxn ang="0">
                <a:pos x="12" y="248"/>
              </a:cxn>
              <a:cxn ang="0">
                <a:pos x="0" y="236"/>
              </a:cxn>
              <a:cxn ang="0">
                <a:pos x="0" y="236"/>
              </a:cxn>
              <a:cxn ang="0">
                <a:pos x="0" y="236"/>
              </a:cxn>
              <a:cxn ang="0">
                <a:pos x="32" y="176"/>
              </a:cxn>
              <a:cxn ang="0">
                <a:pos x="69" y="164"/>
              </a:cxn>
              <a:cxn ang="0">
                <a:pos x="100" y="150"/>
              </a:cxn>
              <a:cxn ang="0">
                <a:pos x="100" y="127"/>
              </a:cxn>
              <a:cxn ang="0">
                <a:pos x="88" y="97"/>
              </a:cxn>
              <a:cxn ang="0">
                <a:pos x="80" y="85"/>
              </a:cxn>
              <a:cxn ang="0">
                <a:pos x="84" y="65"/>
              </a:cxn>
              <a:cxn ang="0">
                <a:pos x="82" y="39"/>
              </a:cxn>
              <a:cxn ang="0">
                <a:pos x="128" y="0"/>
              </a:cxn>
              <a:cxn ang="0">
                <a:pos x="175" y="39"/>
              </a:cxn>
              <a:cxn ang="0">
                <a:pos x="172" y="65"/>
              </a:cxn>
              <a:cxn ang="0">
                <a:pos x="176" y="85"/>
              </a:cxn>
              <a:cxn ang="0">
                <a:pos x="168" y="97"/>
              </a:cxn>
              <a:cxn ang="0">
                <a:pos x="156" y="126"/>
              </a:cxn>
              <a:cxn ang="0">
                <a:pos x="156" y="150"/>
              </a:cxn>
              <a:cxn ang="0">
                <a:pos x="187" y="164"/>
              </a:cxn>
              <a:cxn ang="0">
                <a:pos x="224" y="176"/>
              </a:cxn>
              <a:cxn ang="0">
                <a:pos x="228" y="179"/>
              </a:cxn>
              <a:cxn ang="0">
                <a:pos x="227" y="179"/>
              </a:cxn>
              <a:cxn ang="0">
                <a:pos x="212" y="194"/>
              </a:cxn>
              <a:cxn ang="0">
                <a:pos x="254" y="220"/>
              </a:cxn>
              <a:cxn ang="0">
                <a:pos x="256" y="236"/>
              </a:cxn>
              <a:cxn ang="0">
                <a:pos x="256" y="236"/>
              </a:cxn>
              <a:cxn ang="0">
                <a:pos x="256" y="236"/>
              </a:cxn>
              <a:cxn ang="0">
                <a:pos x="244" y="248"/>
              </a:cxn>
              <a:cxn ang="0">
                <a:pos x="225" y="248"/>
              </a:cxn>
              <a:cxn ang="0">
                <a:pos x="229" y="245"/>
              </a:cxn>
              <a:cxn ang="0">
                <a:pos x="254" y="220"/>
              </a:cxn>
            </a:cxnLst>
            <a:rect l="0" t="0" r="r" b="b"/>
            <a:pathLst>
              <a:path w="256" h="248">
                <a:moveTo>
                  <a:pt x="220" y="236"/>
                </a:moveTo>
                <a:cubicBezTo>
                  <a:pt x="218" y="239"/>
                  <a:pt x="215" y="240"/>
                  <a:pt x="212" y="240"/>
                </a:cubicBezTo>
                <a:cubicBezTo>
                  <a:pt x="209" y="240"/>
                  <a:pt x="206" y="239"/>
                  <a:pt x="204" y="236"/>
                </a:cubicBezTo>
                <a:cubicBezTo>
                  <a:pt x="188" y="220"/>
                  <a:pt x="188" y="220"/>
                  <a:pt x="188" y="220"/>
                </a:cubicBezTo>
                <a:cubicBezTo>
                  <a:pt x="185" y="218"/>
                  <a:pt x="184" y="215"/>
                  <a:pt x="184" y="212"/>
                </a:cubicBezTo>
                <a:cubicBezTo>
                  <a:pt x="184" y="205"/>
                  <a:pt x="189" y="200"/>
                  <a:pt x="196" y="200"/>
                </a:cubicBezTo>
                <a:cubicBezTo>
                  <a:pt x="199" y="200"/>
                  <a:pt x="202" y="201"/>
                  <a:pt x="204" y="204"/>
                </a:cubicBezTo>
                <a:cubicBezTo>
                  <a:pt x="212" y="211"/>
                  <a:pt x="212" y="211"/>
                  <a:pt x="212" y="211"/>
                </a:cubicBezTo>
                <a:cubicBezTo>
                  <a:pt x="236" y="188"/>
                  <a:pt x="236" y="188"/>
                  <a:pt x="236" y="188"/>
                </a:cubicBezTo>
                <a:cubicBezTo>
                  <a:pt x="238" y="185"/>
                  <a:pt x="241" y="184"/>
                  <a:pt x="244" y="184"/>
                </a:cubicBezTo>
                <a:cubicBezTo>
                  <a:pt x="251" y="184"/>
                  <a:pt x="256" y="189"/>
                  <a:pt x="256" y="196"/>
                </a:cubicBezTo>
                <a:cubicBezTo>
                  <a:pt x="256" y="199"/>
                  <a:pt x="255" y="202"/>
                  <a:pt x="252" y="204"/>
                </a:cubicBezTo>
                <a:lnTo>
                  <a:pt x="220" y="236"/>
                </a:lnTo>
                <a:close/>
                <a:moveTo>
                  <a:pt x="212" y="194"/>
                </a:moveTo>
                <a:cubicBezTo>
                  <a:pt x="208" y="190"/>
                  <a:pt x="202" y="188"/>
                  <a:pt x="196" y="188"/>
                </a:cubicBezTo>
                <a:cubicBezTo>
                  <a:pt x="183" y="188"/>
                  <a:pt x="172" y="199"/>
                  <a:pt x="172" y="212"/>
                </a:cubicBezTo>
                <a:cubicBezTo>
                  <a:pt x="172" y="219"/>
                  <a:pt x="175" y="225"/>
                  <a:pt x="179" y="229"/>
                </a:cubicBezTo>
                <a:cubicBezTo>
                  <a:pt x="195" y="245"/>
                  <a:pt x="195" y="245"/>
                  <a:pt x="195" y="245"/>
                </a:cubicBezTo>
                <a:cubicBezTo>
                  <a:pt x="196" y="246"/>
                  <a:pt x="197" y="247"/>
                  <a:pt x="199" y="248"/>
                </a:cubicBezTo>
                <a:cubicBezTo>
                  <a:pt x="12" y="248"/>
                  <a:pt x="12" y="248"/>
                  <a:pt x="12" y="248"/>
                </a:cubicBezTo>
                <a:cubicBezTo>
                  <a:pt x="5" y="248"/>
                  <a:pt x="0" y="243"/>
                  <a:pt x="0" y="236"/>
                </a:cubicBezTo>
                <a:cubicBezTo>
                  <a:pt x="0" y="236"/>
                  <a:pt x="0" y="236"/>
                  <a:pt x="0" y="236"/>
                </a:cubicBezTo>
                <a:cubicBezTo>
                  <a:pt x="0" y="236"/>
                  <a:pt x="0" y="236"/>
                  <a:pt x="0" y="236"/>
                </a:cubicBezTo>
                <a:cubicBezTo>
                  <a:pt x="0" y="236"/>
                  <a:pt x="0" y="192"/>
                  <a:pt x="32" y="176"/>
                </a:cubicBezTo>
                <a:cubicBezTo>
                  <a:pt x="52" y="166"/>
                  <a:pt x="44" y="174"/>
                  <a:pt x="69" y="164"/>
                </a:cubicBezTo>
                <a:cubicBezTo>
                  <a:pt x="94" y="154"/>
                  <a:pt x="100" y="150"/>
                  <a:pt x="100" y="150"/>
                </a:cubicBezTo>
                <a:cubicBezTo>
                  <a:pt x="100" y="127"/>
                  <a:pt x="100" y="127"/>
                  <a:pt x="100" y="127"/>
                </a:cubicBezTo>
                <a:cubicBezTo>
                  <a:pt x="100" y="127"/>
                  <a:pt x="91" y="119"/>
                  <a:pt x="88" y="97"/>
                </a:cubicBezTo>
                <a:cubicBezTo>
                  <a:pt x="82" y="99"/>
                  <a:pt x="80" y="90"/>
                  <a:pt x="80" y="85"/>
                </a:cubicBezTo>
                <a:cubicBezTo>
                  <a:pt x="80" y="80"/>
                  <a:pt x="77" y="63"/>
                  <a:pt x="84" y="65"/>
                </a:cubicBezTo>
                <a:cubicBezTo>
                  <a:pt x="82" y="54"/>
                  <a:pt x="81" y="44"/>
                  <a:pt x="82" y="39"/>
                </a:cubicBezTo>
                <a:cubicBezTo>
                  <a:pt x="83" y="21"/>
                  <a:pt x="101" y="1"/>
                  <a:pt x="128" y="0"/>
                </a:cubicBezTo>
                <a:cubicBezTo>
                  <a:pt x="160" y="1"/>
                  <a:pt x="173" y="21"/>
                  <a:pt x="175" y="39"/>
                </a:cubicBezTo>
                <a:cubicBezTo>
                  <a:pt x="175" y="44"/>
                  <a:pt x="174" y="54"/>
                  <a:pt x="172" y="65"/>
                </a:cubicBezTo>
                <a:cubicBezTo>
                  <a:pt x="180" y="63"/>
                  <a:pt x="177" y="80"/>
                  <a:pt x="176" y="85"/>
                </a:cubicBezTo>
                <a:cubicBezTo>
                  <a:pt x="176" y="90"/>
                  <a:pt x="174" y="99"/>
                  <a:pt x="168" y="97"/>
                </a:cubicBezTo>
                <a:cubicBezTo>
                  <a:pt x="165" y="119"/>
                  <a:pt x="156" y="126"/>
                  <a:pt x="156" y="126"/>
                </a:cubicBezTo>
                <a:cubicBezTo>
                  <a:pt x="156" y="150"/>
                  <a:pt x="156" y="150"/>
                  <a:pt x="156" y="150"/>
                </a:cubicBezTo>
                <a:cubicBezTo>
                  <a:pt x="156" y="150"/>
                  <a:pt x="162" y="153"/>
                  <a:pt x="187" y="164"/>
                </a:cubicBezTo>
                <a:cubicBezTo>
                  <a:pt x="212" y="174"/>
                  <a:pt x="204" y="166"/>
                  <a:pt x="224" y="176"/>
                </a:cubicBezTo>
                <a:cubicBezTo>
                  <a:pt x="225" y="177"/>
                  <a:pt x="226" y="178"/>
                  <a:pt x="228" y="179"/>
                </a:cubicBezTo>
                <a:cubicBezTo>
                  <a:pt x="227" y="179"/>
                  <a:pt x="227" y="179"/>
                  <a:pt x="227" y="179"/>
                </a:cubicBezTo>
                <a:lnTo>
                  <a:pt x="212" y="194"/>
                </a:lnTo>
                <a:close/>
                <a:moveTo>
                  <a:pt x="254" y="220"/>
                </a:moveTo>
                <a:cubicBezTo>
                  <a:pt x="256" y="229"/>
                  <a:pt x="256" y="236"/>
                  <a:pt x="256" y="236"/>
                </a:cubicBezTo>
                <a:cubicBezTo>
                  <a:pt x="256" y="236"/>
                  <a:pt x="256" y="236"/>
                  <a:pt x="256" y="236"/>
                </a:cubicBezTo>
                <a:cubicBezTo>
                  <a:pt x="256" y="236"/>
                  <a:pt x="256" y="236"/>
                  <a:pt x="256" y="236"/>
                </a:cubicBezTo>
                <a:cubicBezTo>
                  <a:pt x="256" y="243"/>
                  <a:pt x="251" y="248"/>
                  <a:pt x="244" y="248"/>
                </a:cubicBezTo>
                <a:cubicBezTo>
                  <a:pt x="225" y="248"/>
                  <a:pt x="225" y="248"/>
                  <a:pt x="225" y="248"/>
                </a:cubicBezTo>
                <a:cubicBezTo>
                  <a:pt x="227" y="247"/>
                  <a:pt x="228" y="246"/>
                  <a:pt x="229" y="245"/>
                </a:cubicBezTo>
                <a:lnTo>
                  <a:pt x="254" y="220"/>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0" name="Freeform 191"/>
          <p:cNvSpPr>
            <a:spLocks/>
          </p:cNvSpPr>
          <p:nvPr/>
        </p:nvSpPr>
        <p:spPr bwMode="auto">
          <a:xfrm>
            <a:off x="3207608" y="2027596"/>
            <a:ext cx="533400" cy="516467"/>
          </a:xfrm>
          <a:custGeom>
            <a:avLst/>
            <a:gdLst/>
            <a:ahLst/>
            <a:cxnLst>
              <a:cxn ang="0">
                <a:pos x="256" y="236"/>
              </a:cxn>
              <a:cxn ang="0">
                <a:pos x="256" y="236"/>
              </a:cxn>
              <a:cxn ang="0">
                <a:pos x="244" y="248"/>
              </a:cxn>
              <a:cxn ang="0">
                <a:pos x="12" y="248"/>
              </a:cxn>
              <a:cxn ang="0">
                <a:pos x="0" y="236"/>
              </a:cxn>
              <a:cxn ang="0">
                <a:pos x="0" y="236"/>
              </a:cxn>
              <a:cxn ang="0">
                <a:pos x="0" y="236"/>
              </a:cxn>
              <a:cxn ang="0">
                <a:pos x="32" y="176"/>
              </a:cxn>
              <a:cxn ang="0">
                <a:pos x="69" y="164"/>
              </a:cxn>
              <a:cxn ang="0">
                <a:pos x="100" y="150"/>
              </a:cxn>
              <a:cxn ang="0">
                <a:pos x="100" y="127"/>
              </a:cxn>
              <a:cxn ang="0">
                <a:pos x="88" y="97"/>
              </a:cxn>
              <a:cxn ang="0">
                <a:pos x="80" y="85"/>
              </a:cxn>
              <a:cxn ang="0">
                <a:pos x="84" y="65"/>
              </a:cxn>
              <a:cxn ang="0">
                <a:pos x="82" y="39"/>
              </a:cxn>
              <a:cxn ang="0">
                <a:pos x="128" y="0"/>
              </a:cxn>
              <a:cxn ang="0">
                <a:pos x="175" y="39"/>
              </a:cxn>
              <a:cxn ang="0">
                <a:pos x="172" y="65"/>
              </a:cxn>
              <a:cxn ang="0">
                <a:pos x="176" y="85"/>
              </a:cxn>
              <a:cxn ang="0">
                <a:pos x="168" y="97"/>
              </a:cxn>
              <a:cxn ang="0">
                <a:pos x="156" y="126"/>
              </a:cxn>
              <a:cxn ang="0">
                <a:pos x="156" y="150"/>
              </a:cxn>
              <a:cxn ang="0">
                <a:pos x="187" y="164"/>
              </a:cxn>
              <a:cxn ang="0">
                <a:pos x="224" y="176"/>
              </a:cxn>
              <a:cxn ang="0">
                <a:pos x="256" y="236"/>
              </a:cxn>
            </a:cxnLst>
            <a:rect l="0" t="0" r="r" b="b"/>
            <a:pathLst>
              <a:path w="256" h="248">
                <a:moveTo>
                  <a:pt x="256" y="236"/>
                </a:moveTo>
                <a:cubicBezTo>
                  <a:pt x="256" y="236"/>
                  <a:pt x="256" y="236"/>
                  <a:pt x="256" y="236"/>
                </a:cubicBezTo>
                <a:cubicBezTo>
                  <a:pt x="256" y="243"/>
                  <a:pt x="251" y="248"/>
                  <a:pt x="244" y="248"/>
                </a:cubicBezTo>
                <a:cubicBezTo>
                  <a:pt x="12" y="248"/>
                  <a:pt x="12" y="248"/>
                  <a:pt x="12" y="248"/>
                </a:cubicBezTo>
                <a:cubicBezTo>
                  <a:pt x="5" y="248"/>
                  <a:pt x="0" y="243"/>
                  <a:pt x="0" y="236"/>
                </a:cubicBezTo>
                <a:cubicBezTo>
                  <a:pt x="0" y="236"/>
                  <a:pt x="0" y="236"/>
                  <a:pt x="0" y="236"/>
                </a:cubicBezTo>
                <a:cubicBezTo>
                  <a:pt x="0" y="236"/>
                  <a:pt x="0" y="236"/>
                  <a:pt x="0" y="236"/>
                </a:cubicBezTo>
                <a:cubicBezTo>
                  <a:pt x="0" y="236"/>
                  <a:pt x="0" y="192"/>
                  <a:pt x="32" y="176"/>
                </a:cubicBezTo>
                <a:cubicBezTo>
                  <a:pt x="52" y="166"/>
                  <a:pt x="44" y="174"/>
                  <a:pt x="69" y="164"/>
                </a:cubicBezTo>
                <a:cubicBezTo>
                  <a:pt x="94" y="154"/>
                  <a:pt x="100" y="150"/>
                  <a:pt x="100" y="150"/>
                </a:cubicBezTo>
                <a:cubicBezTo>
                  <a:pt x="100" y="127"/>
                  <a:pt x="100" y="127"/>
                  <a:pt x="100" y="127"/>
                </a:cubicBezTo>
                <a:cubicBezTo>
                  <a:pt x="100" y="127"/>
                  <a:pt x="91" y="119"/>
                  <a:pt x="88" y="97"/>
                </a:cubicBezTo>
                <a:cubicBezTo>
                  <a:pt x="82" y="99"/>
                  <a:pt x="80" y="90"/>
                  <a:pt x="80" y="85"/>
                </a:cubicBezTo>
                <a:cubicBezTo>
                  <a:pt x="80" y="80"/>
                  <a:pt x="77" y="63"/>
                  <a:pt x="84" y="65"/>
                </a:cubicBezTo>
                <a:cubicBezTo>
                  <a:pt x="82" y="54"/>
                  <a:pt x="81" y="44"/>
                  <a:pt x="82" y="39"/>
                </a:cubicBezTo>
                <a:cubicBezTo>
                  <a:pt x="83" y="21"/>
                  <a:pt x="101" y="1"/>
                  <a:pt x="128" y="0"/>
                </a:cubicBezTo>
                <a:cubicBezTo>
                  <a:pt x="160" y="1"/>
                  <a:pt x="173" y="21"/>
                  <a:pt x="175" y="39"/>
                </a:cubicBezTo>
                <a:cubicBezTo>
                  <a:pt x="175" y="44"/>
                  <a:pt x="174" y="54"/>
                  <a:pt x="172" y="65"/>
                </a:cubicBezTo>
                <a:cubicBezTo>
                  <a:pt x="180" y="63"/>
                  <a:pt x="177" y="80"/>
                  <a:pt x="176" y="85"/>
                </a:cubicBezTo>
                <a:cubicBezTo>
                  <a:pt x="176" y="90"/>
                  <a:pt x="174" y="99"/>
                  <a:pt x="168" y="97"/>
                </a:cubicBezTo>
                <a:cubicBezTo>
                  <a:pt x="165" y="119"/>
                  <a:pt x="156" y="126"/>
                  <a:pt x="156" y="126"/>
                </a:cubicBezTo>
                <a:cubicBezTo>
                  <a:pt x="156" y="150"/>
                  <a:pt x="156" y="150"/>
                  <a:pt x="156" y="150"/>
                </a:cubicBezTo>
                <a:cubicBezTo>
                  <a:pt x="156" y="150"/>
                  <a:pt x="162" y="153"/>
                  <a:pt x="187" y="164"/>
                </a:cubicBezTo>
                <a:cubicBezTo>
                  <a:pt x="212" y="174"/>
                  <a:pt x="204" y="166"/>
                  <a:pt x="224" y="176"/>
                </a:cubicBezTo>
                <a:cubicBezTo>
                  <a:pt x="256" y="192"/>
                  <a:pt x="256" y="236"/>
                  <a:pt x="256" y="236"/>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2" name="Freeform 201"/>
          <p:cNvSpPr>
            <a:spLocks noEditPoints="1"/>
          </p:cNvSpPr>
          <p:nvPr/>
        </p:nvSpPr>
        <p:spPr bwMode="auto">
          <a:xfrm>
            <a:off x="8458565" y="3886141"/>
            <a:ext cx="402167" cy="433916"/>
          </a:xfrm>
          <a:custGeom>
            <a:avLst/>
            <a:gdLst/>
            <a:ahLst/>
            <a:cxnLst>
              <a:cxn ang="0">
                <a:pos x="180" y="208"/>
              </a:cxn>
              <a:cxn ang="0">
                <a:pos x="12" y="208"/>
              </a:cxn>
              <a:cxn ang="0">
                <a:pos x="0" y="196"/>
              </a:cxn>
              <a:cxn ang="0">
                <a:pos x="0" y="12"/>
              </a:cxn>
              <a:cxn ang="0">
                <a:pos x="12" y="0"/>
              </a:cxn>
              <a:cxn ang="0">
                <a:pos x="180" y="0"/>
              </a:cxn>
              <a:cxn ang="0">
                <a:pos x="192" y="12"/>
              </a:cxn>
              <a:cxn ang="0">
                <a:pos x="192" y="196"/>
              </a:cxn>
              <a:cxn ang="0">
                <a:pos x="180" y="208"/>
              </a:cxn>
              <a:cxn ang="0">
                <a:pos x="168" y="24"/>
              </a:cxn>
              <a:cxn ang="0">
                <a:pos x="24" y="24"/>
              </a:cxn>
              <a:cxn ang="0">
                <a:pos x="24" y="148"/>
              </a:cxn>
              <a:cxn ang="0">
                <a:pos x="168" y="148"/>
              </a:cxn>
              <a:cxn ang="0">
                <a:pos x="168" y="24"/>
              </a:cxn>
            </a:cxnLst>
            <a:rect l="0" t="0" r="r" b="b"/>
            <a:pathLst>
              <a:path w="192" h="208">
                <a:moveTo>
                  <a:pt x="180" y="208"/>
                </a:moveTo>
                <a:cubicBezTo>
                  <a:pt x="12" y="208"/>
                  <a:pt x="12" y="208"/>
                  <a:pt x="12" y="208"/>
                </a:cubicBezTo>
                <a:cubicBezTo>
                  <a:pt x="5" y="208"/>
                  <a:pt x="0" y="203"/>
                  <a:pt x="0" y="196"/>
                </a:cubicBezTo>
                <a:cubicBezTo>
                  <a:pt x="0" y="12"/>
                  <a:pt x="0" y="12"/>
                  <a:pt x="0" y="12"/>
                </a:cubicBezTo>
                <a:cubicBezTo>
                  <a:pt x="0" y="5"/>
                  <a:pt x="5" y="0"/>
                  <a:pt x="12" y="0"/>
                </a:cubicBezTo>
                <a:cubicBezTo>
                  <a:pt x="180" y="0"/>
                  <a:pt x="180" y="0"/>
                  <a:pt x="180" y="0"/>
                </a:cubicBezTo>
                <a:cubicBezTo>
                  <a:pt x="187" y="0"/>
                  <a:pt x="192" y="5"/>
                  <a:pt x="192" y="12"/>
                </a:cubicBezTo>
                <a:cubicBezTo>
                  <a:pt x="192" y="196"/>
                  <a:pt x="192" y="196"/>
                  <a:pt x="192" y="196"/>
                </a:cubicBezTo>
                <a:cubicBezTo>
                  <a:pt x="192" y="203"/>
                  <a:pt x="187" y="208"/>
                  <a:pt x="180" y="208"/>
                </a:cubicBezTo>
                <a:moveTo>
                  <a:pt x="168" y="24"/>
                </a:moveTo>
                <a:cubicBezTo>
                  <a:pt x="24" y="24"/>
                  <a:pt x="24" y="24"/>
                  <a:pt x="24" y="24"/>
                </a:cubicBezTo>
                <a:cubicBezTo>
                  <a:pt x="24" y="148"/>
                  <a:pt x="24" y="148"/>
                  <a:pt x="24" y="148"/>
                </a:cubicBezTo>
                <a:cubicBezTo>
                  <a:pt x="168" y="148"/>
                  <a:pt x="168" y="148"/>
                  <a:pt x="168" y="148"/>
                </a:cubicBezTo>
                <a:lnTo>
                  <a:pt x="168" y="24"/>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3" name="Freeform 223"/>
          <p:cNvSpPr>
            <a:spLocks noEditPoints="1"/>
          </p:cNvSpPr>
          <p:nvPr/>
        </p:nvSpPr>
        <p:spPr bwMode="auto">
          <a:xfrm>
            <a:off x="3159867" y="3874497"/>
            <a:ext cx="533400" cy="457200"/>
          </a:xfrm>
          <a:custGeom>
            <a:avLst/>
            <a:gdLst/>
            <a:ahLst/>
            <a:cxnLst>
              <a:cxn ang="0">
                <a:pos x="184" y="164"/>
              </a:cxn>
              <a:cxn ang="0">
                <a:pos x="232" y="116"/>
              </a:cxn>
              <a:cxn ang="0">
                <a:pos x="217" y="87"/>
              </a:cxn>
              <a:cxn ang="0">
                <a:pos x="215" y="85"/>
              </a:cxn>
              <a:cxn ang="0">
                <a:pos x="212" y="84"/>
              </a:cxn>
              <a:cxn ang="0">
                <a:pos x="209" y="83"/>
              </a:cxn>
              <a:cxn ang="0">
                <a:pos x="206" y="81"/>
              </a:cxn>
              <a:cxn ang="0">
                <a:pos x="203" y="81"/>
              </a:cxn>
              <a:cxn ang="0">
                <a:pos x="200" y="80"/>
              </a:cxn>
              <a:cxn ang="0">
                <a:pos x="195" y="80"/>
              </a:cxn>
              <a:cxn ang="0">
                <a:pos x="193" y="73"/>
              </a:cxn>
              <a:cxn ang="0">
                <a:pos x="191" y="67"/>
              </a:cxn>
              <a:cxn ang="0">
                <a:pos x="189" y="61"/>
              </a:cxn>
              <a:cxn ang="0">
                <a:pos x="128" y="24"/>
              </a:cxn>
              <a:cxn ang="0">
                <a:pos x="67" y="61"/>
              </a:cxn>
              <a:cxn ang="0">
                <a:pos x="65" y="67"/>
              </a:cxn>
              <a:cxn ang="0">
                <a:pos x="63" y="73"/>
              </a:cxn>
              <a:cxn ang="0">
                <a:pos x="61" y="80"/>
              </a:cxn>
              <a:cxn ang="0">
                <a:pos x="56" y="80"/>
              </a:cxn>
              <a:cxn ang="0">
                <a:pos x="53" y="81"/>
              </a:cxn>
              <a:cxn ang="0">
                <a:pos x="50" y="81"/>
              </a:cxn>
              <a:cxn ang="0">
                <a:pos x="47" y="83"/>
              </a:cxn>
              <a:cxn ang="0">
                <a:pos x="44" y="84"/>
              </a:cxn>
              <a:cxn ang="0">
                <a:pos x="41" y="85"/>
              </a:cxn>
              <a:cxn ang="0">
                <a:pos x="39" y="87"/>
              </a:cxn>
              <a:cxn ang="0">
                <a:pos x="24" y="116"/>
              </a:cxn>
              <a:cxn ang="0">
                <a:pos x="72" y="164"/>
              </a:cxn>
              <a:cxn ang="0">
                <a:pos x="0" y="116"/>
              </a:cxn>
              <a:cxn ang="0">
                <a:pos x="128" y="0"/>
              </a:cxn>
              <a:cxn ang="0">
                <a:pos x="256" y="116"/>
              </a:cxn>
              <a:cxn ang="0">
                <a:pos x="83" y="148"/>
              </a:cxn>
              <a:cxn ang="0">
                <a:pos x="119" y="108"/>
              </a:cxn>
              <a:cxn ang="0">
                <a:pos x="137" y="108"/>
              </a:cxn>
              <a:cxn ang="0">
                <a:pos x="173" y="148"/>
              </a:cxn>
              <a:cxn ang="0">
                <a:pos x="176" y="156"/>
              </a:cxn>
              <a:cxn ang="0">
                <a:pos x="155" y="164"/>
              </a:cxn>
              <a:cxn ang="0">
                <a:pos x="140" y="147"/>
              </a:cxn>
              <a:cxn ang="0">
                <a:pos x="128" y="220"/>
              </a:cxn>
              <a:cxn ang="0">
                <a:pos x="116" y="147"/>
              </a:cxn>
              <a:cxn ang="0">
                <a:pos x="101" y="164"/>
              </a:cxn>
              <a:cxn ang="0">
                <a:pos x="80" y="156"/>
              </a:cxn>
            </a:cxnLst>
            <a:rect l="0" t="0" r="r" b="b"/>
            <a:pathLst>
              <a:path w="256" h="220">
                <a:moveTo>
                  <a:pt x="196" y="176"/>
                </a:moveTo>
                <a:cubicBezTo>
                  <a:pt x="189" y="176"/>
                  <a:pt x="184" y="171"/>
                  <a:pt x="184" y="164"/>
                </a:cubicBezTo>
                <a:cubicBezTo>
                  <a:pt x="184" y="157"/>
                  <a:pt x="189" y="152"/>
                  <a:pt x="196" y="152"/>
                </a:cubicBezTo>
                <a:cubicBezTo>
                  <a:pt x="216" y="152"/>
                  <a:pt x="232" y="136"/>
                  <a:pt x="232" y="116"/>
                </a:cubicBezTo>
                <a:cubicBezTo>
                  <a:pt x="232" y="105"/>
                  <a:pt x="227" y="96"/>
                  <a:pt x="220" y="89"/>
                </a:cubicBezTo>
                <a:cubicBezTo>
                  <a:pt x="219" y="88"/>
                  <a:pt x="218" y="88"/>
                  <a:pt x="217" y="87"/>
                </a:cubicBezTo>
                <a:cubicBezTo>
                  <a:pt x="217" y="87"/>
                  <a:pt x="217" y="87"/>
                  <a:pt x="217" y="87"/>
                </a:cubicBezTo>
                <a:cubicBezTo>
                  <a:pt x="217" y="86"/>
                  <a:pt x="216" y="86"/>
                  <a:pt x="215" y="85"/>
                </a:cubicBezTo>
                <a:cubicBezTo>
                  <a:pt x="215" y="85"/>
                  <a:pt x="215" y="85"/>
                  <a:pt x="215" y="85"/>
                </a:cubicBezTo>
                <a:cubicBezTo>
                  <a:pt x="214" y="85"/>
                  <a:pt x="213" y="84"/>
                  <a:pt x="212" y="84"/>
                </a:cubicBezTo>
                <a:cubicBezTo>
                  <a:pt x="212" y="84"/>
                  <a:pt x="212" y="84"/>
                  <a:pt x="211" y="84"/>
                </a:cubicBezTo>
                <a:cubicBezTo>
                  <a:pt x="211" y="83"/>
                  <a:pt x="210" y="83"/>
                  <a:pt x="209" y="83"/>
                </a:cubicBezTo>
                <a:cubicBezTo>
                  <a:pt x="209" y="82"/>
                  <a:pt x="209" y="82"/>
                  <a:pt x="208" y="82"/>
                </a:cubicBezTo>
                <a:cubicBezTo>
                  <a:pt x="208" y="82"/>
                  <a:pt x="207" y="82"/>
                  <a:pt x="206" y="81"/>
                </a:cubicBezTo>
                <a:cubicBezTo>
                  <a:pt x="206" y="81"/>
                  <a:pt x="205" y="81"/>
                  <a:pt x="205" y="81"/>
                </a:cubicBezTo>
                <a:cubicBezTo>
                  <a:pt x="204" y="81"/>
                  <a:pt x="204" y="81"/>
                  <a:pt x="203" y="81"/>
                </a:cubicBezTo>
                <a:cubicBezTo>
                  <a:pt x="202" y="81"/>
                  <a:pt x="202" y="80"/>
                  <a:pt x="201" y="80"/>
                </a:cubicBezTo>
                <a:cubicBezTo>
                  <a:pt x="200" y="80"/>
                  <a:pt x="200" y="80"/>
                  <a:pt x="200" y="80"/>
                </a:cubicBezTo>
                <a:cubicBezTo>
                  <a:pt x="198" y="80"/>
                  <a:pt x="197" y="80"/>
                  <a:pt x="196" y="80"/>
                </a:cubicBezTo>
                <a:cubicBezTo>
                  <a:pt x="196" y="80"/>
                  <a:pt x="195" y="80"/>
                  <a:pt x="195" y="80"/>
                </a:cubicBezTo>
                <a:cubicBezTo>
                  <a:pt x="195" y="78"/>
                  <a:pt x="194" y="76"/>
                  <a:pt x="194" y="74"/>
                </a:cubicBezTo>
                <a:cubicBezTo>
                  <a:pt x="193" y="74"/>
                  <a:pt x="193" y="73"/>
                  <a:pt x="193" y="73"/>
                </a:cubicBezTo>
                <a:cubicBezTo>
                  <a:pt x="193" y="71"/>
                  <a:pt x="192" y="70"/>
                  <a:pt x="192" y="68"/>
                </a:cubicBezTo>
                <a:cubicBezTo>
                  <a:pt x="191" y="68"/>
                  <a:pt x="191" y="67"/>
                  <a:pt x="191" y="67"/>
                </a:cubicBezTo>
                <a:cubicBezTo>
                  <a:pt x="190" y="65"/>
                  <a:pt x="190" y="64"/>
                  <a:pt x="189" y="62"/>
                </a:cubicBezTo>
                <a:cubicBezTo>
                  <a:pt x="189" y="62"/>
                  <a:pt x="189" y="62"/>
                  <a:pt x="189" y="61"/>
                </a:cubicBezTo>
                <a:cubicBezTo>
                  <a:pt x="188" y="60"/>
                  <a:pt x="187" y="58"/>
                  <a:pt x="186" y="57"/>
                </a:cubicBezTo>
                <a:cubicBezTo>
                  <a:pt x="174" y="37"/>
                  <a:pt x="153" y="24"/>
                  <a:pt x="128" y="24"/>
                </a:cubicBezTo>
                <a:cubicBezTo>
                  <a:pt x="103" y="24"/>
                  <a:pt x="82" y="37"/>
                  <a:pt x="70" y="57"/>
                </a:cubicBezTo>
                <a:cubicBezTo>
                  <a:pt x="69" y="58"/>
                  <a:pt x="68" y="60"/>
                  <a:pt x="67" y="61"/>
                </a:cubicBezTo>
                <a:cubicBezTo>
                  <a:pt x="67" y="62"/>
                  <a:pt x="67" y="62"/>
                  <a:pt x="67" y="62"/>
                </a:cubicBezTo>
                <a:cubicBezTo>
                  <a:pt x="66" y="64"/>
                  <a:pt x="66" y="65"/>
                  <a:pt x="65" y="67"/>
                </a:cubicBezTo>
                <a:cubicBezTo>
                  <a:pt x="65" y="67"/>
                  <a:pt x="65" y="68"/>
                  <a:pt x="64" y="68"/>
                </a:cubicBezTo>
                <a:cubicBezTo>
                  <a:pt x="64" y="70"/>
                  <a:pt x="63" y="71"/>
                  <a:pt x="63" y="73"/>
                </a:cubicBezTo>
                <a:cubicBezTo>
                  <a:pt x="63" y="73"/>
                  <a:pt x="63" y="74"/>
                  <a:pt x="62" y="74"/>
                </a:cubicBezTo>
                <a:cubicBezTo>
                  <a:pt x="62" y="76"/>
                  <a:pt x="61" y="78"/>
                  <a:pt x="61" y="80"/>
                </a:cubicBezTo>
                <a:cubicBezTo>
                  <a:pt x="61" y="80"/>
                  <a:pt x="60" y="80"/>
                  <a:pt x="60" y="80"/>
                </a:cubicBezTo>
                <a:cubicBezTo>
                  <a:pt x="59" y="80"/>
                  <a:pt x="58" y="80"/>
                  <a:pt x="56" y="80"/>
                </a:cubicBezTo>
                <a:cubicBezTo>
                  <a:pt x="56" y="80"/>
                  <a:pt x="56" y="80"/>
                  <a:pt x="55" y="80"/>
                </a:cubicBezTo>
                <a:cubicBezTo>
                  <a:pt x="54" y="80"/>
                  <a:pt x="54" y="81"/>
                  <a:pt x="53" y="81"/>
                </a:cubicBezTo>
                <a:cubicBezTo>
                  <a:pt x="52" y="81"/>
                  <a:pt x="52" y="81"/>
                  <a:pt x="51" y="81"/>
                </a:cubicBezTo>
                <a:cubicBezTo>
                  <a:pt x="51" y="81"/>
                  <a:pt x="50" y="81"/>
                  <a:pt x="50" y="81"/>
                </a:cubicBezTo>
                <a:cubicBezTo>
                  <a:pt x="49" y="82"/>
                  <a:pt x="48" y="82"/>
                  <a:pt x="48" y="82"/>
                </a:cubicBezTo>
                <a:cubicBezTo>
                  <a:pt x="47" y="82"/>
                  <a:pt x="47" y="82"/>
                  <a:pt x="47" y="83"/>
                </a:cubicBezTo>
                <a:cubicBezTo>
                  <a:pt x="46" y="83"/>
                  <a:pt x="45" y="83"/>
                  <a:pt x="45" y="84"/>
                </a:cubicBezTo>
                <a:cubicBezTo>
                  <a:pt x="44" y="84"/>
                  <a:pt x="44" y="84"/>
                  <a:pt x="44" y="84"/>
                </a:cubicBezTo>
                <a:cubicBezTo>
                  <a:pt x="43" y="84"/>
                  <a:pt x="42" y="85"/>
                  <a:pt x="41" y="85"/>
                </a:cubicBezTo>
                <a:cubicBezTo>
                  <a:pt x="41" y="85"/>
                  <a:pt x="41" y="85"/>
                  <a:pt x="41" y="85"/>
                </a:cubicBezTo>
                <a:cubicBezTo>
                  <a:pt x="40" y="86"/>
                  <a:pt x="39" y="86"/>
                  <a:pt x="39" y="87"/>
                </a:cubicBezTo>
                <a:cubicBezTo>
                  <a:pt x="39" y="87"/>
                  <a:pt x="39" y="87"/>
                  <a:pt x="39" y="87"/>
                </a:cubicBezTo>
                <a:cubicBezTo>
                  <a:pt x="38" y="88"/>
                  <a:pt x="37" y="88"/>
                  <a:pt x="36" y="89"/>
                </a:cubicBezTo>
                <a:cubicBezTo>
                  <a:pt x="29" y="96"/>
                  <a:pt x="24" y="105"/>
                  <a:pt x="24" y="116"/>
                </a:cubicBezTo>
                <a:cubicBezTo>
                  <a:pt x="24" y="136"/>
                  <a:pt x="40" y="152"/>
                  <a:pt x="60" y="152"/>
                </a:cubicBezTo>
                <a:cubicBezTo>
                  <a:pt x="67" y="152"/>
                  <a:pt x="72" y="157"/>
                  <a:pt x="72" y="164"/>
                </a:cubicBezTo>
                <a:cubicBezTo>
                  <a:pt x="72" y="171"/>
                  <a:pt x="67" y="176"/>
                  <a:pt x="60" y="176"/>
                </a:cubicBezTo>
                <a:cubicBezTo>
                  <a:pt x="27" y="176"/>
                  <a:pt x="0" y="149"/>
                  <a:pt x="0" y="116"/>
                </a:cubicBezTo>
                <a:cubicBezTo>
                  <a:pt x="0" y="89"/>
                  <a:pt x="18" y="66"/>
                  <a:pt x="42" y="59"/>
                </a:cubicBezTo>
                <a:cubicBezTo>
                  <a:pt x="56" y="24"/>
                  <a:pt x="89" y="0"/>
                  <a:pt x="128" y="0"/>
                </a:cubicBezTo>
                <a:cubicBezTo>
                  <a:pt x="167" y="0"/>
                  <a:pt x="200" y="24"/>
                  <a:pt x="214" y="59"/>
                </a:cubicBezTo>
                <a:cubicBezTo>
                  <a:pt x="238" y="66"/>
                  <a:pt x="256" y="89"/>
                  <a:pt x="256" y="116"/>
                </a:cubicBezTo>
                <a:cubicBezTo>
                  <a:pt x="256" y="149"/>
                  <a:pt x="229" y="176"/>
                  <a:pt x="196" y="176"/>
                </a:cubicBezTo>
                <a:moveTo>
                  <a:pt x="83" y="148"/>
                </a:moveTo>
                <a:cubicBezTo>
                  <a:pt x="119" y="108"/>
                  <a:pt x="119" y="108"/>
                  <a:pt x="119" y="108"/>
                </a:cubicBezTo>
                <a:cubicBezTo>
                  <a:pt x="119" y="108"/>
                  <a:pt x="119" y="108"/>
                  <a:pt x="119" y="108"/>
                </a:cubicBezTo>
                <a:cubicBezTo>
                  <a:pt x="121" y="106"/>
                  <a:pt x="124" y="104"/>
                  <a:pt x="128" y="104"/>
                </a:cubicBezTo>
                <a:cubicBezTo>
                  <a:pt x="132" y="104"/>
                  <a:pt x="135" y="106"/>
                  <a:pt x="137" y="108"/>
                </a:cubicBezTo>
                <a:cubicBezTo>
                  <a:pt x="137" y="108"/>
                  <a:pt x="137" y="108"/>
                  <a:pt x="137" y="108"/>
                </a:cubicBezTo>
                <a:cubicBezTo>
                  <a:pt x="173" y="148"/>
                  <a:pt x="173" y="148"/>
                  <a:pt x="173" y="148"/>
                </a:cubicBezTo>
                <a:cubicBezTo>
                  <a:pt x="173" y="148"/>
                  <a:pt x="173" y="148"/>
                  <a:pt x="173" y="148"/>
                </a:cubicBezTo>
                <a:cubicBezTo>
                  <a:pt x="175" y="150"/>
                  <a:pt x="176" y="153"/>
                  <a:pt x="176" y="156"/>
                </a:cubicBezTo>
                <a:cubicBezTo>
                  <a:pt x="176" y="163"/>
                  <a:pt x="171" y="168"/>
                  <a:pt x="164" y="168"/>
                </a:cubicBezTo>
                <a:cubicBezTo>
                  <a:pt x="160" y="168"/>
                  <a:pt x="157" y="166"/>
                  <a:pt x="155" y="164"/>
                </a:cubicBezTo>
                <a:cubicBezTo>
                  <a:pt x="155" y="164"/>
                  <a:pt x="155" y="164"/>
                  <a:pt x="155" y="164"/>
                </a:cubicBezTo>
                <a:cubicBezTo>
                  <a:pt x="140" y="147"/>
                  <a:pt x="140" y="147"/>
                  <a:pt x="140" y="147"/>
                </a:cubicBezTo>
                <a:cubicBezTo>
                  <a:pt x="140" y="208"/>
                  <a:pt x="140" y="208"/>
                  <a:pt x="140" y="208"/>
                </a:cubicBezTo>
                <a:cubicBezTo>
                  <a:pt x="140" y="215"/>
                  <a:pt x="135" y="220"/>
                  <a:pt x="128" y="220"/>
                </a:cubicBezTo>
                <a:cubicBezTo>
                  <a:pt x="121" y="220"/>
                  <a:pt x="116" y="215"/>
                  <a:pt x="116" y="208"/>
                </a:cubicBezTo>
                <a:cubicBezTo>
                  <a:pt x="116" y="147"/>
                  <a:pt x="116" y="147"/>
                  <a:pt x="116" y="147"/>
                </a:cubicBezTo>
                <a:cubicBezTo>
                  <a:pt x="101" y="164"/>
                  <a:pt x="101" y="164"/>
                  <a:pt x="101" y="164"/>
                </a:cubicBezTo>
                <a:cubicBezTo>
                  <a:pt x="101" y="164"/>
                  <a:pt x="101" y="164"/>
                  <a:pt x="101" y="164"/>
                </a:cubicBezTo>
                <a:cubicBezTo>
                  <a:pt x="99" y="166"/>
                  <a:pt x="96" y="168"/>
                  <a:pt x="92" y="168"/>
                </a:cubicBezTo>
                <a:cubicBezTo>
                  <a:pt x="85" y="168"/>
                  <a:pt x="80" y="163"/>
                  <a:pt x="80" y="156"/>
                </a:cubicBezTo>
                <a:cubicBezTo>
                  <a:pt x="80" y="153"/>
                  <a:pt x="81" y="150"/>
                  <a:pt x="83" y="148"/>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4" name="Freeform 85"/>
          <p:cNvSpPr>
            <a:spLocks noEditPoints="1"/>
          </p:cNvSpPr>
          <p:nvPr/>
        </p:nvSpPr>
        <p:spPr bwMode="auto">
          <a:xfrm>
            <a:off x="8396445" y="2108831"/>
            <a:ext cx="527051" cy="478367"/>
          </a:xfrm>
          <a:custGeom>
            <a:avLst/>
            <a:gdLst/>
            <a:ahLst/>
            <a:cxnLst>
              <a:cxn ang="0">
                <a:pos x="236" y="184"/>
              </a:cxn>
              <a:cxn ang="0">
                <a:pos x="176" y="184"/>
              </a:cxn>
              <a:cxn ang="0">
                <a:pos x="160" y="184"/>
              </a:cxn>
              <a:cxn ang="0">
                <a:pos x="160" y="204"/>
              </a:cxn>
              <a:cxn ang="0">
                <a:pos x="176" y="220"/>
              </a:cxn>
              <a:cxn ang="0">
                <a:pos x="176" y="224"/>
              </a:cxn>
              <a:cxn ang="0">
                <a:pos x="72" y="224"/>
              </a:cxn>
              <a:cxn ang="0">
                <a:pos x="72" y="220"/>
              </a:cxn>
              <a:cxn ang="0">
                <a:pos x="88" y="204"/>
              </a:cxn>
              <a:cxn ang="0">
                <a:pos x="88" y="184"/>
              </a:cxn>
              <a:cxn ang="0">
                <a:pos x="72" y="184"/>
              </a:cxn>
              <a:cxn ang="0">
                <a:pos x="12" y="184"/>
              </a:cxn>
              <a:cxn ang="0">
                <a:pos x="0" y="172"/>
              </a:cxn>
              <a:cxn ang="0">
                <a:pos x="0" y="12"/>
              </a:cxn>
              <a:cxn ang="0">
                <a:pos x="12" y="0"/>
              </a:cxn>
              <a:cxn ang="0">
                <a:pos x="236" y="0"/>
              </a:cxn>
              <a:cxn ang="0">
                <a:pos x="248" y="12"/>
              </a:cxn>
              <a:cxn ang="0">
                <a:pos x="248" y="172"/>
              </a:cxn>
              <a:cxn ang="0">
                <a:pos x="236" y="184"/>
              </a:cxn>
              <a:cxn ang="0">
                <a:pos x="232" y="16"/>
              </a:cxn>
              <a:cxn ang="0">
                <a:pos x="16" y="16"/>
              </a:cxn>
              <a:cxn ang="0">
                <a:pos x="16" y="152"/>
              </a:cxn>
              <a:cxn ang="0">
                <a:pos x="232" y="152"/>
              </a:cxn>
              <a:cxn ang="0">
                <a:pos x="232" y="16"/>
              </a:cxn>
            </a:cxnLst>
            <a:rect l="0" t="0" r="r" b="b"/>
            <a:pathLst>
              <a:path w="248" h="224">
                <a:moveTo>
                  <a:pt x="236" y="184"/>
                </a:moveTo>
                <a:cubicBezTo>
                  <a:pt x="176" y="184"/>
                  <a:pt x="176" y="184"/>
                  <a:pt x="176" y="184"/>
                </a:cubicBezTo>
                <a:cubicBezTo>
                  <a:pt x="160" y="184"/>
                  <a:pt x="160" y="184"/>
                  <a:pt x="160" y="184"/>
                </a:cubicBezTo>
                <a:cubicBezTo>
                  <a:pt x="160" y="204"/>
                  <a:pt x="160" y="204"/>
                  <a:pt x="160" y="204"/>
                </a:cubicBezTo>
                <a:cubicBezTo>
                  <a:pt x="176" y="220"/>
                  <a:pt x="176" y="220"/>
                  <a:pt x="176" y="220"/>
                </a:cubicBezTo>
                <a:cubicBezTo>
                  <a:pt x="176" y="224"/>
                  <a:pt x="176" y="224"/>
                  <a:pt x="176" y="224"/>
                </a:cubicBezTo>
                <a:cubicBezTo>
                  <a:pt x="72" y="224"/>
                  <a:pt x="72" y="224"/>
                  <a:pt x="72" y="224"/>
                </a:cubicBezTo>
                <a:cubicBezTo>
                  <a:pt x="72" y="220"/>
                  <a:pt x="72" y="220"/>
                  <a:pt x="72" y="220"/>
                </a:cubicBezTo>
                <a:cubicBezTo>
                  <a:pt x="88" y="204"/>
                  <a:pt x="88" y="204"/>
                  <a:pt x="88" y="204"/>
                </a:cubicBezTo>
                <a:cubicBezTo>
                  <a:pt x="88" y="184"/>
                  <a:pt x="88" y="184"/>
                  <a:pt x="88" y="184"/>
                </a:cubicBezTo>
                <a:cubicBezTo>
                  <a:pt x="72" y="184"/>
                  <a:pt x="72" y="184"/>
                  <a:pt x="72" y="184"/>
                </a:cubicBezTo>
                <a:cubicBezTo>
                  <a:pt x="12" y="184"/>
                  <a:pt x="12" y="184"/>
                  <a:pt x="12" y="184"/>
                </a:cubicBezTo>
                <a:cubicBezTo>
                  <a:pt x="5" y="184"/>
                  <a:pt x="0" y="179"/>
                  <a:pt x="0" y="172"/>
                </a:cubicBezTo>
                <a:cubicBezTo>
                  <a:pt x="0" y="12"/>
                  <a:pt x="0" y="12"/>
                  <a:pt x="0" y="12"/>
                </a:cubicBezTo>
                <a:cubicBezTo>
                  <a:pt x="0" y="5"/>
                  <a:pt x="5" y="0"/>
                  <a:pt x="12" y="0"/>
                </a:cubicBezTo>
                <a:cubicBezTo>
                  <a:pt x="236" y="0"/>
                  <a:pt x="236" y="0"/>
                  <a:pt x="236" y="0"/>
                </a:cubicBezTo>
                <a:cubicBezTo>
                  <a:pt x="243" y="0"/>
                  <a:pt x="248" y="5"/>
                  <a:pt x="248" y="12"/>
                </a:cubicBezTo>
                <a:cubicBezTo>
                  <a:pt x="248" y="172"/>
                  <a:pt x="248" y="172"/>
                  <a:pt x="248" y="172"/>
                </a:cubicBezTo>
                <a:cubicBezTo>
                  <a:pt x="248" y="179"/>
                  <a:pt x="243" y="184"/>
                  <a:pt x="236" y="184"/>
                </a:cubicBezTo>
                <a:moveTo>
                  <a:pt x="232" y="16"/>
                </a:moveTo>
                <a:cubicBezTo>
                  <a:pt x="16" y="16"/>
                  <a:pt x="16" y="16"/>
                  <a:pt x="16" y="16"/>
                </a:cubicBezTo>
                <a:cubicBezTo>
                  <a:pt x="16" y="152"/>
                  <a:pt x="16" y="152"/>
                  <a:pt x="16" y="152"/>
                </a:cubicBezTo>
                <a:cubicBezTo>
                  <a:pt x="232" y="152"/>
                  <a:pt x="232" y="152"/>
                  <a:pt x="232" y="152"/>
                </a:cubicBezTo>
                <a:lnTo>
                  <a:pt x="232" y="16"/>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5" name="Freeform 88"/>
          <p:cNvSpPr>
            <a:spLocks noEditPoints="1"/>
          </p:cNvSpPr>
          <p:nvPr/>
        </p:nvSpPr>
        <p:spPr bwMode="auto">
          <a:xfrm>
            <a:off x="3298281" y="5645701"/>
            <a:ext cx="289984" cy="493184"/>
          </a:xfrm>
          <a:custGeom>
            <a:avLst/>
            <a:gdLst/>
            <a:ahLst/>
            <a:cxnLst>
              <a:cxn ang="0">
                <a:pos x="124" y="232"/>
              </a:cxn>
              <a:cxn ang="0">
                <a:pos x="12" y="232"/>
              </a:cxn>
              <a:cxn ang="0">
                <a:pos x="0" y="220"/>
              </a:cxn>
              <a:cxn ang="0">
                <a:pos x="0" y="12"/>
              </a:cxn>
              <a:cxn ang="0">
                <a:pos x="12" y="0"/>
              </a:cxn>
              <a:cxn ang="0">
                <a:pos x="124" y="0"/>
              </a:cxn>
              <a:cxn ang="0">
                <a:pos x="136" y="12"/>
              </a:cxn>
              <a:cxn ang="0">
                <a:pos x="136" y="220"/>
              </a:cxn>
              <a:cxn ang="0">
                <a:pos x="124" y="232"/>
              </a:cxn>
              <a:cxn ang="0">
                <a:pos x="68" y="220"/>
              </a:cxn>
              <a:cxn ang="0">
                <a:pos x="76" y="212"/>
              </a:cxn>
              <a:cxn ang="0">
                <a:pos x="68" y="204"/>
              </a:cxn>
              <a:cxn ang="0">
                <a:pos x="60" y="212"/>
              </a:cxn>
              <a:cxn ang="0">
                <a:pos x="68" y="220"/>
              </a:cxn>
              <a:cxn ang="0">
                <a:pos x="124" y="24"/>
              </a:cxn>
              <a:cxn ang="0">
                <a:pos x="120" y="24"/>
              </a:cxn>
              <a:cxn ang="0">
                <a:pos x="16" y="24"/>
              </a:cxn>
              <a:cxn ang="0">
                <a:pos x="12" y="24"/>
              </a:cxn>
              <a:cxn ang="0">
                <a:pos x="12" y="192"/>
              </a:cxn>
              <a:cxn ang="0">
                <a:pos x="16" y="192"/>
              </a:cxn>
              <a:cxn ang="0">
                <a:pos x="120" y="192"/>
              </a:cxn>
              <a:cxn ang="0">
                <a:pos x="124" y="192"/>
              </a:cxn>
              <a:cxn ang="0">
                <a:pos x="124" y="24"/>
              </a:cxn>
            </a:cxnLst>
            <a:rect l="0" t="0" r="r" b="b"/>
            <a:pathLst>
              <a:path w="136" h="232">
                <a:moveTo>
                  <a:pt x="124" y="232"/>
                </a:moveTo>
                <a:cubicBezTo>
                  <a:pt x="12" y="232"/>
                  <a:pt x="12" y="232"/>
                  <a:pt x="12" y="232"/>
                </a:cubicBezTo>
                <a:cubicBezTo>
                  <a:pt x="5" y="232"/>
                  <a:pt x="0" y="227"/>
                  <a:pt x="0" y="220"/>
                </a:cubicBezTo>
                <a:cubicBezTo>
                  <a:pt x="0" y="12"/>
                  <a:pt x="0" y="12"/>
                  <a:pt x="0" y="12"/>
                </a:cubicBezTo>
                <a:cubicBezTo>
                  <a:pt x="0" y="5"/>
                  <a:pt x="5" y="0"/>
                  <a:pt x="12" y="0"/>
                </a:cubicBezTo>
                <a:cubicBezTo>
                  <a:pt x="124" y="0"/>
                  <a:pt x="124" y="0"/>
                  <a:pt x="124" y="0"/>
                </a:cubicBezTo>
                <a:cubicBezTo>
                  <a:pt x="131" y="0"/>
                  <a:pt x="136" y="5"/>
                  <a:pt x="136" y="12"/>
                </a:cubicBezTo>
                <a:cubicBezTo>
                  <a:pt x="136" y="220"/>
                  <a:pt x="136" y="220"/>
                  <a:pt x="136" y="220"/>
                </a:cubicBezTo>
                <a:cubicBezTo>
                  <a:pt x="136" y="227"/>
                  <a:pt x="131" y="232"/>
                  <a:pt x="124" y="232"/>
                </a:cubicBezTo>
                <a:moveTo>
                  <a:pt x="68" y="220"/>
                </a:moveTo>
                <a:cubicBezTo>
                  <a:pt x="72" y="220"/>
                  <a:pt x="76" y="216"/>
                  <a:pt x="76" y="212"/>
                </a:cubicBezTo>
                <a:cubicBezTo>
                  <a:pt x="76" y="208"/>
                  <a:pt x="72" y="204"/>
                  <a:pt x="68" y="204"/>
                </a:cubicBezTo>
                <a:cubicBezTo>
                  <a:pt x="64" y="204"/>
                  <a:pt x="60" y="208"/>
                  <a:pt x="60" y="212"/>
                </a:cubicBezTo>
                <a:cubicBezTo>
                  <a:pt x="60" y="216"/>
                  <a:pt x="64" y="220"/>
                  <a:pt x="68" y="220"/>
                </a:cubicBezTo>
                <a:moveTo>
                  <a:pt x="124" y="24"/>
                </a:moveTo>
                <a:cubicBezTo>
                  <a:pt x="120" y="24"/>
                  <a:pt x="120" y="24"/>
                  <a:pt x="120" y="24"/>
                </a:cubicBezTo>
                <a:cubicBezTo>
                  <a:pt x="16" y="24"/>
                  <a:pt x="16" y="24"/>
                  <a:pt x="16" y="24"/>
                </a:cubicBezTo>
                <a:cubicBezTo>
                  <a:pt x="12" y="24"/>
                  <a:pt x="12" y="24"/>
                  <a:pt x="12" y="24"/>
                </a:cubicBezTo>
                <a:cubicBezTo>
                  <a:pt x="12" y="192"/>
                  <a:pt x="12" y="192"/>
                  <a:pt x="12" y="192"/>
                </a:cubicBezTo>
                <a:cubicBezTo>
                  <a:pt x="16" y="192"/>
                  <a:pt x="16" y="192"/>
                  <a:pt x="16" y="192"/>
                </a:cubicBezTo>
                <a:cubicBezTo>
                  <a:pt x="120" y="192"/>
                  <a:pt x="120" y="192"/>
                  <a:pt x="120" y="192"/>
                </a:cubicBezTo>
                <a:cubicBezTo>
                  <a:pt x="124" y="192"/>
                  <a:pt x="124" y="192"/>
                  <a:pt x="124" y="192"/>
                </a:cubicBezTo>
                <a:lnTo>
                  <a:pt x="124" y="24"/>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7" name="Oval 56"/>
          <p:cNvSpPr/>
          <p:nvPr/>
        </p:nvSpPr>
        <p:spPr bwMode="auto">
          <a:xfrm>
            <a:off x="2999553" y="3653857"/>
            <a:ext cx="898480" cy="898480"/>
          </a:xfrm>
          <a:prstGeom prst="ellipse">
            <a:avLst/>
          </a:prstGeom>
          <a:noFill/>
          <a:ln w="19050">
            <a:solidFill>
              <a:schemeClr val="bg1"/>
            </a:solidFill>
            <a:round/>
            <a:headEnd/>
            <a:tailEnd/>
          </a:ln>
        </p:spPr>
        <p:txBody>
          <a:bodyPr vert="horz" wrap="square" lIns="121920" tIns="60960" rIns="121920" bIns="60960" numCol="1" rtlCol="0" anchor="t" anchorCtr="0" compatLnSpc="1">
            <a:prstTxWarp prst="textNoShape">
              <a:avLst/>
            </a:prstTxWarp>
          </a:bodyPr>
          <a:lstStyle/>
          <a:p>
            <a:pPr algn="ctr"/>
            <a:endParaRPr lang="en-US" sz="3200" dirty="0"/>
          </a:p>
        </p:txBody>
      </p:sp>
      <p:sp>
        <p:nvSpPr>
          <p:cNvPr id="58" name="Oval 57"/>
          <p:cNvSpPr/>
          <p:nvPr/>
        </p:nvSpPr>
        <p:spPr bwMode="auto">
          <a:xfrm>
            <a:off x="2999553" y="5443053"/>
            <a:ext cx="898480" cy="898480"/>
          </a:xfrm>
          <a:prstGeom prst="ellipse">
            <a:avLst/>
          </a:prstGeom>
          <a:noFill/>
          <a:ln w="19050">
            <a:solidFill>
              <a:schemeClr val="bg1"/>
            </a:solidFill>
            <a:round/>
            <a:headEnd/>
            <a:tailEnd/>
          </a:ln>
        </p:spPr>
        <p:txBody>
          <a:bodyPr vert="horz" wrap="square" lIns="121920" tIns="60960" rIns="121920" bIns="60960" numCol="1" rtlCol="0" anchor="t" anchorCtr="0" compatLnSpc="1">
            <a:prstTxWarp prst="textNoShape">
              <a:avLst/>
            </a:prstTxWarp>
          </a:bodyPr>
          <a:lstStyle/>
          <a:p>
            <a:pPr algn="ctr"/>
            <a:endParaRPr lang="en-US" sz="3200" dirty="0"/>
          </a:p>
        </p:txBody>
      </p:sp>
      <p:sp>
        <p:nvSpPr>
          <p:cNvPr id="60" name="Oval 59"/>
          <p:cNvSpPr/>
          <p:nvPr/>
        </p:nvSpPr>
        <p:spPr bwMode="auto">
          <a:xfrm>
            <a:off x="8214531" y="3653857"/>
            <a:ext cx="898480" cy="898480"/>
          </a:xfrm>
          <a:prstGeom prst="ellipse">
            <a:avLst/>
          </a:prstGeom>
          <a:noFill/>
          <a:ln w="19050">
            <a:solidFill>
              <a:schemeClr val="bg1"/>
            </a:solidFill>
            <a:round/>
            <a:headEnd/>
            <a:tailEnd/>
          </a:ln>
        </p:spPr>
        <p:txBody>
          <a:bodyPr vert="horz" wrap="square" lIns="121920" tIns="60960" rIns="121920" bIns="60960" numCol="1" rtlCol="0" anchor="t" anchorCtr="0" compatLnSpc="1">
            <a:prstTxWarp prst="textNoShape">
              <a:avLst/>
            </a:prstTxWarp>
          </a:bodyPr>
          <a:lstStyle/>
          <a:p>
            <a:pPr algn="ctr"/>
            <a:endParaRPr lang="en-US" sz="3200" dirty="0"/>
          </a:p>
        </p:txBody>
      </p:sp>
      <p:sp>
        <p:nvSpPr>
          <p:cNvPr id="17" name="Légende : flèche vers le bas 16">
            <a:extLst>
              <a:ext uri="{FF2B5EF4-FFF2-40B4-BE49-F238E27FC236}">
                <a16:creationId xmlns:a16="http://schemas.microsoft.com/office/drawing/2014/main" xmlns="" id="{61CC0604-577E-48E1-33DC-233F4F6FF475}"/>
              </a:ext>
            </a:extLst>
          </p:cNvPr>
          <p:cNvSpPr/>
          <p:nvPr/>
        </p:nvSpPr>
        <p:spPr>
          <a:xfrm>
            <a:off x="335726" y="1086917"/>
            <a:ext cx="5601755" cy="5315997"/>
          </a:xfrm>
          <a:prstGeom prst="downArrowCallout">
            <a:avLst/>
          </a:prstGeom>
          <a:ln>
            <a:noFill/>
          </a:ln>
        </p:spPr>
        <p:style>
          <a:lnRef idx="2">
            <a:schemeClr val="accent3"/>
          </a:lnRef>
          <a:fillRef idx="1">
            <a:schemeClr val="lt1"/>
          </a:fillRef>
          <a:effectRef idx="0">
            <a:schemeClr val="accent3"/>
          </a:effectRef>
          <a:fontRef idx="minor">
            <a:schemeClr val="dk1"/>
          </a:fontRef>
        </p:style>
        <p:txBody>
          <a:bodyPr rtlCol="0" anchor="ctr"/>
          <a:lstStyle/>
          <a:p>
            <a:pPr algn="just"/>
            <a:endParaRPr lang="fr-FR" sz="1600" b="1" dirty="0">
              <a:solidFill>
                <a:srgbClr val="0070C0"/>
              </a:solidFill>
              <a:latin typeface="Century Gothic" panose="020B0502020202020204" pitchFamily="34" charset="0"/>
            </a:endParaRPr>
          </a:p>
          <a:p>
            <a:pPr algn="just"/>
            <a:endParaRPr lang="fr-FR" sz="1200" b="1" dirty="0">
              <a:solidFill>
                <a:schemeClr val="tx1"/>
              </a:solidFill>
              <a:latin typeface="Century Gothic" panose="020B0502020202020204" pitchFamily="34" charset="0"/>
            </a:endParaRPr>
          </a:p>
          <a:p>
            <a:pPr algn="just"/>
            <a:endParaRPr lang="fr-FR" sz="1200" b="1" dirty="0">
              <a:solidFill>
                <a:schemeClr val="tx1"/>
              </a:solidFill>
              <a:latin typeface="Century Gothic" panose="020B0502020202020204" pitchFamily="34" charset="0"/>
            </a:endParaRPr>
          </a:p>
          <a:p>
            <a:pPr algn="just"/>
            <a:endParaRPr lang="fr-FR" sz="1200" b="1" dirty="0">
              <a:solidFill>
                <a:schemeClr val="tx1"/>
              </a:solidFill>
              <a:latin typeface="Century Gothic" panose="020B0502020202020204" pitchFamily="34" charset="0"/>
            </a:endParaRPr>
          </a:p>
          <a:p>
            <a:pPr algn="just"/>
            <a:endParaRPr lang="fr-FR" sz="1200" b="1" dirty="0">
              <a:solidFill>
                <a:schemeClr val="tx1"/>
              </a:solidFill>
              <a:latin typeface="Century Gothic" panose="020B0502020202020204" pitchFamily="34" charset="0"/>
            </a:endParaRPr>
          </a:p>
          <a:p>
            <a:pPr algn="just"/>
            <a:endParaRPr lang="fr-FR" sz="1200" b="1" dirty="0">
              <a:solidFill>
                <a:schemeClr val="tx1"/>
              </a:solidFill>
              <a:latin typeface="Century Gothic" panose="020B0502020202020204" pitchFamily="34" charset="0"/>
            </a:endParaRPr>
          </a:p>
          <a:p>
            <a:pPr algn="just"/>
            <a:endParaRPr lang="fr-FR" sz="1200" b="1" dirty="0">
              <a:solidFill>
                <a:schemeClr val="tx1"/>
              </a:solidFill>
              <a:latin typeface="Century Gothic" panose="020B0502020202020204" pitchFamily="34" charset="0"/>
            </a:endParaRPr>
          </a:p>
          <a:p>
            <a:pPr algn="just"/>
            <a:endParaRPr lang="fr-FR" sz="1200" b="1" dirty="0">
              <a:solidFill>
                <a:schemeClr val="tx1"/>
              </a:solidFill>
              <a:latin typeface="Century Gothic" panose="020B0502020202020204" pitchFamily="34" charset="0"/>
            </a:endParaRPr>
          </a:p>
          <a:p>
            <a:pPr algn="just"/>
            <a:endParaRPr lang="fr-FR" sz="2000" b="1" dirty="0">
              <a:solidFill>
                <a:schemeClr val="tx1"/>
              </a:solidFill>
              <a:latin typeface="Century Gothic" panose="020B0502020202020204" pitchFamily="34" charset="0"/>
            </a:endParaRPr>
          </a:p>
          <a:p>
            <a:pPr algn="just"/>
            <a:endParaRPr lang="fr-FR" sz="2000" b="1" dirty="0">
              <a:solidFill>
                <a:schemeClr val="tx1"/>
              </a:solidFill>
              <a:latin typeface="Century Gothic" panose="020B0502020202020204" pitchFamily="34" charset="0"/>
            </a:endParaRPr>
          </a:p>
          <a:p>
            <a:pPr algn="just"/>
            <a:r>
              <a:rPr lang="fr-FR" sz="2000" b="1" dirty="0">
                <a:solidFill>
                  <a:schemeClr val="tx1"/>
                </a:solidFill>
                <a:latin typeface="Century Gothic" panose="020B0502020202020204" pitchFamily="34" charset="0"/>
              </a:rPr>
              <a:t>L’Afrique compte 26 bourses réunies au sein de l’Association des Bourses des Valeurs Africaines (ASEA), auxquelles sont cotées 2400 entreprises</a:t>
            </a:r>
          </a:p>
          <a:p>
            <a:pPr algn="just"/>
            <a:endParaRPr lang="fr-FR" sz="2000" b="1" dirty="0">
              <a:solidFill>
                <a:schemeClr val="tx1"/>
              </a:solidFill>
              <a:latin typeface="Century Gothic" panose="020B0502020202020204" pitchFamily="34" charset="0"/>
            </a:endParaRPr>
          </a:p>
          <a:p>
            <a:pPr algn="just"/>
            <a:r>
              <a:rPr lang="fr-FR" sz="2000" b="1" dirty="0">
                <a:solidFill>
                  <a:schemeClr val="tx1"/>
                </a:solidFill>
                <a:latin typeface="Century Gothic" panose="020B0502020202020204" pitchFamily="34" charset="0"/>
              </a:rPr>
              <a:t>Les 10 principales bourses africaines, classées en fonction de leur capitalisation boursière :</a:t>
            </a:r>
          </a:p>
          <a:p>
            <a:pPr algn="just"/>
            <a:endParaRPr lang="fr-FR" sz="2000" b="1" dirty="0">
              <a:solidFill>
                <a:schemeClr val="tx1"/>
              </a:solidFill>
              <a:latin typeface="Century Gothic" panose="020B0502020202020204" pitchFamily="34" charset="0"/>
            </a:endParaRPr>
          </a:p>
          <a:p>
            <a:pPr marL="342900" indent="-342900" algn="just">
              <a:buFont typeface="Arial" panose="020B0604020202020204" pitchFamily="34" charset="0"/>
              <a:buChar char="•"/>
            </a:pPr>
            <a:r>
              <a:rPr lang="fr-FR" sz="2000" b="1" dirty="0">
                <a:solidFill>
                  <a:srgbClr val="0070C0"/>
                </a:solidFill>
                <a:latin typeface="Century Gothic" panose="020B0502020202020204" pitchFamily="34" charset="0"/>
              </a:rPr>
              <a:t>Le Johannesburg Stock Exchange</a:t>
            </a:r>
          </a:p>
          <a:p>
            <a:pPr algn="just"/>
            <a:endParaRPr lang="fr-FR" sz="2000" b="1" dirty="0">
              <a:solidFill>
                <a:srgbClr val="0070C0"/>
              </a:solidFill>
              <a:latin typeface="Century Gothic" panose="020B0502020202020204" pitchFamily="34" charset="0"/>
            </a:endParaRPr>
          </a:p>
          <a:p>
            <a:pPr marL="342900" indent="-342900" algn="just">
              <a:buFont typeface="Arial" panose="020B0604020202020204" pitchFamily="34" charset="0"/>
              <a:buChar char="•"/>
            </a:pPr>
            <a:r>
              <a:rPr lang="fr-FR" sz="2000" b="1" dirty="0">
                <a:solidFill>
                  <a:srgbClr val="0070C0"/>
                </a:solidFill>
                <a:latin typeface="Century Gothic" panose="020B0502020202020204" pitchFamily="34" charset="0"/>
              </a:rPr>
              <a:t>Le </a:t>
            </a:r>
            <a:r>
              <a:rPr lang="fr-FR" sz="2000" b="1" dirty="0" err="1">
                <a:solidFill>
                  <a:srgbClr val="0070C0"/>
                </a:solidFill>
                <a:latin typeface="Century Gothic" panose="020B0502020202020204" pitchFamily="34" charset="0"/>
              </a:rPr>
              <a:t>Nigerian</a:t>
            </a:r>
            <a:r>
              <a:rPr lang="fr-FR" sz="2000" b="1" dirty="0">
                <a:solidFill>
                  <a:srgbClr val="0070C0"/>
                </a:solidFill>
                <a:latin typeface="Century Gothic" panose="020B0502020202020204" pitchFamily="34" charset="0"/>
              </a:rPr>
              <a:t> Stock Exchange </a:t>
            </a:r>
          </a:p>
          <a:p>
            <a:pPr marL="342900" indent="-342900" algn="just">
              <a:buFont typeface="Arial" panose="020B0604020202020204" pitchFamily="34" charset="0"/>
              <a:buChar char="•"/>
            </a:pPr>
            <a:endParaRPr lang="fr-FR" sz="2000" b="1" dirty="0">
              <a:solidFill>
                <a:srgbClr val="0070C0"/>
              </a:solidFill>
              <a:latin typeface="Century Gothic" panose="020B0502020202020204" pitchFamily="34" charset="0"/>
            </a:endParaRPr>
          </a:p>
          <a:p>
            <a:pPr marL="342900" indent="-342900" algn="just">
              <a:buFont typeface="Arial" panose="020B0604020202020204" pitchFamily="34" charset="0"/>
              <a:buChar char="•"/>
            </a:pPr>
            <a:r>
              <a:rPr lang="fr-FR" sz="2000" b="1" dirty="0">
                <a:solidFill>
                  <a:srgbClr val="0070C0"/>
                </a:solidFill>
                <a:latin typeface="Century Gothic" panose="020B0502020202020204" pitchFamily="34" charset="0"/>
              </a:rPr>
              <a:t>la Bourse des Valeurs de Casablanca </a:t>
            </a:r>
          </a:p>
          <a:p>
            <a:pPr algn="just"/>
            <a:endParaRPr lang="fr-FR" sz="2000" b="1" dirty="0">
              <a:solidFill>
                <a:srgbClr val="0070C0"/>
              </a:solidFill>
              <a:latin typeface="Century Gothic" panose="020B0502020202020204" pitchFamily="34" charset="0"/>
            </a:endParaRPr>
          </a:p>
          <a:p>
            <a:pPr algn="just"/>
            <a:endParaRPr lang="fr-FR" sz="2000" b="1" dirty="0">
              <a:solidFill>
                <a:srgbClr val="0070C0"/>
              </a:solidFill>
              <a:latin typeface="Century Gothic" panose="020B0502020202020204" pitchFamily="34" charset="0"/>
            </a:endParaRPr>
          </a:p>
          <a:p>
            <a:pPr algn="just"/>
            <a:r>
              <a:rPr lang="fr-FR" sz="1000" b="1" u="sng" dirty="0">
                <a:solidFill>
                  <a:schemeClr val="tx1"/>
                </a:solidFill>
                <a:latin typeface="Century Gothic" panose="020B0502020202020204" pitchFamily="34" charset="0"/>
              </a:rPr>
              <a:t>Source</a:t>
            </a:r>
            <a:r>
              <a:rPr lang="fr-FR" sz="900" b="1" dirty="0">
                <a:solidFill>
                  <a:schemeClr val="tx1"/>
                </a:solidFill>
                <a:latin typeface="Century Gothic" panose="020B0502020202020204" pitchFamily="34" charset="0"/>
              </a:rPr>
              <a:t> :https://www.agenceecofin.com/bourses/1806-20895-le-top-10-des-bourses-africaines-en-termes-de-capitalisation</a:t>
            </a:r>
          </a:p>
        </p:txBody>
      </p:sp>
      <p:sp>
        <p:nvSpPr>
          <p:cNvPr id="21" name="Title 1">
            <a:extLst>
              <a:ext uri="{FF2B5EF4-FFF2-40B4-BE49-F238E27FC236}">
                <a16:creationId xmlns:a16="http://schemas.microsoft.com/office/drawing/2014/main" xmlns="" id="{C57EE2D4-4A64-BB07-0016-2A5EB00F8F03}"/>
              </a:ext>
            </a:extLst>
          </p:cNvPr>
          <p:cNvSpPr txBox="1">
            <a:spLocks/>
          </p:cNvSpPr>
          <p:nvPr/>
        </p:nvSpPr>
        <p:spPr>
          <a:xfrm>
            <a:off x="1727200" y="518731"/>
            <a:ext cx="10464800" cy="406400"/>
          </a:xfrm>
          <a:prstGeom prst="rect">
            <a:avLst/>
          </a:prstGeom>
        </p:spPr>
        <p:style>
          <a:lnRef idx="1">
            <a:schemeClr val="accent3"/>
          </a:lnRef>
          <a:fillRef idx="2">
            <a:schemeClr val="accent3"/>
          </a:fillRef>
          <a:effectRef idx="1">
            <a:schemeClr val="accent3"/>
          </a:effectRef>
          <a:fontRef idx="minor">
            <a:schemeClr val="dk1"/>
          </a:fontRef>
        </p:style>
        <p:txBody>
          <a:bodyPr lIns="0" tIns="0" rIns="0" bIns="0" anchor="ctr"/>
          <a:lstStyle>
            <a:lvl1pPr algn="ctr" defTabSz="1219170" rtl="0" eaLnBrk="1" latinLnBrk="0" hangingPunct="1">
              <a:spcBef>
                <a:spcPct val="0"/>
              </a:spcBef>
              <a:buNone/>
              <a:defRPr sz="4267" kern="1200">
                <a:solidFill>
                  <a:schemeClr val="bg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2000" b="1" dirty="0">
                <a:solidFill>
                  <a:schemeClr val="tx1"/>
                </a:solidFill>
                <a:latin typeface="Century Gothic" panose="020B0502020202020204" pitchFamily="34" charset="0"/>
              </a:rPr>
              <a:t>2. </a:t>
            </a:r>
            <a:r>
              <a:rPr lang="fr-FR" sz="2000" b="1" dirty="0">
                <a:solidFill>
                  <a:schemeClr val="tx1"/>
                </a:solidFill>
                <a:latin typeface="Century Gothic" panose="020B0502020202020204" pitchFamily="34" charset="0"/>
              </a:rPr>
              <a:t>Qu’est-ce qu’un Marché Financier ?</a:t>
            </a:r>
          </a:p>
        </p:txBody>
      </p:sp>
      <p:sp>
        <p:nvSpPr>
          <p:cNvPr id="3" name="Légende : flèche vers le bas 2">
            <a:extLst>
              <a:ext uri="{FF2B5EF4-FFF2-40B4-BE49-F238E27FC236}">
                <a16:creationId xmlns:a16="http://schemas.microsoft.com/office/drawing/2014/main" xmlns="" id="{5DF57714-5611-66DD-340A-0C58061199F6}"/>
              </a:ext>
            </a:extLst>
          </p:cNvPr>
          <p:cNvSpPr/>
          <p:nvPr/>
        </p:nvSpPr>
        <p:spPr>
          <a:xfrm>
            <a:off x="6123182" y="1157865"/>
            <a:ext cx="5701891" cy="5245050"/>
          </a:xfrm>
          <a:prstGeom prst="downArrowCallout">
            <a:avLst/>
          </a:prstGeom>
          <a:ln>
            <a:noFill/>
          </a:ln>
        </p:spPr>
        <p:style>
          <a:lnRef idx="2">
            <a:schemeClr val="accent3"/>
          </a:lnRef>
          <a:fillRef idx="1">
            <a:schemeClr val="lt1"/>
          </a:fillRef>
          <a:effectRef idx="0">
            <a:schemeClr val="accent3"/>
          </a:effectRef>
          <a:fontRef idx="minor">
            <a:schemeClr val="dk1"/>
          </a:fontRef>
        </p:style>
        <p:txBody>
          <a:bodyPr rtlCol="0" anchor="ctr"/>
          <a:lstStyle/>
          <a:p>
            <a:pPr marL="342900" indent="-342900" algn="just">
              <a:buFont typeface="Arial" panose="020B0604020202020204" pitchFamily="34" charset="0"/>
              <a:buChar char="•"/>
            </a:pPr>
            <a:endParaRPr lang="fr-FR" sz="2000" b="1" dirty="0">
              <a:solidFill>
                <a:srgbClr val="0070C0"/>
              </a:solidFill>
              <a:latin typeface="Century Gothic" panose="020B0502020202020204" pitchFamily="34" charset="0"/>
            </a:endParaRPr>
          </a:p>
          <a:p>
            <a:pPr marL="342900" indent="-342900" algn="just">
              <a:buFont typeface="Arial" panose="020B0604020202020204" pitchFamily="34" charset="0"/>
              <a:buChar char="•"/>
            </a:pPr>
            <a:endParaRPr lang="fr-FR" sz="2000" b="1" dirty="0">
              <a:solidFill>
                <a:srgbClr val="0070C0"/>
              </a:solidFill>
              <a:latin typeface="Century Gothic" panose="020B0502020202020204" pitchFamily="34" charset="0"/>
            </a:endParaRPr>
          </a:p>
          <a:p>
            <a:pPr marL="342900" indent="-342900" algn="just">
              <a:buFont typeface="Arial" panose="020B0604020202020204" pitchFamily="34" charset="0"/>
              <a:buChar char="•"/>
            </a:pPr>
            <a:endParaRPr lang="fr-FR" sz="2000" b="1" dirty="0">
              <a:solidFill>
                <a:srgbClr val="0070C0"/>
              </a:solidFill>
              <a:latin typeface="Century Gothic" panose="020B0502020202020204" pitchFamily="34" charset="0"/>
            </a:endParaRPr>
          </a:p>
          <a:p>
            <a:pPr marL="342900" indent="-342900" algn="just">
              <a:buFont typeface="Arial" panose="020B0604020202020204" pitchFamily="34" charset="0"/>
              <a:buChar char="•"/>
            </a:pPr>
            <a:endParaRPr lang="fr-FR" sz="2000" b="1" dirty="0">
              <a:solidFill>
                <a:srgbClr val="0070C0"/>
              </a:solidFill>
              <a:latin typeface="Century Gothic" panose="020B0502020202020204" pitchFamily="34" charset="0"/>
            </a:endParaRPr>
          </a:p>
          <a:p>
            <a:pPr marL="342900" indent="-342900" algn="just">
              <a:buFont typeface="Arial" panose="020B0604020202020204" pitchFamily="34" charset="0"/>
              <a:buChar char="•"/>
            </a:pPr>
            <a:endParaRPr lang="fr-FR" sz="2000" b="1" dirty="0">
              <a:solidFill>
                <a:srgbClr val="0070C0"/>
              </a:solidFill>
              <a:latin typeface="Century Gothic" panose="020B0502020202020204" pitchFamily="34" charset="0"/>
            </a:endParaRPr>
          </a:p>
          <a:p>
            <a:pPr marL="342900" indent="-342900" algn="just">
              <a:buFont typeface="Arial" panose="020B0604020202020204" pitchFamily="34" charset="0"/>
              <a:buChar char="•"/>
            </a:pPr>
            <a:endParaRPr lang="fr-FR" sz="2000" b="1" dirty="0">
              <a:solidFill>
                <a:srgbClr val="0070C0"/>
              </a:solidFill>
              <a:latin typeface="Century Gothic" panose="020B0502020202020204" pitchFamily="34" charset="0"/>
            </a:endParaRPr>
          </a:p>
          <a:p>
            <a:pPr marL="342900" indent="-342900" algn="just">
              <a:buFont typeface="Arial" panose="020B0604020202020204" pitchFamily="34" charset="0"/>
              <a:buChar char="•"/>
            </a:pPr>
            <a:r>
              <a:rPr lang="fr-FR" sz="2000" b="1" dirty="0">
                <a:solidFill>
                  <a:srgbClr val="0070C0"/>
                </a:solidFill>
                <a:latin typeface="Century Gothic" panose="020B0502020202020204" pitchFamily="34" charset="0"/>
              </a:rPr>
              <a:t>le Nairobi Stock Exchange </a:t>
            </a:r>
          </a:p>
          <a:p>
            <a:pPr algn="just"/>
            <a:endParaRPr lang="fr-FR" sz="2000" b="1" dirty="0">
              <a:solidFill>
                <a:srgbClr val="0070C0"/>
              </a:solidFill>
              <a:latin typeface="Century Gothic" panose="020B0502020202020204" pitchFamily="34" charset="0"/>
            </a:endParaRPr>
          </a:p>
          <a:p>
            <a:pPr marL="342900" indent="-342900" algn="just">
              <a:buFont typeface="Arial" panose="020B0604020202020204" pitchFamily="34" charset="0"/>
              <a:buChar char="•"/>
            </a:pPr>
            <a:r>
              <a:rPr lang="fr-FR" sz="2000" b="1" dirty="0">
                <a:solidFill>
                  <a:srgbClr val="0070C0"/>
                </a:solidFill>
                <a:latin typeface="Century Gothic" panose="020B0502020202020204" pitchFamily="34" charset="0"/>
              </a:rPr>
              <a:t>le Ghana Stock Exchange </a:t>
            </a:r>
          </a:p>
          <a:p>
            <a:pPr algn="just"/>
            <a:endParaRPr lang="fr-FR" sz="2000" b="1" dirty="0">
              <a:solidFill>
                <a:srgbClr val="0070C0"/>
              </a:solidFill>
              <a:latin typeface="Century Gothic" panose="020B0502020202020204" pitchFamily="34" charset="0"/>
            </a:endParaRPr>
          </a:p>
          <a:p>
            <a:pPr marL="342900" indent="-342900" algn="just">
              <a:buFont typeface="Arial" panose="020B0604020202020204" pitchFamily="34" charset="0"/>
              <a:buChar char="•"/>
            </a:pPr>
            <a:r>
              <a:rPr lang="fr-FR" sz="2000" b="1" dirty="0">
                <a:solidFill>
                  <a:srgbClr val="00B050"/>
                </a:solidFill>
                <a:latin typeface="Century Gothic" panose="020B0502020202020204" pitchFamily="34" charset="0"/>
              </a:rPr>
              <a:t>la Bourse régionale des valeurs mobilières de l’Afrique de l’Ouest</a:t>
            </a:r>
          </a:p>
          <a:p>
            <a:pPr marL="342900" indent="-342900" algn="just">
              <a:buFont typeface="Arial" panose="020B0604020202020204" pitchFamily="34" charset="0"/>
              <a:buChar char="•"/>
            </a:pPr>
            <a:endParaRPr lang="fr-FR" sz="2000" b="1" dirty="0">
              <a:solidFill>
                <a:srgbClr val="0070C0"/>
              </a:solidFill>
              <a:latin typeface="Century Gothic" panose="020B0502020202020204" pitchFamily="34" charset="0"/>
            </a:endParaRPr>
          </a:p>
          <a:p>
            <a:pPr marL="342900" indent="-342900" algn="just">
              <a:buFont typeface="Arial" panose="020B0604020202020204" pitchFamily="34" charset="0"/>
              <a:buChar char="•"/>
            </a:pPr>
            <a:r>
              <a:rPr lang="fr-FR" sz="2000" b="1" dirty="0">
                <a:solidFill>
                  <a:srgbClr val="0070C0"/>
                </a:solidFill>
                <a:latin typeface="Century Gothic" panose="020B0502020202020204" pitchFamily="34" charset="0"/>
              </a:rPr>
              <a:t>l’</a:t>
            </a:r>
            <a:r>
              <a:rPr lang="fr-FR" sz="2000" b="1" dirty="0" err="1">
                <a:solidFill>
                  <a:srgbClr val="0070C0"/>
                </a:solidFill>
                <a:latin typeface="Century Gothic" panose="020B0502020202020204" pitchFamily="34" charset="0"/>
              </a:rPr>
              <a:t>Egyptian</a:t>
            </a:r>
            <a:r>
              <a:rPr lang="fr-FR" sz="2000" b="1" dirty="0">
                <a:solidFill>
                  <a:srgbClr val="0070C0"/>
                </a:solidFill>
                <a:latin typeface="Century Gothic" panose="020B0502020202020204" pitchFamily="34" charset="0"/>
              </a:rPr>
              <a:t> Exchange  </a:t>
            </a:r>
          </a:p>
          <a:p>
            <a:pPr algn="just"/>
            <a:endParaRPr lang="fr-FR" sz="2000" b="1" dirty="0">
              <a:solidFill>
                <a:srgbClr val="0070C0"/>
              </a:solidFill>
              <a:latin typeface="Century Gothic" panose="020B0502020202020204" pitchFamily="34" charset="0"/>
            </a:endParaRPr>
          </a:p>
          <a:p>
            <a:pPr marL="342900" indent="-342900" algn="just">
              <a:buFont typeface="Arial" panose="020B0604020202020204" pitchFamily="34" charset="0"/>
              <a:buChar char="•"/>
            </a:pPr>
            <a:r>
              <a:rPr lang="fr-FR" sz="2000" b="1" dirty="0">
                <a:solidFill>
                  <a:srgbClr val="0070C0"/>
                </a:solidFill>
                <a:latin typeface="Century Gothic" panose="020B0502020202020204" pitchFamily="34" charset="0"/>
              </a:rPr>
              <a:t>la Bourse des Valeurs Mobilières de Tunis </a:t>
            </a:r>
          </a:p>
          <a:p>
            <a:pPr algn="just"/>
            <a:endParaRPr lang="fr-FR" sz="2000" b="1" dirty="0">
              <a:solidFill>
                <a:srgbClr val="0070C0"/>
              </a:solidFill>
              <a:latin typeface="Century Gothic" panose="020B0502020202020204" pitchFamily="34" charset="0"/>
            </a:endParaRPr>
          </a:p>
          <a:p>
            <a:pPr marL="342900" indent="-342900" algn="just">
              <a:buFont typeface="Arial" panose="020B0604020202020204" pitchFamily="34" charset="0"/>
              <a:buChar char="•"/>
            </a:pPr>
            <a:r>
              <a:rPr lang="fr-FR" sz="2000" b="1" dirty="0">
                <a:solidFill>
                  <a:srgbClr val="0070C0"/>
                </a:solidFill>
                <a:latin typeface="Century Gothic" panose="020B0502020202020204" pitchFamily="34" charset="0"/>
              </a:rPr>
              <a:t>le Stock Exchange of Mauritius </a:t>
            </a:r>
          </a:p>
          <a:p>
            <a:pPr algn="just"/>
            <a:endParaRPr lang="fr-FR" sz="2000" b="1" dirty="0">
              <a:solidFill>
                <a:srgbClr val="0070C0"/>
              </a:solidFill>
              <a:latin typeface="Century Gothic" panose="020B0502020202020204" pitchFamily="34" charset="0"/>
            </a:endParaRPr>
          </a:p>
          <a:p>
            <a:pPr marL="342900" indent="-342900" algn="just">
              <a:buFont typeface="Arial" panose="020B0604020202020204" pitchFamily="34" charset="0"/>
              <a:buChar char="•"/>
            </a:pPr>
            <a:r>
              <a:rPr lang="fr-FR" sz="2000" b="1" dirty="0">
                <a:solidFill>
                  <a:srgbClr val="0070C0"/>
                </a:solidFill>
                <a:latin typeface="Century Gothic" panose="020B0502020202020204" pitchFamily="34" charset="0"/>
              </a:rPr>
              <a:t>le Zimbabwe Stock Exchange </a:t>
            </a:r>
          </a:p>
          <a:p>
            <a:pPr marL="342900" indent="-342900" algn="just">
              <a:buFont typeface="Arial" panose="020B0604020202020204" pitchFamily="34" charset="0"/>
              <a:buChar char="•"/>
            </a:pPr>
            <a:endParaRPr lang="fr-FR" sz="2000" b="1" dirty="0">
              <a:solidFill>
                <a:srgbClr val="0070C0"/>
              </a:solidFill>
              <a:latin typeface="Century Gothic" panose="020B0502020202020204" pitchFamily="34" charset="0"/>
            </a:endParaRPr>
          </a:p>
          <a:p>
            <a:pPr marL="342900" indent="-342900" algn="just">
              <a:buFont typeface="Arial" panose="020B0604020202020204" pitchFamily="34" charset="0"/>
              <a:buChar char="•"/>
            </a:pPr>
            <a:endParaRPr lang="fr-FR" sz="2000" b="1" dirty="0">
              <a:solidFill>
                <a:srgbClr val="0070C0"/>
              </a:solidFill>
              <a:latin typeface="Century Gothic" panose="020B0502020202020204" pitchFamily="34" charset="0"/>
            </a:endParaRPr>
          </a:p>
        </p:txBody>
      </p:sp>
    </p:spTree>
    <p:extLst>
      <p:ext uri="{BB962C8B-B14F-4D97-AF65-F5344CB8AC3E}">
        <p14:creationId xmlns:p14="http://schemas.microsoft.com/office/powerpoint/2010/main" val="427965284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right)">
                                      <p:cBhvr>
                                        <p:cTn id="7" dur="500"/>
                                        <p:tgtEl>
                                          <p:spTgt spid="2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50"/>
                                        </p:tgtEl>
                                        <p:attrNameLst>
                                          <p:attrName>style.visibility</p:attrName>
                                        </p:attrNameLst>
                                      </p:cBhvr>
                                      <p:to>
                                        <p:strVal val="visible"/>
                                      </p:to>
                                    </p:set>
                                    <p:anim calcmode="lin" valueType="num">
                                      <p:cBhvr>
                                        <p:cTn id="11" dur="500" fill="hold"/>
                                        <p:tgtEl>
                                          <p:spTgt spid="50"/>
                                        </p:tgtEl>
                                        <p:attrNameLst>
                                          <p:attrName>ppt_w</p:attrName>
                                        </p:attrNameLst>
                                      </p:cBhvr>
                                      <p:tavLst>
                                        <p:tav tm="0">
                                          <p:val>
                                            <p:fltVal val="0"/>
                                          </p:val>
                                        </p:tav>
                                        <p:tav tm="100000">
                                          <p:val>
                                            <p:strVal val="#ppt_w"/>
                                          </p:val>
                                        </p:tav>
                                      </p:tavLst>
                                    </p:anim>
                                    <p:anim calcmode="lin" valueType="num">
                                      <p:cBhvr>
                                        <p:cTn id="12" dur="500" fill="hold"/>
                                        <p:tgtEl>
                                          <p:spTgt spid="50"/>
                                        </p:tgtEl>
                                        <p:attrNameLst>
                                          <p:attrName>ppt_h</p:attrName>
                                        </p:attrNameLst>
                                      </p:cBhvr>
                                      <p:tavLst>
                                        <p:tav tm="0">
                                          <p:val>
                                            <p:fltVal val="0"/>
                                          </p:val>
                                        </p:tav>
                                        <p:tav tm="100000">
                                          <p:val>
                                            <p:strVal val="#ppt_h"/>
                                          </p:val>
                                        </p:tav>
                                      </p:tavLst>
                                    </p:anim>
                                    <p:animEffect transition="in" filter="fade">
                                      <p:cBhvr>
                                        <p:cTn id="13" dur="500"/>
                                        <p:tgtEl>
                                          <p:spTgt spid="50"/>
                                        </p:tgtEl>
                                      </p:cBhvr>
                                    </p:animEffect>
                                  </p:childTnLst>
                                </p:cTn>
                              </p:par>
                            </p:childTnLst>
                          </p:cTn>
                        </p:par>
                        <p:par>
                          <p:cTn id="14" fill="hold">
                            <p:stCondLst>
                              <p:cond delay="1000"/>
                            </p:stCondLst>
                            <p:childTnLst>
                              <p:par>
                                <p:cTn id="15" presetID="22" presetClass="entr" presetSubtype="2" fill="hold" grpId="0" nodeType="after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wipe(right)">
                                      <p:cBhvr>
                                        <p:cTn id="17" dur="500"/>
                                        <p:tgtEl>
                                          <p:spTgt spid="32"/>
                                        </p:tgtEl>
                                      </p:cBhvr>
                                    </p:animEffect>
                                  </p:childTnLst>
                                </p:cTn>
                              </p:par>
                            </p:childTnLst>
                          </p:cTn>
                        </p:par>
                        <p:par>
                          <p:cTn id="18" fill="hold">
                            <p:stCondLst>
                              <p:cond delay="1500"/>
                            </p:stCondLst>
                            <p:childTnLst>
                              <p:par>
                                <p:cTn id="19" presetID="22" presetClass="entr" presetSubtype="2" fill="hold"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wipe(right)">
                                      <p:cBhvr>
                                        <p:cTn id="21" dur="500"/>
                                        <p:tgtEl>
                                          <p:spTgt spid="27"/>
                                        </p:tgtEl>
                                      </p:cBhvr>
                                    </p:animEffect>
                                  </p:childTnLst>
                                </p:cTn>
                              </p:par>
                            </p:childTnLst>
                          </p:cTn>
                        </p:par>
                        <p:par>
                          <p:cTn id="22" fill="hold">
                            <p:stCondLst>
                              <p:cond delay="2000"/>
                            </p:stCondLst>
                            <p:childTnLst>
                              <p:par>
                                <p:cTn id="23" presetID="53" presetClass="entr" presetSubtype="16" fill="hold" grpId="0" nodeType="afterEffect">
                                  <p:stCondLst>
                                    <p:cond delay="0"/>
                                  </p:stCondLst>
                                  <p:childTnLst>
                                    <p:set>
                                      <p:cBhvr>
                                        <p:cTn id="24" dur="1" fill="hold">
                                          <p:stCondLst>
                                            <p:cond delay="0"/>
                                          </p:stCondLst>
                                        </p:cTn>
                                        <p:tgtEl>
                                          <p:spTgt spid="57"/>
                                        </p:tgtEl>
                                        <p:attrNameLst>
                                          <p:attrName>style.visibility</p:attrName>
                                        </p:attrNameLst>
                                      </p:cBhvr>
                                      <p:to>
                                        <p:strVal val="visible"/>
                                      </p:to>
                                    </p:set>
                                    <p:anim calcmode="lin" valueType="num">
                                      <p:cBhvr>
                                        <p:cTn id="25" dur="500" fill="hold"/>
                                        <p:tgtEl>
                                          <p:spTgt spid="57"/>
                                        </p:tgtEl>
                                        <p:attrNameLst>
                                          <p:attrName>ppt_w</p:attrName>
                                        </p:attrNameLst>
                                      </p:cBhvr>
                                      <p:tavLst>
                                        <p:tav tm="0">
                                          <p:val>
                                            <p:fltVal val="0"/>
                                          </p:val>
                                        </p:tav>
                                        <p:tav tm="100000">
                                          <p:val>
                                            <p:strVal val="#ppt_w"/>
                                          </p:val>
                                        </p:tav>
                                      </p:tavLst>
                                    </p:anim>
                                    <p:anim calcmode="lin" valueType="num">
                                      <p:cBhvr>
                                        <p:cTn id="26" dur="500" fill="hold"/>
                                        <p:tgtEl>
                                          <p:spTgt spid="57"/>
                                        </p:tgtEl>
                                        <p:attrNameLst>
                                          <p:attrName>ppt_h</p:attrName>
                                        </p:attrNameLst>
                                      </p:cBhvr>
                                      <p:tavLst>
                                        <p:tav tm="0">
                                          <p:val>
                                            <p:fltVal val="0"/>
                                          </p:val>
                                        </p:tav>
                                        <p:tav tm="100000">
                                          <p:val>
                                            <p:strVal val="#ppt_h"/>
                                          </p:val>
                                        </p:tav>
                                      </p:tavLst>
                                    </p:anim>
                                    <p:animEffect transition="in" filter="fade">
                                      <p:cBhvr>
                                        <p:cTn id="27" dur="500"/>
                                        <p:tgtEl>
                                          <p:spTgt spid="57"/>
                                        </p:tgtEl>
                                      </p:cBhvr>
                                    </p:animEffect>
                                  </p:childTnLst>
                                </p:cTn>
                              </p:par>
                            </p:childTnLst>
                          </p:cTn>
                        </p:par>
                        <p:par>
                          <p:cTn id="28" fill="hold">
                            <p:stCondLst>
                              <p:cond delay="2500"/>
                            </p:stCondLst>
                            <p:childTnLst>
                              <p:par>
                                <p:cTn id="29" presetID="53" presetClass="entr" presetSubtype="16" fill="hold" grpId="0" nodeType="after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p:cTn id="31" dur="500" fill="hold"/>
                                        <p:tgtEl>
                                          <p:spTgt spid="53"/>
                                        </p:tgtEl>
                                        <p:attrNameLst>
                                          <p:attrName>ppt_w</p:attrName>
                                        </p:attrNameLst>
                                      </p:cBhvr>
                                      <p:tavLst>
                                        <p:tav tm="0">
                                          <p:val>
                                            <p:fltVal val="0"/>
                                          </p:val>
                                        </p:tav>
                                        <p:tav tm="100000">
                                          <p:val>
                                            <p:strVal val="#ppt_w"/>
                                          </p:val>
                                        </p:tav>
                                      </p:tavLst>
                                    </p:anim>
                                    <p:anim calcmode="lin" valueType="num">
                                      <p:cBhvr>
                                        <p:cTn id="32" dur="500" fill="hold"/>
                                        <p:tgtEl>
                                          <p:spTgt spid="53"/>
                                        </p:tgtEl>
                                        <p:attrNameLst>
                                          <p:attrName>ppt_h</p:attrName>
                                        </p:attrNameLst>
                                      </p:cBhvr>
                                      <p:tavLst>
                                        <p:tav tm="0">
                                          <p:val>
                                            <p:fltVal val="0"/>
                                          </p:val>
                                        </p:tav>
                                        <p:tav tm="100000">
                                          <p:val>
                                            <p:strVal val="#ppt_h"/>
                                          </p:val>
                                        </p:tav>
                                      </p:tavLst>
                                    </p:anim>
                                    <p:animEffect transition="in" filter="fade">
                                      <p:cBhvr>
                                        <p:cTn id="33" dur="500"/>
                                        <p:tgtEl>
                                          <p:spTgt spid="53"/>
                                        </p:tgtEl>
                                      </p:cBhvr>
                                    </p:animEffect>
                                  </p:childTnLst>
                                </p:cTn>
                              </p:par>
                            </p:childTnLst>
                          </p:cTn>
                        </p:par>
                        <p:par>
                          <p:cTn id="34" fill="hold">
                            <p:stCondLst>
                              <p:cond delay="3000"/>
                            </p:stCondLst>
                            <p:childTnLst>
                              <p:par>
                                <p:cTn id="35" presetID="22" presetClass="entr" presetSubtype="2" fill="hold" nodeType="after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wipe(right)">
                                      <p:cBhvr>
                                        <p:cTn id="37" dur="500"/>
                                        <p:tgtEl>
                                          <p:spTgt spid="26"/>
                                        </p:tgtEl>
                                      </p:cBhvr>
                                    </p:animEffect>
                                  </p:childTnLst>
                                </p:cTn>
                              </p:par>
                            </p:childTnLst>
                          </p:cTn>
                        </p:par>
                        <p:par>
                          <p:cTn id="38" fill="hold">
                            <p:stCondLst>
                              <p:cond delay="3500"/>
                            </p:stCondLst>
                            <p:childTnLst>
                              <p:par>
                                <p:cTn id="39" presetID="53" presetClass="entr" presetSubtype="16" fill="hold" grpId="0" nodeType="afterEffect">
                                  <p:stCondLst>
                                    <p:cond delay="0"/>
                                  </p:stCondLst>
                                  <p:childTnLst>
                                    <p:set>
                                      <p:cBhvr>
                                        <p:cTn id="40" dur="1" fill="hold">
                                          <p:stCondLst>
                                            <p:cond delay="0"/>
                                          </p:stCondLst>
                                        </p:cTn>
                                        <p:tgtEl>
                                          <p:spTgt spid="58"/>
                                        </p:tgtEl>
                                        <p:attrNameLst>
                                          <p:attrName>style.visibility</p:attrName>
                                        </p:attrNameLst>
                                      </p:cBhvr>
                                      <p:to>
                                        <p:strVal val="visible"/>
                                      </p:to>
                                    </p:set>
                                    <p:anim calcmode="lin" valueType="num">
                                      <p:cBhvr>
                                        <p:cTn id="41" dur="500" fill="hold"/>
                                        <p:tgtEl>
                                          <p:spTgt spid="58"/>
                                        </p:tgtEl>
                                        <p:attrNameLst>
                                          <p:attrName>ppt_w</p:attrName>
                                        </p:attrNameLst>
                                      </p:cBhvr>
                                      <p:tavLst>
                                        <p:tav tm="0">
                                          <p:val>
                                            <p:fltVal val="0"/>
                                          </p:val>
                                        </p:tav>
                                        <p:tav tm="100000">
                                          <p:val>
                                            <p:strVal val="#ppt_w"/>
                                          </p:val>
                                        </p:tav>
                                      </p:tavLst>
                                    </p:anim>
                                    <p:anim calcmode="lin" valueType="num">
                                      <p:cBhvr>
                                        <p:cTn id="42" dur="500" fill="hold"/>
                                        <p:tgtEl>
                                          <p:spTgt spid="58"/>
                                        </p:tgtEl>
                                        <p:attrNameLst>
                                          <p:attrName>ppt_h</p:attrName>
                                        </p:attrNameLst>
                                      </p:cBhvr>
                                      <p:tavLst>
                                        <p:tav tm="0">
                                          <p:val>
                                            <p:fltVal val="0"/>
                                          </p:val>
                                        </p:tav>
                                        <p:tav tm="100000">
                                          <p:val>
                                            <p:strVal val="#ppt_h"/>
                                          </p:val>
                                        </p:tav>
                                      </p:tavLst>
                                    </p:anim>
                                    <p:animEffect transition="in" filter="fade">
                                      <p:cBhvr>
                                        <p:cTn id="43" dur="500"/>
                                        <p:tgtEl>
                                          <p:spTgt spid="58"/>
                                        </p:tgtEl>
                                      </p:cBhvr>
                                    </p:animEffect>
                                  </p:childTnLst>
                                </p:cTn>
                              </p:par>
                            </p:childTnLst>
                          </p:cTn>
                        </p:par>
                        <p:par>
                          <p:cTn id="44" fill="hold">
                            <p:stCondLst>
                              <p:cond delay="4000"/>
                            </p:stCondLst>
                            <p:childTnLst>
                              <p:par>
                                <p:cTn id="45" presetID="53" presetClass="entr" presetSubtype="16" fill="hold" grpId="0" nodeType="afterEffect">
                                  <p:stCondLst>
                                    <p:cond delay="0"/>
                                  </p:stCondLst>
                                  <p:childTnLst>
                                    <p:set>
                                      <p:cBhvr>
                                        <p:cTn id="46" dur="1" fill="hold">
                                          <p:stCondLst>
                                            <p:cond delay="0"/>
                                          </p:stCondLst>
                                        </p:cTn>
                                        <p:tgtEl>
                                          <p:spTgt spid="55"/>
                                        </p:tgtEl>
                                        <p:attrNameLst>
                                          <p:attrName>style.visibility</p:attrName>
                                        </p:attrNameLst>
                                      </p:cBhvr>
                                      <p:to>
                                        <p:strVal val="visible"/>
                                      </p:to>
                                    </p:set>
                                    <p:anim calcmode="lin" valueType="num">
                                      <p:cBhvr>
                                        <p:cTn id="47" dur="500" fill="hold"/>
                                        <p:tgtEl>
                                          <p:spTgt spid="55"/>
                                        </p:tgtEl>
                                        <p:attrNameLst>
                                          <p:attrName>ppt_w</p:attrName>
                                        </p:attrNameLst>
                                      </p:cBhvr>
                                      <p:tavLst>
                                        <p:tav tm="0">
                                          <p:val>
                                            <p:fltVal val="0"/>
                                          </p:val>
                                        </p:tav>
                                        <p:tav tm="100000">
                                          <p:val>
                                            <p:strVal val="#ppt_w"/>
                                          </p:val>
                                        </p:tav>
                                      </p:tavLst>
                                    </p:anim>
                                    <p:anim calcmode="lin" valueType="num">
                                      <p:cBhvr>
                                        <p:cTn id="48" dur="500" fill="hold"/>
                                        <p:tgtEl>
                                          <p:spTgt spid="55"/>
                                        </p:tgtEl>
                                        <p:attrNameLst>
                                          <p:attrName>ppt_h</p:attrName>
                                        </p:attrNameLst>
                                      </p:cBhvr>
                                      <p:tavLst>
                                        <p:tav tm="0">
                                          <p:val>
                                            <p:fltVal val="0"/>
                                          </p:val>
                                        </p:tav>
                                        <p:tav tm="100000">
                                          <p:val>
                                            <p:strVal val="#ppt_h"/>
                                          </p:val>
                                        </p:tav>
                                      </p:tavLst>
                                    </p:anim>
                                    <p:animEffect transition="in" filter="fade">
                                      <p:cBhvr>
                                        <p:cTn id="49" dur="500"/>
                                        <p:tgtEl>
                                          <p:spTgt spid="55"/>
                                        </p:tgtEl>
                                      </p:cBhvr>
                                    </p:animEffect>
                                  </p:childTnLst>
                                </p:cTn>
                              </p:par>
                            </p:childTnLst>
                          </p:cTn>
                        </p:par>
                        <p:par>
                          <p:cTn id="50" fill="hold">
                            <p:stCondLst>
                              <p:cond delay="4500"/>
                            </p:stCondLst>
                            <p:childTnLst>
                              <p:par>
                                <p:cTn id="51" presetID="22" presetClass="entr" presetSubtype="2" fill="hold" grpId="0" nodeType="after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wipe(right)">
                                      <p:cBhvr>
                                        <p:cTn id="53" dur="500"/>
                                        <p:tgtEl>
                                          <p:spTgt spid="34"/>
                                        </p:tgtEl>
                                      </p:cBhvr>
                                    </p:animEffect>
                                  </p:childTnLst>
                                </p:cTn>
                              </p:par>
                            </p:childTnLst>
                          </p:cTn>
                        </p:par>
                        <p:par>
                          <p:cTn id="54" fill="hold">
                            <p:stCondLst>
                              <p:cond delay="5000"/>
                            </p:stCondLst>
                            <p:childTnLst>
                              <p:par>
                                <p:cTn id="55" presetID="22" presetClass="entr" presetSubtype="8" fill="hold" nodeType="afterEffect">
                                  <p:stCondLst>
                                    <p:cond delay="0"/>
                                  </p:stCondLst>
                                  <p:childTnLst>
                                    <p:set>
                                      <p:cBhvr>
                                        <p:cTn id="56" dur="1" fill="hold">
                                          <p:stCondLst>
                                            <p:cond delay="0"/>
                                          </p:stCondLst>
                                        </p:cTn>
                                        <p:tgtEl>
                                          <p:spTgt spid="36"/>
                                        </p:tgtEl>
                                        <p:attrNameLst>
                                          <p:attrName>style.visibility</p:attrName>
                                        </p:attrNameLst>
                                      </p:cBhvr>
                                      <p:to>
                                        <p:strVal val="visible"/>
                                      </p:to>
                                    </p:set>
                                    <p:animEffect transition="in" filter="wipe(left)">
                                      <p:cBhvr>
                                        <p:cTn id="57" dur="500"/>
                                        <p:tgtEl>
                                          <p:spTgt spid="36"/>
                                        </p:tgtEl>
                                      </p:cBhvr>
                                    </p:animEffect>
                                  </p:childTnLst>
                                </p:cTn>
                              </p:par>
                            </p:childTnLst>
                          </p:cTn>
                        </p:par>
                        <p:par>
                          <p:cTn id="58" fill="hold">
                            <p:stCondLst>
                              <p:cond delay="5500"/>
                            </p:stCondLst>
                            <p:childTnLst>
                              <p:par>
                                <p:cTn id="59" presetID="53" presetClass="entr" presetSubtype="16" fill="hold" grpId="0" nodeType="afterEffect">
                                  <p:stCondLst>
                                    <p:cond delay="0"/>
                                  </p:stCondLst>
                                  <p:childTnLst>
                                    <p:set>
                                      <p:cBhvr>
                                        <p:cTn id="60" dur="1" fill="hold">
                                          <p:stCondLst>
                                            <p:cond delay="0"/>
                                          </p:stCondLst>
                                        </p:cTn>
                                        <p:tgtEl>
                                          <p:spTgt spid="54"/>
                                        </p:tgtEl>
                                        <p:attrNameLst>
                                          <p:attrName>style.visibility</p:attrName>
                                        </p:attrNameLst>
                                      </p:cBhvr>
                                      <p:to>
                                        <p:strVal val="visible"/>
                                      </p:to>
                                    </p:set>
                                    <p:anim calcmode="lin" valueType="num">
                                      <p:cBhvr>
                                        <p:cTn id="61" dur="500" fill="hold"/>
                                        <p:tgtEl>
                                          <p:spTgt spid="54"/>
                                        </p:tgtEl>
                                        <p:attrNameLst>
                                          <p:attrName>ppt_w</p:attrName>
                                        </p:attrNameLst>
                                      </p:cBhvr>
                                      <p:tavLst>
                                        <p:tav tm="0">
                                          <p:val>
                                            <p:fltVal val="0"/>
                                          </p:val>
                                        </p:tav>
                                        <p:tav tm="100000">
                                          <p:val>
                                            <p:strVal val="#ppt_w"/>
                                          </p:val>
                                        </p:tav>
                                      </p:tavLst>
                                    </p:anim>
                                    <p:anim calcmode="lin" valueType="num">
                                      <p:cBhvr>
                                        <p:cTn id="62" dur="500" fill="hold"/>
                                        <p:tgtEl>
                                          <p:spTgt spid="54"/>
                                        </p:tgtEl>
                                        <p:attrNameLst>
                                          <p:attrName>ppt_h</p:attrName>
                                        </p:attrNameLst>
                                      </p:cBhvr>
                                      <p:tavLst>
                                        <p:tav tm="0">
                                          <p:val>
                                            <p:fltVal val="0"/>
                                          </p:val>
                                        </p:tav>
                                        <p:tav tm="100000">
                                          <p:val>
                                            <p:strVal val="#ppt_h"/>
                                          </p:val>
                                        </p:tav>
                                      </p:tavLst>
                                    </p:anim>
                                    <p:animEffect transition="in" filter="fade">
                                      <p:cBhvr>
                                        <p:cTn id="63" dur="500"/>
                                        <p:tgtEl>
                                          <p:spTgt spid="54"/>
                                        </p:tgtEl>
                                      </p:cBhvr>
                                    </p:animEffect>
                                  </p:childTnLst>
                                </p:cTn>
                              </p:par>
                            </p:childTnLst>
                          </p:cTn>
                        </p:par>
                        <p:par>
                          <p:cTn id="64" fill="hold">
                            <p:stCondLst>
                              <p:cond delay="6000"/>
                            </p:stCondLst>
                            <p:childTnLst>
                              <p:par>
                                <p:cTn id="65" presetID="22" presetClass="entr" presetSubtype="8" fill="hold" grpId="0" nodeType="after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wipe(left)">
                                      <p:cBhvr>
                                        <p:cTn id="67" dur="500"/>
                                        <p:tgtEl>
                                          <p:spTgt spid="45"/>
                                        </p:tgtEl>
                                      </p:cBhvr>
                                    </p:animEffect>
                                  </p:childTnLst>
                                </p:cTn>
                              </p:par>
                            </p:childTnLst>
                          </p:cTn>
                        </p:par>
                        <p:par>
                          <p:cTn id="68" fill="hold">
                            <p:stCondLst>
                              <p:cond delay="6500"/>
                            </p:stCondLst>
                            <p:childTnLst>
                              <p:par>
                                <p:cTn id="69" presetID="22" presetClass="entr" presetSubtype="8" fill="hold" nodeType="afterEffect">
                                  <p:stCondLst>
                                    <p:cond delay="0"/>
                                  </p:stCondLst>
                                  <p:childTnLst>
                                    <p:set>
                                      <p:cBhvr>
                                        <p:cTn id="70" dur="1" fill="hold">
                                          <p:stCondLst>
                                            <p:cond delay="0"/>
                                          </p:stCondLst>
                                        </p:cTn>
                                        <p:tgtEl>
                                          <p:spTgt spid="38"/>
                                        </p:tgtEl>
                                        <p:attrNameLst>
                                          <p:attrName>style.visibility</p:attrName>
                                        </p:attrNameLst>
                                      </p:cBhvr>
                                      <p:to>
                                        <p:strVal val="visible"/>
                                      </p:to>
                                    </p:set>
                                    <p:animEffect transition="in" filter="wipe(left)">
                                      <p:cBhvr>
                                        <p:cTn id="71" dur="500"/>
                                        <p:tgtEl>
                                          <p:spTgt spid="38"/>
                                        </p:tgtEl>
                                      </p:cBhvr>
                                    </p:animEffect>
                                  </p:childTnLst>
                                </p:cTn>
                              </p:par>
                            </p:childTnLst>
                          </p:cTn>
                        </p:par>
                        <p:par>
                          <p:cTn id="72" fill="hold">
                            <p:stCondLst>
                              <p:cond delay="7000"/>
                            </p:stCondLst>
                            <p:childTnLst>
                              <p:par>
                                <p:cTn id="73" presetID="53" presetClass="entr" presetSubtype="16" fill="hold" grpId="0" nodeType="afterEffect">
                                  <p:stCondLst>
                                    <p:cond delay="0"/>
                                  </p:stCondLst>
                                  <p:childTnLst>
                                    <p:set>
                                      <p:cBhvr>
                                        <p:cTn id="74" dur="1" fill="hold">
                                          <p:stCondLst>
                                            <p:cond delay="0"/>
                                          </p:stCondLst>
                                        </p:cTn>
                                        <p:tgtEl>
                                          <p:spTgt spid="60"/>
                                        </p:tgtEl>
                                        <p:attrNameLst>
                                          <p:attrName>style.visibility</p:attrName>
                                        </p:attrNameLst>
                                      </p:cBhvr>
                                      <p:to>
                                        <p:strVal val="visible"/>
                                      </p:to>
                                    </p:set>
                                    <p:anim calcmode="lin" valueType="num">
                                      <p:cBhvr>
                                        <p:cTn id="75" dur="500" fill="hold"/>
                                        <p:tgtEl>
                                          <p:spTgt spid="60"/>
                                        </p:tgtEl>
                                        <p:attrNameLst>
                                          <p:attrName>ppt_w</p:attrName>
                                        </p:attrNameLst>
                                      </p:cBhvr>
                                      <p:tavLst>
                                        <p:tav tm="0">
                                          <p:val>
                                            <p:fltVal val="0"/>
                                          </p:val>
                                        </p:tav>
                                        <p:tav tm="100000">
                                          <p:val>
                                            <p:strVal val="#ppt_w"/>
                                          </p:val>
                                        </p:tav>
                                      </p:tavLst>
                                    </p:anim>
                                    <p:anim calcmode="lin" valueType="num">
                                      <p:cBhvr>
                                        <p:cTn id="76" dur="500" fill="hold"/>
                                        <p:tgtEl>
                                          <p:spTgt spid="60"/>
                                        </p:tgtEl>
                                        <p:attrNameLst>
                                          <p:attrName>ppt_h</p:attrName>
                                        </p:attrNameLst>
                                      </p:cBhvr>
                                      <p:tavLst>
                                        <p:tav tm="0">
                                          <p:val>
                                            <p:fltVal val="0"/>
                                          </p:val>
                                        </p:tav>
                                        <p:tav tm="100000">
                                          <p:val>
                                            <p:strVal val="#ppt_h"/>
                                          </p:val>
                                        </p:tav>
                                      </p:tavLst>
                                    </p:anim>
                                    <p:animEffect transition="in" filter="fade">
                                      <p:cBhvr>
                                        <p:cTn id="77" dur="500"/>
                                        <p:tgtEl>
                                          <p:spTgt spid="60"/>
                                        </p:tgtEl>
                                      </p:cBhvr>
                                    </p:animEffect>
                                  </p:childTnLst>
                                </p:cTn>
                              </p:par>
                            </p:childTnLst>
                          </p:cTn>
                        </p:par>
                        <p:par>
                          <p:cTn id="78" fill="hold">
                            <p:stCondLst>
                              <p:cond delay="7500"/>
                            </p:stCondLst>
                            <p:childTnLst>
                              <p:par>
                                <p:cTn id="79" presetID="53" presetClass="entr" presetSubtype="16" fill="hold" grpId="0" nodeType="afterEffect">
                                  <p:stCondLst>
                                    <p:cond delay="0"/>
                                  </p:stCondLst>
                                  <p:childTnLst>
                                    <p:set>
                                      <p:cBhvr>
                                        <p:cTn id="80" dur="1" fill="hold">
                                          <p:stCondLst>
                                            <p:cond delay="0"/>
                                          </p:stCondLst>
                                        </p:cTn>
                                        <p:tgtEl>
                                          <p:spTgt spid="52"/>
                                        </p:tgtEl>
                                        <p:attrNameLst>
                                          <p:attrName>style.visibility</p:attrName>
                                        </p:attrNameLst>
                                      </p:cBhvr>
                                      <p:to>
                                        <p:strVal val="visible"/>
                                      </p:to>
                                    </p:set>
                                    <p:anim calcmode="lin" valueType="num">
                                      <p:cBhvr>
                                        <p:cTn id="81" dur="500" fill="hold"/>
                                        <p:tgtEl>
                                          <p:spTgt spid="52"/>
                                        </p:tgtEl>
                                        <p:attrNameLst>
                                          <p:attrName>ppt_w</p:attrName>
                                        </p:attrNameLst>
                                      </p:cBhvr>
                                      <p:tavLst>
                                        <p:tav tm="0">
                                          <p:val>
                                            <p:fltVal val="0"/>
                                          </p:val>
                                        </p:tav>
                                        <p:tav tm="100000">
                                          <p:val>
                                            <p:strVal val="#ppt_w"/>
                                          </p:val>
                                        </p:tav>
                                      </p:tavLst>
                                    </p:anim>
                                    <p:anim calcmode="lin" valueType="num">
                                      <p:cBhvr>
                                        <p:cTn id="82" dur="500" fill="hold"/>
                                        <p:tgtEl>
                                          <p:spTgt spid="52"/>
                                        </p:tgtEl>
                                        <p:attrNameLst>
                                          <p:attrName>ppt_h</p:attrName>
                                        </p:attrNameLst>
                                      </p:cBhvr>
                                      <p:tavLst>
                                        <p:tav tm="0">
                                          <p:val>
                                            <p:fltVal val="0"/>
                                          </p:val>
                                        </p:tav>
                                        <p:tav tm="100000">
                                          <p:val>
                                            <p:strVal val="#ppt_h"/>
                                          </p:val>
                                        </p:tav>
                                      </p:tavLst>
                                    </p:anim>
                                    <p:animEffect transition="in" filter="fade">
                                      <p:cBhvr>
                                        <p:cTn id="83" dur="500"/>
                                        <p:tgtEl>
                                          <p:spTgt spid="52"/>
                                        </p:tgtEl>
                                      </p:cBhvr>
                                    </p:animEffect>
                                  </p:childTnLst>
                                </p:cTn>
                              </p:par>
                            </p:childTnLst>
                          </p:cTn>
                        </p:par>
                        <p:par>
                          <p:cTn id="84" fill="hold">
                            <p:stCondLst>
                              <p:cond delay="8000"/>
                            </p:stCondLst>
                            <p:childTnLst>
                              <p:par>
                                <p:cTn id="85" presetID="22" presetClass="entr" presetSubtype="8" fill="hold" grpId="0" nodeType="afterEffect">
                                  <p:stCondLst>
                                    <p:cond delay="0"/>
                                  </p:stCondLst>
                                  <p:childTnLst>
                                    <p:set>
                                      <p:cBhvr>
                                        <p:cTn id="86" dur="1" fill="hold">
                                          <p:stCondLst>
                                            <p:cond delay="0"/>
                                          </p:stCondLst>
                                        </p:cTn>
                                        <p:tgtEl>
                                          <p:spTgt spid="46"/>
                                        </p:tgtEl>
                                        <p:attrNameLst>
                                          <p:attrName>style.visibility</p:attrName>
                                        </p:attrNameLst>
                                      </p:cBhvr>
                                      <p:to>
                                        <p:strVal val="visible"/>
                                      </p:to>
                                    </p:set>
                                    <p:animEffect transition="in" filter="wipe(left)">
                                      <p:cBhvr>
                                        <p:cTn id="87" dur="500"/>
                                        <p:tgtEl>
                                          <p:spTgt spid="46"/>
                                        </p:tgtEl>
                                      </p:cBhvr>
                                    </p:animEffect>
                                  </p:childTnLst>
                                </p:cTn>
                              </p:par>
                            </p:childTnLst>
                          </p:cTn>
                        </p:par>
                        <p:par>
                          <p:cTn id="88" fill="hold">
                            <p:stCondLst>
                              <p:cond delay="8500"/>
                            </p:stCondLst>
                            <p:childTnLst>
                              <p:par>
                                <p:cTn id="89" presetID="53" presetClass="entr" presetSubtype="16" fill="hold" grpId="0" nodeType="afterEffect">
                                  <p:stCondLst>
                                    <p:cond delay="0"/>
                                  </p:stCondLst>
                                  <p:childTnLst>
                                    <p:set>
                                      <p:cBhvr>
                                        <p:cTn id="90" dur="1" fill="hold">
                                          <p:stCondLst>
                                            <p:cond delay="0"/>
                                          </p:stCondLst>
                                        </p:cTn>
                                        <p:tgtEl>
                                          <p:spTgt spid="49"/>
                                        </p:tgtEl>
                                        <p:attrNameLst>
                                          <p:attrName>style.visibility</p:attrName>
                                        </p:attrNameLst>
                                      </p:cBhvr>
                                      <p:to>
                                        <p:strVal val="visible"/>
                                      </p:to>
                                    </p:set>
                                    <p:anim calcmode="lin" valueType="num">
                                      <p:cBhvr>
                                        <p:cTn id="91" dur="500" fill="hold"/>
                                        <p:tgtEl>
                                          <p:spTgt spid="49"/>
                                        </p:tgtEl>
                                        <p:attrNameLst>
                                          <p:attrName>ppt_w</p:attrName>
                                        </p:attrNameLst>
                                      </p:cBhvr>
                                      <p:tavLst>
                                        <p:tav tm="0">
                                          <p:val>
                                            <p:fltVal val="0"/>
                                          </p:val>
                                        </p:tav>
                                        <p:tav tm="100000">
                                          <p:val>
                                            <p:strVal val="#ppt_w"/>
                                          </p:val>
                                        </p:tav>
                                      </p:tavLst>
                                    </p:anim>
                                    <p:anim calcmode="lin" valueType="num">
                                      <p:cBhvr>
                                        <p:cTn id="92" dur="500" fill="hold"/>
                                        <p:tgtEl>
                                          <p:spTgt spid="49"/>
                                        </p:tgtEl>
                                        <p:attrNameLst>
                                          <p:attrName>ppt_h</p:attrName>
                                        </p:attrNameLst>
                                      </p:cBhvr>
                                      <p:tavLst>
                                        <p:tav tm="0">
                                          <p:val>
                                            <p:fltVal val="0"/>
                                          </p:val>
                                        </p:tav>
                                        <p:tav tm="100000">
                                          <p:val>
                                            <p:strVal val="#ppt_h"/>
                                          </p:val>
                                        </p:tav>
                                      </p:tavLst>
                                    </p:anim>
                                    <p:animEffect transition="in" filter="fade">
                                      <p:cBhvr>
                                        <p:cTn id="93"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4" grpId="0"/>
      <p:bldP spid="45" grpId="0"/>
      <p:bldP spid="46" grpId="0"/>
      <p:bldP spid="49" grpId="0" animBg="1"/>
      <p:bldP spid="50" grpId="0" animBg="1"/>
      <p:bldP spid="52" grpId="0" animBg="1"/>
      <p:bldP spid="53" grpId="0" animBg="1"/>
      <p:bldP spid="54" grpId="0" animBg="1"/>
      <p:bldP spid="55" grpId="0" animBg="1"/>
      <p:bldP spid="57" grpId="0" animBg="1"/>
      <p:bldP spid="58" grpId="0" animBg="1"/>
      <p:bldP spid="60" grpId="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Facebook Stats Slide</a:t>
            </a:r>
          </a:p>
        </p:txBody>
      </p:sp>
      <p:grpSp>
        <p:nvGrpSpPr>
          <p:cNvPr id="25" name="Group 24"/>
          <p:cNvGrpSpPr/>
          <p:nvPr/>
        </p:nvGrpSpPr>
        <p:grpSpPr>
          <a:xfrm>
            <a:off x="3903109" y="2331681"/>
            <a:ext cx="1075291" cy="711200"/>
            <a:chOff x="1676400" y="1733550"/>
            <a:chExt cx="1600200" cy="533400"/>
          </a:xfrm>
        </p:grpSpPr>
        <p:cxnSp>
          <p:nvCxnSpPr>
            <p:cNvPr id="30" name="Straight Connector 29"/>
            <p:cNvCxnSpPr/>
            <p:nvPr/>
          </p:nvCxnSpPr>
          <p:spPr>
            <a:xfrm>
              <a:off x="1676400" y="1733550"/>
              <a:ext cx="1066800" cy="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2743200" y="1733550"/>
              <a:ext cx="533400" cy="53340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a:xfrm flipV="1">
            <a:off x="3903109" y="5198873"/>
            <a:ext cx="1075291" cy="711200"/>
            <a:chOff x="1676400" y="1733550"/>
            <a:chExt cx="1600200" cy="533400"/>
          </a:xfrm>
        </p:grpSpPr>
        <p:cxnSp>
          <p:nvCxnSpPr>
            <p:cNvPr id="28" name="Straight Connector 27"/>
            <p:cNvCxnSpPr/>
            <p:nvPr/>
          </p:nvCxnSpPr>
          <p:spPr>
            <a:xfrm>
              <a:off x="1676400" y="1733550"/>
              <a:ext cx="1066800" cy="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2743200" y="1733550"/>
              <a:ext cx="533400" cy="53340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27" name="Straight Connector 26"/>
          <p:cNvCxnSpPr>
            <a:stCxn id="57" idx="6"/>
          </p:cNvCxnSpPr>
          <p:nvPr/>
        </p:nvCxnSpPr>
        <p:spPr>
          <a:xfrm>
            <a:off x="3898034" y="4103097"/>
            <a:ext cx="702609" cy="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Inhaltsplatzhalter 4"/>
          <p:cNvSpPr txBox="1">
            <a:spLocks/>
          </p:cNvSpPr>
          <p:nvPr/>
        </p:nvSpPr>
        <p:spPr>
          <a:xfrm>
            <a:off x="508001" y="1775120"/>
            <a:ext cx="2234705" cy="1113125"/>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lnSpc>
                <a:spcPct val="100000"/>
              </a:lnSpc>
              <a:buNone/>
            </a:pPr>
            <a:endParaRPr lang="en-US" sz="1867" b="1" dirty="0">
              <a:latin typeface="+mj-lt"/>
            </a:endParaRPr>
          </a:p>
          <a:p>
            <a:pPr marL="0" indent="0" algn="r">
              <a:lnSpc>
                <a:spcPct val="100000"/>
              </a:lnSpc>
              <a:buNone/>
            </a:pPr>
            <a:r>
              <a:rPr lang="en-US" sz="1867" b="1" dirty="0">
                <a:latin typeface="+mj-lt"/>
              </a:rPr>
              <a:t>890M Fans</a:t>
            </a:r>
            <a:br>
              <a:rPr lang="en-US" sz="1867" b="1" dirty="0">
                <a:latin typeface="+mj-lt"/>
              </a:rPr>
            </a:br>
            <a:r>
              <a:rPr lang="en-US" sz="1333" dirty="0">
                <a:latin typeface="+mj-lt"/>
              </a:rPr>
              <a:t>simply dummy text of the printing</a:t>
            </a:r>
            <a:endParaRPr lang="en-US" sz="1400" dirty="0">
              <a:latin typeface="+mj-lt"/>
            </a:endParaRPr>
          </a:p>
        </p:txBody>
      </p:sp>
      <p:sp>
        <p:nvSpPr>
          <p:cNvPr id="34" name="Inhaltsplatzhalter 4"/>
          <p:cNvSpPr txBox="1">
            <a:spLocks/>
          </p:cNvSpPr>
          <p:nvPr/>
        </p:nvSpPr>
        <p:spPr>
          <a:xfrm>
            <a:off x="508001" y="5506861"/>
            <a:ext cx="2234705" cy="697563"/>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lnSpc>
                <a:spcPct val="100000"/>
              </a:lnSpc>
              <a:buNone/>
            </a:pPr>
            <a:r>
              <a:rPr lang="en-US" sz="1867" b="1" dirty="0">
                <a:latin typeface="+mj-lt"/>
              </a:rPr>
              <a:t>50% Mobile Usage </a:t>
            </a:r>
            <a:br>
              <a:rPr lang="en-US" sz="1867" b="1" dirty="0">
                <a:latin typeface="+mj-lt"/>
              </a:rPr>
            </a:br>
            <a:r>
              <a:rPr lang="en-US" sz="1333" dirty="0">
                <a:latin typeface="+mj-lt"/>
              </a:rPr>
              <a:t>simply dummy text of the printing</a:t>
            </a:r>
            <a:endParaRPr lang="en-US" sz="1400" dirty="0">
              <a:latin typeface="+mj-lt"/>
            </a:endParaRPr>
          </a:p>
        </p:txBody>
      </p:sp>
      <p:grpSp>
        <p:nvGrpSpPr>
          <p:cNvPr id="36" name="Group 35"/>
          <p:cNvGrpSpPr/>
          <p:nvPr/>
        </p:nvGrpSpPr>
        <p:grpSpPr>
          <a:xfrm flipH="1">
            <a:off x="7195418" y="2331681"/>
            <a:ext cx="1019113" cy="711200"/>
            <a:chOff x="1676400" y="1733550"/>
            <a:chExt cx="1600200" cy="533400"/>
          </a:xfrm>
        </p:grpSpPr>
        <p:cxnSp>
          <p:nvCxnSpPr>
            <p:cNvPr id="41" name="Straight Connector 40"/>
            <p:cNvCxnSpPr/>
            <p:nvPr/>
          </p:nvCxnSpPr>
          <p:spPr>
            <a:xfrm>
              <a:off x="1676400" y="1733550"/>
              <a:ext cx="1066800" cy="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2743200" y="1733550"/>
              <a:ext cx="533400" cy="53340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38" name="Straight Connector 37"/>
          <p:cNvCxnSpPr/>
          <p:nvPr/>
        </p:nvCxnSpPr>
        <p:spPr>
          <a:xfrm flipH="1">
            <a:off x="7437939" y="4103097"/>
            <a:ext cx="776592" cy="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sp>
        <p:nvSpPr>
          <p:cNvPr id="45" name="Inhaltsplatzhalter 4"/>
          <p:cNvSpPr txBox="1">
            <a:spLocks/>
          </p:cNvSpPr>
          <p:nvPr/>
        </p:nvSpPr>
        <p:spPr>
          <a:xfrm flipH="1">
            <a:off x="9294897" y="1982901"/>
            <a:ext cx="2370920" cy="697563"/>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sz="1867" b="1" dirty="0">
                <a:latin typeface="+mj-lt"/>
              </a:rPr>
              <a:t>50% Desktop Usage</a:t>
            </a:r>
            <a:br>
              <a:rPr lang="en-US" sz="1867" b="1" dirty="0">
                <a:latin typeface="+mj-lt"/>
              </a:rPr>
            </a:br>
            <a:r>
              <a:rPr lang="en-US" sz="1333" dirty="0">
                <a:latin typeface="+mj-lt"/>
              </a:rPr>
              <a:t>simply dummy text of the printing</a:t>
            </a:r>
            <a:endParaRPr lang="en-US" sz="1400" dirty="0">
              <a:latin typeface="+mj-lt"/>
            </a:endParaRPr>
          </a:p>
        </p:txBody>
      </p:sp>
      <p:sp>
        <p:nvSpPr>
          <p:cNvPr id="50" name="Freeform 191"/>
          <p:cNvSpPr>
            <a:spLocks/>
          </p:cNvSpPr>
          <p:nvPr/>
        </p:nvSpPr>
        <p:spPr bwMode="auto">
          <a:xfrm>
            <a:off x="3207608" y="2027596"/>
            <a:ext cx="533400" cy="516467"/>
          </a:xfrm>
          <a:custGeom>
            <a:avLst/>
            <a:gdLst/>
            <a:ahLst/>
            <a:cxnLst>
              <a:cxn ang="0">
                <a:pos x="256" y="236"/>
              </a:cxn>
              <a:cxn ang="0">
                <a:pos x="256" y="236"/>
              </a:cxn>
              <a:cxn ang="0">
                <a:pos x="244" y="248"/>
              </a:cxn>
              <a:cxn ang="0">
                <a:pos x="12" y="248"/>
              </a:cxn>
              <a:cxn ang="0">
                <a:pos x="0" y="236"/>
              </a:cxn>
              <a:cxn ang="0">
                <a:pos x="0" y="236"/>
              </a:cxn>
              <a:cxn ang="0">
                <a:pos x="0" y="236"/>
              </a:cxn>
              <a:cxn ang="0">
                <a:pos x="32" y="176"/>
              </a:cxn>
              <a:cxn ang="0">
                <a:pos x="69" y="164"/>
              </a:cxn>
              <a:cxn ang="0">
                <a:pos x="100" y="150"/>
              </a:cxn>
              <a:cxn ang="0">
                <a:pos x="100" y="127"/>
              </a:cxn>
              <a:cxn ang="0">
                <a:pos x="88" y="97"/>
              </a:cxn>
              <a:cxn ang="0">
                <a:pos x="80" y="85"/>
              </a:cxn>
              <a:cxn ang="0">
                <a:pos x="84" y="65"/>
              </a:cxn>
              <a:cxn ang="0">
                <a:pos x="82" y="39"/>
              </a:cxn>
              <a:cxn ang="0">
                <a:pos x="128" y="0"/>
              </a:cxn>
              <a:cxn ang="0">
                <a:pos x="175" y="39"/>
              </a:cxn>
              <a:cxn ang="0">
                <a:pos x="172" y="65"/>
              </a:cxn>
              <a:cxn ang="0">
                <a:pos x="176" y="85"/>
              </a:cxn>
              <a:cxn ang="0">
                <a:pos x="168" y="97"/>
              </a:cxn>
              <a:cxn ang="0">
                <a:pos x="156" y="126"/>
              </a:cxn>
              <a:cxn ang="0">
                <a:pos x="156" y="150"/>
              </a:cxn>
              <a:cxn ang="0">
                <a:pos x="187" y="164"/>
              </a:cxn>
              <a:cxn ang="0">
                <a:pos x="224" y="176"/>
              </a:cxn>
              <a:cxn ang="0">
                <a:pos x="256" y="236"/>
              </a:cxn>
            </a:cxnLst>
            <a:rect l="0" t="0" r="r" b="b"/>
            <a:pathLst>
              <a:path w="256" h="248">
                <a:moveTo>
                  <a:pt x="256" y="236"/>
                </a:moveTo>
                <a:cubicBezTo>
                  <a:pt x="256" y="236"/>
                  <a:pt x="256" y="236"/>
                  <a:pt x="256" y="236"/>
                </a:cubicBezTo>
                <a:cubicBezTo>
                  <a:pt x="256" y="243"/>
                  <a:pt x="251" y="248"/>
                  <a:pt x="244" y="248"/>
                </a:cubicBezTo>
                <a:cubicBezTo>
                  <a:pt x="12" y="248"/>
                  <a:pt x="12" y="248"/>
                  <a:pt x="12" y="248"/>
                </a:cubicBezTo>
                <a:cubicBezTo>
                  <a:pt x="5" y="248"/>
                  <a:pt x="0" y="243"/>
                  <a:pt x="0" y="236"/>
                </a:cubicBezTo>
                <a:cubicBezTo>
                  <a:pt x="0" y="236"/>
                  <a:pt x="0" y="236"/>
                  <a:pt x="0" y="236"/>
                </a:cubicBezTo>
                <a:cubicBezTo>
                  <a:pt x="0" y="236"/>
                  <a:pt x="0" y="236"/>
                  <a:pt x="0" y="236"/>
                </a:cubicBezTo>
                <a:cubicBezTo>
                  <a:pt x="0" y="236"/>
                  <a:pt x="0" y="192"/>
                  <a:pt x="32" y="176"/>
                </a:cubicBezTo>
                <a:cubicBezTo>
                  <a:pt x="52" y="166"/>
                  <a:pt x="44" y="174"/>
                  <a:pt x="69" y="164"/>
                </a:cubicBezTo>
                <a:cubicBezTo>
                  <a:pt x="94" y="154"/>
                  <a:pt x="100" y="150"/>
                  <a:pt x="100" y="150"/>
                </a:cubicBezTo>
                <a:cubicBezTo>
                  <a:pt x="100" y="127"/>
                  <a:pt x="100" y="127"/>
                  <a:pt x="100" y="127"/>
                </a:cubicBezTo>
                <a:cubicBezTo>
                  <a:pt x="100" y="127"/>
                  <a:pt x="91" y="119"/>
                  <a:pt x="88" y="97"/>
                </a:cubicBezTo>
                <a:cubicBezTo>
                  <a:pt x="82" y="99"/>
                  <a:pt x="80" y="90"/>
                  <a:pt x="80" y="85"/>
                </a:cubicBezTo>
                <a:cubicBezTo>
                  <a:pt x="80" y="80"/>
                  <a:pt x="77" y="63"/>
                  <a:pt x="84" y="65"/>
                </a:cubicBezTo>
                <a:cubicBezTo>
                  <a:pt x="82" y="54"/>
                  <a:pt x="81" y="44"/>
                  <a:pt x="82" y="39"/>
                </a:cubicBezTo>
                <a:cubicBezTo>
                  <a:pt x="83" y="21"/>
                  <a:pt x="101" y="1"/>
                  <a:pt x="128" y="0"/>
                </a:cubicBezTo>
                <a:cubicBezTo>
                  <a:pt x="160" y="1"/>
                  <a:pt x="173" y="21"/>
                  <a:pt x="175" y="39"/>
                </a:cubicBezTo>
                <a:cubicBezTo>
                  <a:pt x="175" y="44"/>
                  <a:pt x="174" y="54"/>
                  <a:pt x="172" y="65"/>
                </a:cubicBezTo>
                <a:cubicBezTo>
                  <a:pt x="180" y="63"/>
                  <a:pt x="177" y="80"/>
                  <a:pt x="176" y="85"/>
                </a:cubicBezTo>
                <a:cubicBezTo>
                  <a:pt x="176" y="90"/>
                  <a:pt x="174" y="99"/>
                  <a:pt x="168" y="97"/>
                </a:cubicBezTo>
                <a:cubicBezTo>
                  <a:pt x="165" y="119"/>
                  <a:pt x="156" y="126"/>
                  <a:pt x="156" y="126"/>
                </a:cubicBezTo>
                <a:cubicBezTo>
                  <a:pt x="156" y="150"/>
                  <a:pt x="156" y="150"/>
                  <a:pt x="156" y="150"/>
                </a:cubicBezTo>
                <a:cubicBezTo>
                  <a:pt x="156" y="150"/>
                  <a:pt x="162" y="153"/>
                  <a:pt x="187" y="164"/>
                </a:cubicBezTo>
                <a:cubicBezTo>
                  <a:pt x="212" y="174"/>
                  <a:pt x="204" y="166"/>
                  <a:pt x="224" y="176"/>
                </a:cubicBezTo>
                <a:cubicBezTo>
                  <a:pt x="256" y="192"/>
                  <a:pt x="256" y="236"/>
                  <a:pt x="256" y="236"/>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2" name="Freeform 201"/>
          <p:cNvSpPr>
            <a:spLocks noEditPoints="1"/>
          </p:cNvSpPr>
          <p:nvPr/>
        </p:nvSpPr>
        <p:spPr bwMode="auto">
          <a:xfrm>
            <a:off x="8458565" y="3886141"/>
            <a:ext cx="402167" cy="433916"/>
          </a:xfrm>
          <a:custGeom>
            <a:avLst/>
            <a:gdLst/>
            <a:ahLst/>
            <a:cxnLst>
              <a:cxn ang="0">
                <a:pos x="180" y="208"/>
              </a:cxn>
              <a:cxn ang="0">
                <a:pos x="12" y="208"/>
              </a:cxn>
              <a:cxn ang="0">
                <a:pos x="0" y="196"/>
              </a:cxn>
              <a:cxn ang="0">
                <a:pos x="0" y="12"/>
              </a:cxn>
              <a:cxn ang="0">
                <a:pos x="12" y="0"/>
              </a:cxn>
              <a:cxn ang="0">
                <a:pos x="180" y="0"/>
              </a:cxn>
              <a:cxn ang="0">
                <a:pos x="192" y="12"/>
              </a:cxn>
              <a:cxn ang="0">
                <a:pos x="192" y="196"/>
              </a:cxn>
              <a:cxn ang="0">
                <a:pos x="180" y="208"/>
              </a:cxn>
              <a:cxn ang="0">
                <a:pos x="168" y="24"/>
              </a:cxn>
              <a:cxn ang="0">
                <a:pos x="24" y="24"/>
              </a:cxn>
              <a:cxn ang="0">
                <a:pos x="24" y="148"/>
              </a:cxn>
              <a:cxn ang="0">
                <a:pos x="168" y="148"/>
              </a:cxn>
              <a:cxn ang="0">
                <a:pos x="168" y="24"/>
              </a:cxn>
            </a:cxnLst>
            <a:rect l="0" t="0" r="r" b="b"/>
            <a:pathLst>
              <a:path w="192" h="208">
                <a:moveTo>
                  <a:pt x="180" y="208"/>
                </a:moveTo>
                <a:cubicBezTo>
                  <a:pt x="12" y="208"/>
                  <a:pt x="12" y="208"/>
                  <a:pt x="12" y="208"/>
                </a:cubicBezTo>
                <a:cubicBezTo>
                  <a:pt x="5" y="208"/>
                  <a:pt x="0" y="203"/>
                  <a:pt x="0" y="196"/>
                </a:cubicBezTo>
                <a:cubicBezTo>
                  <a:pt x="0" y="12"/>
                  <a:pt x="0" y="12"/>
                  <a:pt x="0" y="12"/>
                </a:cubicBezTo>
                <a:cubicBezTo>
                  <a:pt x="0" y="5"/>
                  <a:pt x="5" y="0"/>
                  <a:pt x="12" y="0"/>
                </a:cubicBezTo>
                <a:cubicBezTo>
                  <a:pt x="180" y="0"/>
                  <a:pt x="180" y="0"/>
                  <a:pt x="180" y="0"/>
                </a:cubicBezTo>
                <a:cubicBezTo>
                  <a:pt x="187" y="0"/>
                  <a:pt x="192" y="5"/>
                  <a:pt x="192" y="12"/>
                </a:cubicBezTo>
                <a:cubicBezTo>
                  <a:pt x="192" y="196"/>
                  <a:pt x="192" y="196"/>
                  <a:pt x="192" y="196"/>
                </a:cubicBezTo>
                <a:cubicBezTo>
                  <a:pt x="192" y="203"/>
                  <a:pt x="187" y="208"/>
                  <a:pt x="180" y="208"/>
                </a:cubicBezTo>
                <a:moveTo>
                  <a:pt x="168" y="24"/>
                </a:moveTo>
                <a:cubicBezTo>
                  <a:pt x="24" y="24"/>
                  <a:pt x="24" y="24"/>
                  <a:pt x="24" y="24"/>
                </a:cubicBezTo>
                <a:cubicBezTo>
                  <a:pt x="24" y="148"/>
                  <a:pt x="24" y="148"/>
                  <a:pt x="24" y="148"/>
                </a:cubicBezTo>
                <a:cubicBezTo>
                  <a:pt x="168" y="148"/>
                  <a:pt x="168" y="148"/>
                  <a:pt x="168" y="148"/>
                </a:cubicBezTo>
                <a:lnTo>
                  <a:pt x="168" y="24"/>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3" name="Freeform 223"/>
          <p:cNvSpPr>
            <a:spLocks noEditPoints="1"/>
          </p:cNvSpPr>
          <p:nvPr/>
        </p:nvSpPr>
        <p:spPr bwMode="auto">
          <a:xfrm>
            <a:off x="3159867" y="3874497"/>
            <a:ext cx="533400" cy="457200"/>
          </a:xfrm>
          <a:custGeom>
            <a:avLst/>
            <a:gdLst/>
            <a:ahLst/>
            <a:cxnLst>
              <a:cxn ang="0">
                <a:pos x="184" y="164"/>
              </a:cxn>
              <a:cxn ang="0">
                <a:pos x="232" y="116"/>
              </a:cxn>
              <a:cxn ang="0">
                <a:pos x="217" y="87"/>
              </a:cxn>
              <a:cxn ang="0">
                <a:pos x="215" y="85"/>
              </a:cxn>
              <a:cxn ang="0">
                <a:pos x="212" y="84"/>
              </a:cxn>
              <a:cxn ang="0">
                <a:pos x="209" y="83"/>
              </a:cxn>
              <a:cxn ang="0">
                <a:pos x="206" y="81"/>
              </a:cxn>
              <a:cxn ang="0">
                <a:pos x="203" y="81"/>
              </a:cxn>
              <a:cxn ang="0">
                <a:pos x="200" y="80"/>
              </a:cxn>
              <a:cxn ang="0">
                <a:pos x="195" y="80"/>
              </a:cxn>
              <a:cxn ang="0">
                <a:pos x="193" y="73"/>
              </a:cxn>
              <a:cxn ang="0">
                <a:pos x="191" y="67"/>
              </a:cxn>
              <a:cxn ang="0">
                <a:pos x="189" y="61"/>
              </a:cxn>
              <a:cxn ang="0">
                <a:pos x="128" y="24"/>
              </a:cxn>
              <a:cxn ang="0">
                <a:pos x="67" y="61"/>
              </a:cxn>
              <a:cxn ang="0">
                <a:pos x="65" y="67"/>
              </a:cxn>
              <a:cxn ang="0">
                <a:pos x="63" y="73"/>
              </a:cxn>
              <a:cxn ang="0">
                <a:pos x="61" y="80"/>
              </a:cxn>
              <a:cxn ang="0">
                <a:pos x="56" y="80"/>
              </a:cxn>
              <a:cxn ang="0">
                <a:pos x="53" y="81"/>
              </a:cxn>
              <a:cxn ang="0">
                <a:pos x="50" y="81"/>
              </a:cxn>
              <a:cxn ang="0">
                <a:pos x="47" y="83"/>
              </a:cxn>
              <a:cxn ang="0">
                <a:pos x="44" y="84"/>
              </a:cxn>
              <a:cxn ang="0">
                <a:pos x="41" y="85"/>
              </a:cxn>
              <a:cxn ang="0">
                <a:pos x="39" y="87"/>
              </a:cxn>
              <a:cxn ang="0">
                <a:pos x="24" y="116"/>
              </a:cxn>
              <a:cxn ang="0">
                <a:pos x="72" y="164"/>
              </a:cxn>
              <a:cxn ang="0">
                <a:pos x="0" y="116"/>
              </a:cxn>
              <a:cxn ang="0">
                <a:pos x="128" y="0"/>
              </a:cxn>
              <a:cxn ang="0">
                <a:pos x="256" y="116"/>
              </a:cxn>
              <a:cxn ang="0">
                <a:pos x="83" y="148"/>
              </a:cxn>
              <a:cxn ang="0">
                <a:pos x="119" y="108"/>
              </a:cxn>
              <a:cxn ang="0">
                <a:pos x="137" y="108"/>
              </a:cxn>
              <a:cxn ang="0">
                <a:pos x="173" y="148"/>
              </a:cxn>
              <a:cxn ang="0">
                <a:pos x="176" y="156"/>
              </a:cxn>
              <a:cxn ang="0">
                <a:pos x="155" y="164"/>
              </a:cxn>
              <a:cxn ang="0">
                <a:pos x="140" y="147"/>
              </a:cxn>
              <a:cxn ang="0">
                <a:pos x="128" y="220"/>
              </a:cxn>
              <a:cxn ang="0">
                <a:pos x="116" y="147"/>
              </a:cxn>
              <a:cxn ang="0">
                <a:pos x="101" y="164"/>
              </a:cxn>
              <a:cxn ang="0">
                <a:pos x="80" y="156"/>
              </a:cxn>
            </a:cxnLst>
            <a:rect l="0" t="0" r="r" b="b"/>
            <a:pathLst>
              <a:path w="256" h="220">
                <a:moveTo>
                  <a:pt x="196" y="176"/>
                </a:moveTo>
                <a:cubicBezTo>
                  <a:pt x="189" y="176"/>
                  <a:pt x="184" y="171"/>
                  <a:pt x="184" y="164"/>
                </a:cubicBezTo>
                <a:cubicBezTo>
                  <a:pt x="184" y="157"/>
                  <a:pt x="189" y="152"/>
                  <a:pt x="196" y="152"/>
                </a:cubicBezTo>
                <a:cubicBezTo>
                  <a:pt x="216" y="152"/>
                  <a:pt x="232" y="136"/>
                  <a:pt x="232" y="116"/>
                </a:cubicBezTo>
                <a:cubicBezTo>
                  <a:pt x="232" y="105"/>
                  <a:pt x="227" y="96"/>
                  <a:pt x="220" y="89"/>
                </a:cubicBezTo>
                <a:cubicBezTo>
                  <a:pt x="219" y="88"/>
                  <a:pt x="218" y="88"/>
                  <a:pt x="217" y="87"/>
                </a:cubicBezTo>
                <a:cubicBezTo>
                  <a:pt x="217" y="87"/>
                  <a:pt x="217" y="87"/>
                  <a:pt x="217" y="87"/>
                </a:cubicBezTo>
                <a:cubicBezTo>
                  <a:pt x="217" y="86"/>
                  <a:pt x="216" y="86"/>
                  <a:pt x="215" y="85"/>
                </a:cubicBezTo>
                <a:cubicBezTo>
                  <a:pt x="215" y="85"/>
                  <a:pt x="215" y="85"/>
                  <a:pt x="215" y="85"/>
                </a:cubicBezTo>
                <a:cubicBezTo>
                  <a:pt x="214" y="85"/>
                  <a:pt x="213" y="84"/>
                  <a:pt x="212" y="84"/>
                </a:cubicBezTo>
                <a:cubicBezTo>
                  <a:pt x="212" y="84"/>
                  <a:pt x="212" y="84"/>
                  <a:pt x="211" y="84"/>
                </a:cubicBezTo>
                <a:cubicBezTo>
                  <a:pt x="211" y="83"/>
                  <a:pt x="210" y="83"/>
                  <a:pt x="209" y="83"/>
                </a:cubicBezTo>
                <a:cubicBezTo>
                  <a:pt x="209" y="82"/>
                  <a:pt x="209" y="82"/>
                  <a:pt x="208" y="82"/>
                </a:cubicBezTo>
                <a:cubicBezTo>
                  <a:pt x="208" y="82"/>
                  <a:pt x="207" y="82"/>
                  <a:pt x="206" y="81"/>
                </a:cubicBezTo>
                <a:cubicBezTo>
                  <a:pt x="206" y="81"/>
                  <a:pt x="205" y="81"/>
                  <a:pt x="205" y="81"/>
                </a:cubicBezTo>
                <a:cubicBezTo>
                  <a:pt x="204" y="81"/>
                  <a:pt x="204" y="81"/>
                  <a:pt x="203" y="81"/>
                </a:cubicBezTo>
                <a:cubicBezTo>
                  <a:pt x="202" y="81"/>
                  <a:pt x="202" y="80"/>
                  <a:pt x="201" y="80"/>
                </a:cubicBezTo>
                <a:cubicBezTo>
                  <a:pt x="200" y="80"/>
                  <a:pt x="200" y="80"/>
                  <a:pt x="200" y="80"/>
                </a:cubicBezTo>
                <a:cubicBezTo>
                  <a:pt x="198" y="80"/>
                  <a:pt x="197" y="80"/>
                  <a:pt x="196" y="80"/>
                </a:cubicBezTo>
                <a:cubicBezTo>
                  <a:pt x="196" y="80"/>
                  <a:pt x="195" y="80"/>
                  <a:pt x="195" y="80"/>
                </a:cubicBezTo>
                <a:cubicBezTo>
                  <a:pt x="195" y="78"/>
                  <a:pt x="194" y="76"/>
                  <a:pt x="194" y="74"/>
                </a:cubicBezTo>
                <a:cubicBezTo>
                  <a:pt x="193" y="74"/>
                  <a:pt x="193" y="73"/>
                  <a:pt x="193" y="73"/>
                </a:cubicBezTo>
                <a:cubicBezTo>
                  <a:pt x="193" y="71"/>
                  <a:pt x="192" y="70"/>
                  <a:pt x="192" y="68"/>
                </a:cubicBezTo>
                <a:cubicBezTo>
                  <a:pt x="191" y="68"/>
                  <a:pt x="191" y="67"/>
                  <a:pt x="191" y="67"/>
                </a:cubicBezTo>
                <a:cubicBezTo>
                  <a:pt x="190" y="65"/>
                  <a:pt x="190" y="64"/>
                  <a:pt x="189" y="62"/>
                </a:cubicBezTo>
                <a:cubicBezTo>
                  <a:pt x="189" y="62"/>
                  <a:pt x="189" y="62"/>
                  <a:pt x="189" y="61"/>
                </a:cubicBezTo>
                <a:cubicBezTo>
                  <a:pt x="188" y="60"/>
                  <a:pt x="187" y="58"/>
                  <a:pt x="186" y="57"/>
                </a:cubicBezTo>
                <a:cubicBezTo>
                  <a:pt x="174" y="37"/>
                  <a:pt x="153" y="24"/>
                  <a:pt x="128" y="24"/>
                </a:cubicBezTo>
                <a:cubicBezTo>
                  <a:pt x="103" y="24"/>
                  <a:pt x="82" y="37"/>
                  <a:pt x="70" y="57"/>
                </a:cubicBezTo>
                <a:cubicBezTo>
                  <a:pt x="69" y="58"/>
                  <a:pt x="68" y="60"/>
                  <a:pt x="67" y="61"/>
                </a:cubicBezTo>
                <a:cubicBezTo>
                  <a:pt x="67" y="62"/>
                  <a:pt x="67" y="62"/>
                  <a:pt x="67" y="62"/>
                </a:cubicBezTo>
                <a:cubicBezTo>
                  <a:pt x="66" y="64"/>
                  <a:pt x="66" y="65"/>
                  <a:pt x="65" y="67"/>
                </a:cubicBezTo>
                <a:cubicBezTo>
                  <a:pt x="65" y="67"/>
                  <a:pt x="65" y="68"/>
                  <a:pt x="64" y="68"/>
                </a:cubicBezTo>
                <a:cubicBezTo>
                  <a:pt x="64" y="70"/>
                  <a:pt x="63" y="71"/>
                  <a:pt x="63" y="73"/>
                </a:cubicBezTo>
                <a:cubicBezTo>
                  <a:pt x="63" y="73"/>
                  <a:pt x="63" y="74"/>
                  <a:pt x="62" y="74"/>
                </a:cubicBezTo>
                <a:cubicBezTo>
                  <a:pt x="62" y="76"/>
                  <a:pt x="61" y="78"/>
                  <a:pt x="61" y="80"/>
                </a:cubicBezTo>
                <a:cubicBezTo>
                  <a:pt x="61" y="80"/>
                  <a:pt x="60" y="80"/>
                  <a:pt x="60" y="80"/>
                </a:cubicBezTo>
                <a:cubicBezTo>
                  <a:pt x="59" y="80"/>
                  <a:pt x="58" y="80"/>
                  <a:pt x="56" y="80"/>
                </a:cubicBezTo>
                <a:cubicBezTo>
                  <a:pt x="56" y="80"/>
                  <a:pt x="56" y="80"/>
                  <a:pt x="55" y="80"/>
                </a:cubicBezTo>
                <a:cubicBezTo>
                  <a:pt x="54" y="80"/>
                  <a:pt x="54" y="81"/>
                  <a:pt x="53" y="81"/>
                </a:cubicBezTo>
                <a:cubicBezTo>
                  <a:pt x="52" y="81"/>
                  <a:pt x="52" y="81"/>
                  <a:pt x="51" y="81"/>
                </a:cubicBezTo>
                <a:cubicBezTo>
                  <a:pt x="51" y="81"/>
                  <a:pt x="50" y="81"/>
                  <a:pt x="50" y="81"/>
                </a:cubicBezTo>
                <a:cubicBezTo>
                  <a:pt x="49" y="82"/>
                  <a:pt x="48" y="82"/>
                  <a:pt x="48" y="82"/>
                </a:cubicBezTo>
                <a:cubicBezTo>
                  <a:pt x="47" y="82"/>
                  <a:pt x="47" y="82"/>
                  <a:pt x="47" y="83"/>
                </a:cubicBezTo>
                <a:cubicBezTo>
                  <a:pt x="46" y="83"/>
                  <a:pt x="45" y="83"/>
                  <a:pt x="45" y="84"/>
                </a:cubicBezTo>
                <a:cubicBezTo>
                  <a:pt x="44" y="84"/>
                  <a:pt x="44" y="84"/>
                  <a:pt x="44" y="84"/>
                </a:cubicBezTo>
                <a:cubicBezTo>
                  <a:pt x="43" y="84"/>
                  <a:pt x="42" y="85"/>
                  <a:pt x="41" y="85"/>
                </a:cubicBezTo>
                <a:cubicBezTo>
                  <a:pt x="41" y="85"/>
                  <a:pt x="41" y="85"/>
                  <a:pt x="41" y="85"/>
                </a:cubicBezTo>
                <a:cubicBezTo>
                  <a:pt x="40" y="86"/>
                  <a:pt x="39" y="86"/>
                  <a:pt x="39" y="87"/>
                </a:cubicBezTo>
                <a:cubicBezTo>
                  <a:pt x="39" y="87"/>
                  <a:pt x="39" y="87"/>
                  <a:pt x="39" y="87"/>
                </a:cubicBezTo>
                <a:cubicBezTo>
                  <a:pt x="38" y="88"/>
                  <a:pt x="37" y="88"/>
                  <a:pt x="36" y="89"/>
                </a:cubicBezTo>
                <a:cubicBezTo>
                  <a:pt x="29" y="96"/>
                  <a:pt x="24" y="105"/>
                  <a:pt x="24" y="116"/>
                </a:cubicBezTo>
                <a:cubicBezTo>
                  <a:pt x="24" y="136"/>
                  <a:pt x="40" y="152"/>
                  <a:pt x="60" y="152"/>
                </a:cubicBezTo>
                <a:cubicBezTo>
                  <a:pt x="67" y="152"/>
                  <a:pt x="72" y="157"/>
                  <a:pt x="72" y="164"/>
                </a:cubicBezTo>
                <a:cubicBezTo>
                  <a:pt x="72" y="171"/>
                  <a:pt x="67" y="176"/>
                  <a:pt x="60" y="176"/>
                </a:cubicBezTo>
                <a:cubicBezTo>
                  <a:pt x="27" y="176"/>
                  <a:pt x="0" y="149"/>
                  <a:pt x="0" y="116"/>
                </a:cubicBezTo>
                <a:cubicBezTo>
                  <a:pt x="0" y="89"/>
                  <a:pt x="18" y="66"/>
                  <a:pt x="42" y="59"/>
                </a:cubicBezTo>
                <a:cubicBezTo>
                  <a:pt x="56" y="24"/>
                  <a:pt x="89" y="0"/>
                  <a:pt x="128" y="0"/>
                </a:cubicBezTo>
                <a:cubicBezTo>
                  <a:pt x="167" y="0"/>
                  <a:pt x="200" y="24"/>
                  <a:pt x="214" y="59"/>
                </a:cubicBezTo>
                <a:cubicBezTo>
                  <a:pt x="238" y="66"/>
                  <a:pt x="256" y="89"/>
                  <a:pt x="256" y="116"/>
                </a:cubicBezTo>
                <a:cubicBezTo>
                  <a:pt x="256" y="149"/>
                  <a:pt x="229" y="176"/>
                  <a:pt x="196" y="176"/>
                </a:cubicBezTo>
                <a:moveTo>
                  <a:pt x="83" y="148"/>
                </a:moveTo>
                <a:cubicBezTo>
                  <a:pt x="119" y="108"/>
                  <a:pt x="119" y="108"/>
                  <a:pt x="119" y="108"/>
                </a:cubicBezTo>
                <a:cubicBezTo>
                  <a:pt x="119" y="108"/>
                  <a:pt x="119" y="108"/>
                  <a:pt x="119" y="108"/>
                </a:cubicBezTo>
                <a:cubicBezTo>
                  <a:pt x="121" y="106"/>
                  <a:pt x="124" y="104"/>
                  <a:pt x="128" y="104"/>
                </a:cubicBezTo>
                <a:cubicBezTo>
                  <a:pt x="132" y="104"/>
                  <a:pt x="135" y="106"/>
                  <a:pt x="137" y="108"/>
                </a:cubicBezTo>
                <a:cubicBezTo>
                  <a:pt x="137" y="108"/>
                  <a:pt x="137" y="108"/>
                  <a:pt x="137" y="108"/>
                </a:cubicBezTo>
                <a:cubicBezTo>
                  <a:pt x="173" y="148"/>
                  <a:pt x="173" y="148"/>
                  <a:pt x="173" y="148"/>
                </a:cubicBezTo>
                <a:cubicBezTo>
                  <a:pt x="173" y="148"/>
                  <a:pt x="173" y="148"/>
                  <a:pt x="173" y="148"/>
                </a:cubicBezTo>
                <a:cubicBezTo>
                  <a:pt x="175" y="150"/>
                  <a:pt x="176" y="153"/>
                  <a:pt x="176" y="156"/>
                </a:cubicBezTo>
                <a:cubicBezTo>
                  <a:pt x="176" y="163"/>
                  <a:pt x="171" y="168"/>
                  <a:pt x="164" y="168"/>
                </a:cubicBezTo>
                <a:cubicBezTo>
                  <a:pt x="160" y="168"/>
                  <a:pt x="157" y="166"/>
                  <a:pt x="155" y="164"/>
                </a:cubicBezTo>
                <a:cubicBezTo>
                  <a:pt x="155" y="164"/>
                  <a:pt x="155" y="164"/>
                  <a:pt x="155" y="164"/>
                </a:cubicBezTo>
                <a:cubicBezTo>
                  <a:pt x="140" y="147"/>
                  <a:pt x="140" y="147"/>
                  <a:pt x="140" y="147"/>
                </a:cubicBezTo>
                <a:cubicBezTo>
                  <a:pt x="140" y="208"/>
                  <a:pt x="140" y="208"/>
                  <a:pt x="140" y="208"/>
                </a:cubicBezTo>
                <a:cubicBezTo>
                  <a:pt x="140" y="215"/>
                  <a:pt x="135" y="220"/>
                  <a:pt x="128" y="220"/>
                </a:cubicBezTo>
                <a:cubicBezTo>
                  <a:pt x="121" y="220"/>
                  <a:pt x="116" y="215"/>
                  <a:pt x="116" y="208"/>
                </a:cubicBezTo>
                <a:cubicBezTo>
                  <a:pt x="116" y="147"/>
                  <a:pt x="116" y="147"/>
                  <a:pt x="116" y="147"/>
                </a:cubicBezTo>
                <a:cubicBezTo>
                  <a:pt x="101" y="164"/>
                  <a:pt x="101" y="164"/>
                  <a:pt x="101" y="164"/>
                </a:cubicBezTo>
                <a:cubicBezTo>
                  <a:pt x="101" y="164"/>
                  <a:pt x="101" y="164"/>
                  <a:pt x="101" y="164"/>
                </a:cubicBezTo>
                <a:cubicBezTo>
                  <a:pt x="99" y="166"/>
                  <a:pt x="96" y="168"/>
                  <a:pt x="92" y="168"/>
                </a:cubicBezTo>
                <a:cubicBezTo>
                  <a:pt x="85" y="168"/>
                  <a:pt x="80" y="163"/>
                  <a:pt x="80" y="156"/>
                </a:cubicBezTo>
                <a:cubicBezTo>
                  <a:pt x="80" y="153"/>
                  <a:pt x="81" y="150"/>
                  <a:pt x="83" y="148"/>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4" name="Freeform 85"/>
          <p:cNvSpPr>
            <a:spLocks noEditPoints="1"/>
          </p:cNvSpPr>
          <p:nvPr/>
        </p:nvSpPr>
        <p:spPr bwMode="auto">
          <a:xfrm>
            <a:off x="8396445" y="2108831"/>
            <a:ext cx="527051" cy="478367"/>
          </a:xfrm>
          <a:custGeom>
            <a:avLst/>
            <a:gdLst/>
            <a:ahLst/>
            <a:cxnLst>
              <a:cxn ang="0">
                <a:pos x="236" y="184"/>
              </a:cxn>
              <a:cxn ang="0">
                <a:pos x="176" y="184"/>
              </a:cxn>
              <a:cxn ang="0">
                <a:pos x="160" y="184"/>
              </a:cxn>
              <a:cxn ang="0">
                <a:pos x="160" y="204"/>
              </a:cxn>
              <a:cxn ang="0">
                <a:pos x="176" y="220"/>
              </a:cxn>
              <a:cxn ang="0">
                <a:pos x="176" y="224"/>
              </a:cxn>
              <a:cxn ang="0">
                <a:pos x="72" y="224"/>
              </a:cxn>
              <a:cxn ang="0">
                <a:pos x="72" y="220"/>
              </a:cxn>
              <a:cxn ang="0">
                <a:pos x="88" y="204"/>
              </a:cxn>
              <a:cxn ang="0">
                <a:pos x="88" y="184"/>
              </a:cxn>
              <a:cxn ang="0">
                <a:pos x="72" y="184"/>
              </a:cxn>
              <a:cxn ang="0">
                <a:pos x="12" y="184"/>
              </a:cxn>
              <a:cxn ang="0">
                <a:pos x="0" y="172"/>
              </a:cxn>
              <a:cxn ang="0">
                <a:pos x="0" y="12"/>
              </a:cxn>
              <a:cxn ang="0">
                <a:pos x="12" y="0"/>
              </a:cxn>
              <a:cxn ang="0">
                <a:pos x="236" y="0"/>
              </a:cxn>
              <a:cxn ang="0">
                <a:pos x="248" y="12"/>
              </a:cxn>
              <a:cxn ang="0">
                <a:pos x="248" y="172"/>
              </a:cxn>
              <a:cxn ang="0">
                <a:pos x="236" y="184"/>
              </a:cxn>
              <a:cxn ang="0">
                <a:pos x="232" y="16"/>
              </a:cxn>
              <a:cxn ang="0">
                <a:pos x="16" y="16"/>
              </a:cxn>
              <a:cxn ang="0">
                <a:pos x="16" y="152"/>
              </a:cxn>
              <a:cxn ang="0">
                <a:pos x="232" y="152"/>
              </a:cxn>
              <a:cxn ang="0">
                <a:pos x="232" y="16"/>
              </a:cxn>
            </a:cxnLst>
            <a:rect l="0" t="0" r="r" b="b"/>
            <a:pathLst>
              <a:path w="248" h="224">
                <a:moveTo>
                  <a:pt x="236" y="184"/>
                </a:moveTo>
                <a:cubicBezTo>
                  <a:pt x="176" y="184"/>
                  <a:pt x="176" y="184"/>
                  <a:pt x="176" y="184"/>
                </a:cubicBezTo>
                <a:cubicBezTo>
                  <a:pt x="160" y="184"/>
                  <a:pt x="160" y="184"/>
                  <a:pt x="160" y="184"/>
                </a:cubicBezTo>
                <a:cubicBezTo>
                  <a:pt x="160" y="204"/>
                  <a:pt x="160" y="204"/>
                  <a:pt x="160" y="204"/>
                </a:cubicBezTo>
                <a:cubicBezTo>
                  <a:pt x="176" y="220"/>
                  <a:pt x="176" y="220"/>
                  <a:pt x="176" y="220"/>
                </a:cubicBezTo>
                <a:cubicBezTo>
                  <a:pt x="176" y="224"/>
                  <a:pt x="176" y="224"/>
                  <a:pt x="176" y="224"/>
                </a:cubicBezTo>
                <a:cubicBezTo>
                  <a:pt x="72" y="224"/>
                  <a:pt x="72" y="224"/>
                  <a:pt x="72" y="224"/>
                </a:cubicBezTo>
                <a:cubicBezTo>
                  <a:pt x="72" y="220"/>
                  <a:pt x="72" y="220"/>
                  <a:pt x="72" y="220"/>
                </a:cubicBezTo>
                <a:cubicBezTo>
                  <a:pt x="88" y="204"/>
                  <a:pt x="88" y="204"/>
                  <a:pt x="88" y="204"/>
                </a:cubicBezTo>
                <a:cubicBezTo>
                  <a:pt x="88" y="184"/>
                  <a:pt x="88" y="184"/>
                  <a:pt x="88" y="184"/>
                </a:cubicBezTo>
                <a:cubicBezTo>
                  <a:pt x="72" y="184"/>
                  <a:pt x="72" y="184"/>
                  <a:pt x="72" y="184"/>
                </a:cubicBezTo>
                <a:cubicBezTo>
                  <a:pt x="12" y="184"/>
                  <a:pt x="12" y="184"/>
                  <a:pt x="12" y="184"/>
                </a:cubicBezTo>
                <a:cubicBezTo>
                  <a:pt x="5" y="184"/>
                  <a:pt x="0" y="179"/>
                  <a:pt x="0" y="172"/>
                </a:cubicBezTo>
                <a:cubicBezTo>
                  <a:pt x="0" y="12"/>
                  <a:pt x="0" y="12"/>
                  <a:pt x="0" y="12"/>
                </a:cubicBezTo>
                <a:cubicBezTo>
                  <a:pt x="0" y="5"/>
                  <a:pt x="5" y="0"/>
                  <a:pt x="12" y="0"/>
                </a:cubicBezTo>
                <a:cubicBezTo>
                  <a:pt x="236" y="0"/>
                  <a:pt x="236" y="0"/>
                  <a:pt x="236" y="0"/>
                </a:cubicBezTo>
                <a:cubicBezTo>
                  <a:pt x="243" y="0"/>
                  <a:pt x="248" y="5"/>
                  <a:pt x="248" y="12"/>
                </a:cubicBezTo>
                <a:cubicBezTo>
                  <a:pt x="248" y="172"/>
                  <a:pt x="248" y="172"/>
                  <a:pt x="248" y="172"/>
                </a:cubicBezTo>
                <a:cubicBezTo>
                  <a:pt x="248" y="179"/>
                  <a:pt x="243" y="184"/>
                  <a:pt x="236" y="184"/>
                </a:cubicBezTo>
                <a:moveTo>
                  <a:pt x="232" y="16"/>
                </a:moveTo>
                <a:cubicBezTo>
                  <a:pt x="16" y="16"/>
                  <a:pt x="16" y="16"/>
                  <a:pt x="16" y="16"/>
                </a:cubicBezTo>
                <a:cubicBezTo>
                  <a:pt x="16" y="152"/>
                  <a:pt x="16" y="152"/>
                  <a:pt x="16" y="152"/>
                </a:cubicBezTo>
                <a:cubicBezTo>
                  <a:pt x="232" y="152"/>
                  <a:pt x="232" y="152"/>
                  <a:pt x="232" y="152"/>
                </a:cubicBezTo>
                <a:lnTo>
                  <a:pt x="232" y="16"/>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5" name="Freeform 88"/>
          <p:cNvSpPr>
            <a:spLocks noEditPoints="1"/>
          </p:cNvSpPr>
          <p:nvPr/>
        </p:nvSpPr>
        <p:spPr bwMode="auto">
          <a:xfrm>
            <a:off x="3298281" y="5645701"/>
            <a:ext cx="289984" cy="493184"/>
          </a:xfrm>
          <a:custGeom>
            <a:avLst/>
            <a:gdLst/>
            <a:ahLst/>
            <a:cxnLst>
              <a:cxn ang="0">
                <a:pos x="124" y="232"/>
              </a:cxn>
              <a:cxn ang="0">
                <a:pos x="12" y="232"/>
              </a:cxn>
              <a:cxn ang="0">
                <a:pos x="0" y="220"/>
              </a:cxn>
              <a:cxn ang="0">
                <a:pos x="0" y="12"/>
              </a:cxn>
              <a:cxn ang="0">
                <a:pos x="12" y="0"/>
              </a:cxn>
              <a:cxn ang="0">
                <a:pos x="124" y="0"/>
              </a:cxn>
              <a:cxn ang="0">
                <a:pos x="136" y="12"/>
              </a:cxn>
              <a:cxn ang="0">
                <a:pos x="136" y="220"/>
              </a:cxn>
              <a:cxn ang="0">
                <a:pos x="124" y="232"/>
              </a:cxn>
              <a:cxn ang="0">
                <a:pos x="68" y="220"/>
              </a:cxn>
              <a:cxn ang="0">
                <a:pos x="76" y="212"/>
              </a:cxn>
              <a:cxn ang="0">
                <a:pos x="68" y="204"/>
              </a:cxn>
              <a:cxn ang="0">
                <a:pos x="60" y="212"/>
              </a:cxn>
              <a:cxn ang="0">
                <a:pos x="68" y="220"/>
              </a:cxn>
              <a:cxn ang="0">
                <a:pos x="124" y="24"/>
              </a:cxn>
              <a:cxn ang="0">
                <a:pos x="120" y="24"/>
              </a:cxn>
              <a:cxn ang="0">
                <a:pos x="16" y="24"/>
              </a:cxn>
              <a:cxn ang="0">
                <a:pos x="12" y="24"/>
              </a:cxn>
              <a:cxn ang="0">
                <a:pos x="12" y="192"/>
              </a:cxn>
              <a:cxn ang="0">
                <a:pos x="16" y="192"/>
              </a:cxn>
              <a:cxn ang="0">
                <a:pos x="120" y="192"/>
              </a:cxn>
              <a:cxn ang="0">
                <a:pos x="124" y="192"/>
              </a:cxn>
              <a:cxn ang="0">
                <a:pos x="124" y="24"/>
              </a:cxn>
            </a:cxnLst>
            <a:rect l="0" t="0" r="r" b="b"/>
            <a:pathLst>
              <a:path w="136" h="232">
                <a:moveTo>
                  <a:pt x="124" y="232"/>
                </a:moveTo>
                <a:cubicBezTo>
                  <a:pt x="12" y="232"/>
                  <a:pt x="12" y="232"/>
                  <a:pt x="12" y="232"/>
                </a:cubicBezTo>
                <a:cubicBezTo>
                  <a:pt x="5" y="232"/>
                  <a:pt x="0" y="227"/>
                  <a:pt x="0" y="220"/>
                </a:cubicBezTo>
                <a:cubicBezTo>
                  <a:pt x="0" y="12"/>
                  <a:pt x="0" y="12"/>
                  <a:pt x="0" y="12"/>
                </a:cubicBezTo>
                <a:cubicBezTo>
                  <a:pt x="0" y="5"/>
                  <a:pt x="5" y="0"/>
                  <a:pt x="12" y="0"/>
                </a:cubicBezTo>
                <a:cubicBezTo>
                  <a:pt x="124" y="0"/>
                  <a:pt x="124" y="0"/>
                  <a:pt x="124" y="0"/>
                </a:cubicBezTo>
                <a:cubicBezTo>
                  <a:pt x="131" y="0"/>
                  <a:pt x="136" y="5"/>
                  <a:pt x="136" y="12"/>
                </a:cubicBezTo>
                <a:cubicBezTo>
                  <a:pt x="136" y="220"/>
                  <a:pt x="136" y="220"/>
                  <a:pt x="136" y="220"/>
                </a:cubicBezTo>
                <a:cubicBezTo>
                  <a:pt x="136" y="227"/>
                  <a:pt x="131" y="232"/>
                  <a:pt x="124" y="232"/>
                </a:cubicBezTo>
                <a:moveTo>
                  <a:pt x="68" y="220"/>
                </a:moveTo>
                <a:cubicBezTo>
                  <a:pt x="72" y="220"/>
                  <a:pt x="76" y="216"/>
                  <a:pt x="76" y="212"/>
                </a:cubicBezTo>
                <a:cubicBezTo>
                  <a:pt x="76" y="208"/>
                  <a:pt x="72" y="204"/>
                  <a:pt x="68" y="204"/>
                </a:cubicBezTo>
                <a:cubicBezTo>
                  <a:pt x="64" y="204"/>
                  <a:pt x="60" y="208"/>
                  <a:pt x="60" y="212"/>
                </a:cubicBezTo>
                <a:cubicBezTo>
                  <a:pt x="60" y="216"/>
                  <a:pt x="64" y="220"/>
                  <a:pt x="68" y="220"/>
                </a:cubicBezTo>
                <a:moveTo>
                  <a:pt x="124" y="24"/>
                </a:moveTo>
                <a:cubicBezTo>
                  <a:pt x="120" y="24"/>
                  <a:pt x="120" y="24"/>
                  <a:pt x="120" y="24"/>
                </a:cubicBezTo>
                <a:cubicBezTo>
                  <a:pt x="16" y="24"/>
                  <a:pt x="16" y="24"/>
                  <a:pt x="16" y="24"/>
                </a:cubicBezTo>
                <a:cubicBezTo>
                  <a:pt x="12" y="24"/>
                  <a:pt x="12" y="24"/>
                  <a:pt x="12" y="24"/>
                </a:cubicBezTo>
                <a:cubicBezTo>
                  <a:pt x="12" y="192"/>
                  <a:pt x="12" y="192"/>
                  <a:pt x="12" y="192"/>
                </a:cubicBezTo>
                <a:cubicBezTo>
                  <a:pt x="16" y="192"/>
                  <a:pt x="16" y="192"/>
                  <a:pt x="16" y="192"/>
                </a:cubicBezTo>
                <a:cubicBezTo>
                  <a:pt x="120" y="192"/>
                  <a:pt x="120" y="192"/>
                  <a:pt x="120" y="192"/>
                </a:cubicBezTo>
                <a:cubicBezTo>
                  <a:pt x="124" y="192"/>
                  <a:pt x="124" y="192"/>
                  <a:pt x="124" y="192"/>
                </a:cubicBezTo>
                <a:lnTo>
                  <a:pt x="124" y="24"/>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7" name="Oval 56"/>
          <p:cNvSpPr/>
          <p:nvPr/>
        </p:nvSpPr>
        <p:spPr bwMode="auto">
          <a:xfrm>
            <a:off x="2999553" y="3653857"/>
            <a:ext cx="898480" cy="898480"/>
          </a:xfrm>
          <a:prstGeom prst="ellipse">
            <a:avLst/>
          </a:prstGeom>
          <a:noFill/>
          <a:ln w="19050">
            <a:solidFill>
              <a:schemeClr val="bg1"/>
            </a:solidFill>
            <a:round/>
            <a:headEnd/>
            <a:tailEnd/>
          </a:ln>
        </p:spPr>
        <p:txBody>
          <a:bodyPr vert="horz" wrap="square" lIns="121920" tIns="60960" rIns="121920" bIns="60960" numCol="1" rtlCol="0" anchor="t" anchorCtr="0" compatLnSpc="1">
            <a:prstTxWarp prst="textNoShape">
              <a:avLst/>
            </a:prstTxWarp>
          </a:bodyPr>
          <a:lstStyle/>
          <a:p>
            <a:pPr algn="ctr"/>
            <a:endParaRPr lang="en-US" sz="3200" dirty="0"/>
          </a:p>
        </p:txBody>
      </p:sp>
      <p:sp>
        <p:nvSpPr>
          <p:cNvPr id="58" name="Oval 57"/>
          <p:cNvSpPr/>
          <p:nvPr/>
        </p:nvSpPr>
        <p:spPr bwMode="auto">
          <a:xfrm>
            <a:off x="2999553" y="5443053"/>
            <a:ext cx="898480" cy="898480"/>
          </a:xfrm>
          <a:prstGeom prst="ellipse">
            <a:avLst/>
          </a:prstGeom>
          <a:noFill/>
          <a:ln w="19050">
            <a:solidFill>
              <a:schemeClr val="bg1"/>
            </a:solidFill>
            <a:round/>
            <a:headEnd/>
            <a:tailEnd/>
          </a:ln>
        </p:spPr>
        <p:txBody>
          <a:bodyPr vert="horz" wrap="square" lIns="121920" tIns="60960" rIns="121920" bIns="60960" numCol="1" rtlCol="0" anchor="t" anchorCtr="0" compatLnSpc="1">
            <a:prstTxWarp prst="textNoShape">
              <a:avLst/>
            </a:prstTxWarp>
          </a:bodyPr>
          <a:lstStyle/>
          <a:p>
            <a:pPr algn="ctr"/>
            <a:endParaRPr lang="en-US" sz="3200" dirty="0"/>
          </a:p>
        </p:txBody>
      </p:sp>
      <p:sp>
        <p:nvSpPr>
          <p:cNvPr id="18" name="Rectangle : avec coins arrondis en diagonale 17">
            <a:extLst>
              <a:ext uri="{FF2B5EF4-FFF2-40B4-BE49-F238E27FC236}">
                <a16:creationId xmlns:a16="http://schemas.microsoft.com/office/drawing/2014/main" xmlns="" id="{9B78F06A-432C-5509-2963-47D57C3CBC59}"/>
              </a:ext>
            </a:extLst>
          </p:cNvPr>
          <p:cNvSpPr/>
          <p:nvPr/>
        </p:nvSpPr>
        <p:spPr>
          <a:xfrm>
            <a:off x="316171" y="1233836"/>
            <a:ext cx="3112829" cy="2042764"/>
          </a:xfrm>
          <a:prstGeom prst="round2Diag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marL="285750" indent="-285750">
              <a:lnSpc>
                <a:spcPts val="1750"/>
              </a:lnSpc>
              <a:buFont typeface="Wingdings" panose="05000000000000000000" pitchFamily="2" charset="2"/>
              <a:buChar char="Ø"/>
            </a:pPr>
            <a:endParaRPr lang="en-US" sz="1600" b="1" dirty="0">
              <a:solidFill>
                <a:schemeClr val="accent4"/>
              </a:solidFill>
              <a:latin typeface="Century Gothic" panose="020B0502020202020204" pitchFamily="34" charset="0"/>
              <a:ea typeface="Open Sans Light" panose="020B0306030504020204" pitchFamily="34" charset="0"/>
              <a:cs typeface="Open Sans Light" panose="020B0306030504020204" pitchFamily="34" charset="0"/>
            </a:endParaRPr>
          </a:p>
          <a:p>
            <a:pPr marL="285750" indent="-285750">
              <a:lnSpc>
                <a:spcPts val="1750"/>
              </a:lnSpc>
              <a:buFont typeface="Wingdings" panose="05000000000000000000" pitchFamily="2" charset="2"/>
              <a:buChar char="Ø"/>
            </a:pPr>
            <a:r>
              <a:rPr lang="en-US" sz="2000" b="1" dirty="0">
                <a:solidFill>
                  <a:srgbClr val="0070C0"/>
                </a:solidFill>
                <a:latin typeface="Century Gothic" panose="020B0502020202020204" pitchFamily="34" charset="0"/>
                <a:ea typeface="Open Sans Light" panose="020B0306030504020204" pitchFamily="34" charset="0"/>
                <a:cs typeface="Open Sans Light" panose="020B0306030504020204" pitchFamily="34" charset="0"/>
              </a:rPr>
              <a:t>Actions : </a:t>
            </a:r>
          </a:p>
          <a:p>
            <a:pPr algn="just"/>
            <a:r>
              <a:rPr lang="fr-FR" sz="2000" dirty="0">
                <a:solidFill>
                  <a:schemeClr val="tx1"/>
                </a:solidFill>
                <a:latin typeface="Century Gothic" panose="020B0502020202020204" pitchFamily="34" charset="0"/>
                <a:ea typeface="Times New Roman" panose="02020603050405020304" pitchFamily="18" charset="0"/>
                <a:cs typeface="Times New Roman" panose="02020603050405020304" pitchFamily="18" charset="0"/>
              </a:rPr>
              <a:t>T</a:t>
            </a:r>
            <a:r>
              <a:rPr lang="fr-FR" sz="2000" dirty="0">
                <a:solidFill>
                  <a:schemeClr val="tx1"/>
                </a:solidFill>
                <a:effectLst/>
                <a:latin typeface="Century Gothic" panose="020B0502020202020204" pitchFamily="34" charset="0"/>
                <a:ea typeface="Times New Roman" panose="02020603050405020304" pitchFamily="18" charset="0"/>
                <a:cs typeface="Times New Roman" panose="02020603050405020304" pitchFamily="18" charset="0"/>
              </a:rPr>
              <a:t>itre de propriété  qui donne droit à une part du bénéfice (Dividende).Il s’agit des entités cotées à la BRVM.</a:t>
            </a:r>
            <a:endParaRPr lang="en-US" sz="2000" dirty="0">
              <a:solidFill>
                <a:schemeClr val="tx1"/>
              </a:solidFill>
              <a:latin typeface="Century Gothic" panose="020B0502020202020204" pitchFamily="34" charset="0"/>
              <a:ea typeface="Open Sans Light" panose="020B0306030504020204" pitchFamily="34" charset="0"/>
              <a:cs typeface="Open Sans Light" panose="020B0306030504020204" pitchFamily="34" charset="0"/>
            </a:endParaRPr>
          </a:p>
          <a:p>
            <a:pPr marL="285750" indent="-285750">
              <a:lnSpc>
                <a:spcPts val="1750"/>
              </a:lnSpc>
              <a:buFont typeface="Wingdings" panose="05000000000000000000" pitchFamily="2" charset="2"/>
              <a:buChar char="Ø"/>
            </a:pPr>
            <a:endParaRPr lang="en-US" sz="1600" b="1" dirty="0">
              <a:solidFill>
                <a:schemeClr val="accent4"/>
              </a:solidFill>
              <a:latin typeface="Century Gothic" panose="020B0502020202020204" pitchFamily="34" charset="0"/>
              <a:ea typeface="Open Sans Light" panose="020B0306030504020204" pitchFamily="34" charset="0"/>
              <a:cs typeface="Open Sans Light" panose="020B0306030504020204" pitchFamily="34" charset="0"/>
            </a:endParaRPr>
          </a:p>
        </p:txBody>
      </p:sp>
      <p:sp>
        <p:nvSpPr>
          <p:cNvPr id="19" name="Rectangle : avec coins arrondis en diagonale 18">
            <a:extLst>
              <a:ext uri="{FF2B5EF4-FFF2-40B4-BE49-F238E27FC236}">
                <a16:creationId xmlns:a16="http://schemas.microsoft.com/office/drawing/2014/main" xmlns="" id="{DCB6177C-5956-75E2-3A84-2673A343CAAC}"/>
              </a:ext>
            </a:extLst>
          </p:cNvPr>
          <p:cNvSpPr/>
          <p:nvPr/>
        </p:nvSpPr>
        <p:spPr>
          <a:xfrm>
            <a:off x="3620830" y="1244568"/>
            <a:ext cx="3967252" cy="1825574"/>
          </a:xfrm>
          <a:prstGeom prst="round2Diag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marL="285750" indent="-285750">
              <a:lnSpc>
                <a:spcPts val="1750"/>
              </a:lnSpc>
              <a:buFont typeface="Wingdings" panose="05000000000000000000" pitchFamily="2" charset="2"/>
              <a:buChar char="Ø"/>
            </a:pPr>
            <a:r>
              <a:rPr lang="en-US" sz="2000" b="1" dirty="0">
                <a:solidFill>
                  <a:srgbClr val="0070C0"/>
                </a:solidFill>
                <a:latin typeface="Century Gothic" panose="020B0502020202020204" pitchFamily="34" charset="0"/>
                <a:ea typeface="Open Sans Light" panose="020B0306030504020204" pitchFamily="34" charset="0"/>
                <a:cs typeface="Open Sans Light" panose="020B0306030504020204" pitchFamily="34" charset="0"/>
              </a:rPr>
              <a:t>Obligations  :</a:t>
            </a:r>
          </a:p>
          <a:p>
            <a:pPr algn="just"/>
            <a:r>
              <a:rPr lang="fr-FR" sz="2000" b="1" i="1" dirty="0">
                <a:solidFill>
                  <a:schemeClr val="accent1"/>
                </a:solidFill>
                <a:latin typeface="Century Gothic" panose="020B0502020202020204" pitchFamily="34" charset="0"/>
                <a:ea typeface="Times New Roman" panose="02020603050405020304" pitchFamily="18" charset="0"/>
                <a:cs typeface="Times New Roman" panose="02020603050405020304" pitchFamily="18" charset="0"/>
              </a:rPr>
              <a:t> </a:t>
            </a:r>
            <a:r>
              <a:rPr lang="fr-FR" sz="2000" i="1" dirty="0">
                <a:solidFill>
                  <a:schemeClr val="tx1"/>
                </a:solidFill>
                <a:latin typeface="Century Gothic" panose="020B0502020202020204" pitchFamily="34" charset="0"/>
                <a:ea typeface="Times New Roman" panose="02020603050405020304" pitchFamily="18" charset="0"/>
                <a:cs typeface="Times New Roman" panose="02020603050405020304" pitchFamily="18" charset="0"/>
              </a:rPr>
              <a:t>T</a:t>
            </a:r>
            <a:r>
              <a:rPr lang="fr-FR" sz="2000" i="1" dirty="0">
                <a:solidFill>
                  <a:schemeClr val="tx1"/>
                </a:solidFill>
                <a:effectLst/>
                <a:latin typeface="Century Gothic" panose="020B0502020202020204" pitchFamily="34" charset="0"/>
                <a:ea typeface="Times New Roman" panose="02020603050405020304" pitchFamily="18" charset="0"/>
                <a:cs typeface="Times New Roman" panose="02020603050405020304" pitchFamily="18" charset="0"/>
              </a:rPr>
              <a:t>itre de créance qui donne droit à un interet. Il s’agit des emprunts émis par les Etats de l’UMOA par appel public à l’</a:t>
            </a:r>
            <a:r>
              <a:rPr lang="fr-FR" sz="2000" i="1" dirty="0">
                <a:solidFill>
                  <a:schemeClr val="tx1"/>
                </a:solidFill>
                <a:latin typeface="Century Gothic" panose="020B0502020202020204" pitchFamily="34" charset="0"/>
                <a:ea typeface="Times New Roman" panose="02020603050405020304" pitchFamily="18" charset="0"/>
                <a:cs typeface="Times New Roman" panose="02020603050405020304" pitchFamily="18" charset="0"/>
              </a:rPr>
              <a:t>e</a:t>
            </a:r>
            <a:r>
              <a:rPr lang="fr-FR" sz="2000" i="1" dirty="0">
                <a:solidFill>
                  <a:schemeClr val="tx1"/>
                </a:solidFill>
                <a:effectLst/>
                <a:latin typeface="Century Gothic" panose="020B0502020202020204" pitchFamily="34" charset="0"/>
                <a:ea typeface="Times New Roman" panose="02020603050405020304" pitchFamily="18" charset="0"/>
                <a:cs typeface="Times New Roman" panose="02020603050405020304" pitchFamily="18" charset="0"/>
              </a:rPr>
              <a:t>pargne</a:t>
            </a:r>
            <a:r>
              <a:rPr lang="fr-FR" sz="2000" i="1" dirty="0">
                <a:solidFill>
                  <a:schemeClr val="tx1"/>
                </a:solidFill>
                <a:latin typeface="Century Gothic" panose="020B0502020202020204" pitchFamily="34" charset="0"/>
                <a:ea typeface="Times New Roman" panose="02020603050405020304" pitchFamily="18" charset="0"/>
                <a:cs typeface="Times New Roman" panose="02020603050405020304" pitchFamily="18" charset="0"/>
              </a:rPr>
              <a:t>.</a:t>
            </a:r>
            <a:endParaRPr lang="en-US" sz="2000" dirty="0">
              <a:solidFill>
                <a:schemeClr val="tx1"/>
              </a:solidFill>
              <a:latin typeface="Century Gothic" panose="020B0502020202020204" pitchFamily="34" charset="0"/>
              <a:ea typeface="Open Sans Light" panose="020B0306030504020204" pitchFamily="34" charset="0"/>
              <a:cs typeface="Open Sans Light" panose="020B0306030504020204" pitchFamily="34" charset="0"/>
            </a:endParaRPr>
          </a:p>
        </p:txBody>
      </p:sp>
      <p:sp>
        <p:nvSpPr>
          <p:cNvPr id="20" name="Rectangle : avec coins arrondis en diagonale 19">
            <a:extLst>
              <a:ext uri="{FF2B5EF4-FFF2-40B4-BE49-F238E27FC236}">
                <a16:creationId xmlns:a16="http://schemas.microsoft.com/office/drawing/2014/main" xmlns="" id="{DDB465AD-6514-61ED-34FA-177083593124}"/>
              </a:ext>
            </a:extLst>
          </p:cNvPr>
          <p:cNvSpPr/>
          <p:nvPr/>
        </p:nvSpPr>
        <p:spPr>
          <a:xfrm>
            <a:off x="7563353" y="1178051"/>
            <a:ext cx="4312475" cy="3024664"/>
          </a:xfrm>
          <a:prstGeom prst="round2Diag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marL="285750" indent="-285750">
              <a:lnSpc>
                <a:spcPts val="1750"/>
              </a:lnSpc>
              <a:buFont typeface="Wingdings" panose="05000000000000000000" pitchFamily="2" charset="2"/>
              <a:buChar char="Ø"/>
            </a:pPr>
            <a:endParaRPr lang="fr-FR" sz="1600" b="1" dirty="0">
              <a:solidFill>
                <a:schemeClr val="accent3"/>
              </a:solidFill>
              <a:latin typeface="Century Gothic" panose="020B0502020202020204" pitchFamily="34" charset="0"/>
              <a:ea typeface="Open Sans Light" panose="020B0306030504020204" pitchFamily="34" charset="0"/>
              <a:cs typeface="Open Sans Light" panose="020B0306030504020204" pitchFamily="34" charset="0"/>
            </a:endParaRPr>
          </a:p>
          <a:p>
            <a:pPr marL="285750" indent="-285750">
              <a:buFont typeface="Wingdings" panose="05000000000000000000" pitchFamily="2" charset="2"/>
              <a:buChar char="Ø"/>
            </a:pPr>
            <a:r>
              <a:rPr lang="fr-FR" sz="2000" b="1" dirty="0">
                <a:solidFill>
                  <a:srgbClr val="0070C0"/>
                </a:solidFill>
                <a:latin typeface="Century Gothic" panose="020B0502020202020204" pitchFamily="34" charset="0"/>
                <a:ea typeface="Open Sans Light" panose="020B0306030504020204" pitchFamily="34" charset="0"/>
                <a:cs typeface="Open Sans Light" panose="020B0306030504020204" pitchFamily="34" charset="0"/>
              </a:rPr>
              <a:t>Fonds Commun de Placement:</a:t>
            </a:r>
          </a:p>
          <a:p>
            <a:pPr algn="just"/>
            <a:r>
              <a:rPr lang="fr-FR" sz="2000" b="1" dirty="0">
                <a:solidFill>
                  <a:srgbClr val="92D050"/>
                </a:solidFill>
                <a:latin typeface="Century Gothic" panose="020B0502020202020204" pitchFamily="34" charset="0"/>
                <a:ea typeface="Open Sans Light" panose="020B0306030504020204" pitchFamily="34" charset="0"/>
                <a:cs typeface="Open Sans Light" panose="020B0306030504020204" pitchFamily="34" charset="0"/>
              </a:rPr>
              <a:t> </a:t>
            </a:r>
            <a:r>
              <a:rPr lang="fr-FR" sz="2000" i="1" dirty="0">
                <a:solidFill>
                  <a:schemeClr val="tx1"/>
                </a:solidFill>
                <a:latin typeface="Century Gothic" panose="020B0502020202020204" pitchFamily="34" charset="0"/>
                <a:ea typeface="Times New Roman" panose="02020603050405020304" pitchFamily="18" charset="0"/>
                <a:cs typeface="Times New Roman" panose="02020603050405020304" pitchFamily="18" charset="0"/>
              </a:rPr>
              <a:t>F</a:t>
            </a:r>
            <a:r>
              <a:rPr lang="fr-FR" sz="2000" i="1" dirty="0">
                <a:solidFill>
                  <a:schemeClr val="tx1"/>
                </a:solidFill>
                <a:effectLst/>
                <a:latin typeface="Century Gothic" panose="020B0502020202020204" pitchFamily="34" charset="0"/>
                <a:ea typeface="Times New Roman" panose="02020603050405020304" pitchFamily="18" charset="0"/>
                <a:cs typeface="Times New Roman" panose="02020603050405020304" pitchFamily="18" charset="0"/>
              </a:rPr>
              <a:t>orme d’investissement qui permet à un gestionnaire de fonds agréé de collecter les fonds de divers investisseurs pour investir soit sur les obligations, les actions, ou les deux).</a:t>
            </a:r>
            <a:endParaRPr lang="fr-FR" sz="2000" dirty="0">
              <a:solidFill>
                <a:schemeClr val="tx1"/>
              </a:solidFill>
              <a:latin typeface="Century Gothic" panose="020B0502020202020204" pitchFamily="34" charset="0"/>
              <a:ea typeface="Open Sans Light" panose="020B0306030504020204" pitchFamily="34" charset="0"/>
              <a:cs typeface="Open Sans Light" panose="020B0306030504020204" pitchFamily="34" charset="0"/>
            </a:endParaRPr>
          </a:p>
          <a:p>
            <a:pPr>
              <a:lnSpc>
                <a:spcPts val="1750"/>
              </a:lnSpc>
            </a:pPr>
            <a:endParaRPr lang="fr-FR" sz="1600" b="1" dirty="0">
              <a:solidFill>
                <a:schemeClr val="accent3"/>
              </a:solidFill>
              <a:latin typeface="Century Gothic" panose="020B0502020202020204" pitchFamily="34" charset="0"/>
              <a:ea typeface="Open Sans Light" panose="020B0306030504020204" pitchFamily="34" charset="0"/>
              <a:cs typeface="Open Sans Light" panose="020B0306030504020204" pitchFamily="34" charset="0"/>
            </a:endParaRPr>
          </a:p>
        </p:txBody>
      </p:sp>
      <p:sp>
        <p:nvSpPr>
          <p:cNvPr id="21" name="Title 1">
            <a:extLst>
              <a:ext uri="{FF2B5EF4-FFF2-40B4-BE49-F238E27FC236}">
                <a16:creationId xmlns:a16="http://schemas.microsoft.com/office/drawing/2014/main" xmlns="" id="{C57EE2D4-4A64-BB07-0016-2A5EB00F8F03}"/>
              </a:ext>
            </a:extLst>
          </p:cNvPr>
          <p:cNvSpPr txBox="1">
            <a:spLocks/>
          </p:cNvSpPr>
          <p:nvPr/>
        </p:nvSpPr>
        <p:spPr>
          <a:xfrm>
            <a:off x="1727200" y="518731"/>
            <a:ext cx="10464800" cy="406400"/>
          </a:xfrm>
          <a:prstGeom prst="rect">
            <a:avLst/>
          </a:prstGeom>
        </p:spPr>
        <p:style>
          <a:lnRef idx="1">
            <a:schemeClr val="accent3"/>
          </a:lnRef>
          <a:fillRef idx="2">
            <a:schemeClr val="accent3"/>
          </a:fillRef>
          <a:effectRef idx="1">
            <a:schemeClr val="accent3"/>
          </a:effectRef>
          <a:fontRef idx="minor">
            <a:schemeClr val="dk1"/>
          </a:fontRef>
        </p:style>
        <p:txBody>
          <a:bodyPr lIns="0" tIns="0" rIns="0" bIns="0" anchor="ctr"/>
          <a:lstStyle>
            <a:lvl1pPr algn="ctr" defTabSz="1219170" rtl="0" eaLnBrk="1" latinLnBrk="0" hangingPunct="1">
              <a:spcBef>
                <a:spcPct val="0"/>
              </a:spcBef>
              <a:buNone/>
              <a:defRPr sz="4267" kern="1200">
                <a:solidFill>
                  <a:schemeClr val="bg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2000" b="1" dirty="0">
                <a:solidFill>
                  <a:schemeClr val="tx1"/>
                </a:solidFill>
                <a:latin typeface="Century Gothic" panose="020B0502020202020204" pitchFamily="34" charset="0"/>
              </a:rPr>
              <a:t>3. </a:t>
            </a:r>
            <a:r>
              <a:rPr lang="fr-FR" sz="2000" b="1" dirty="0">
                <a:solidFill>
                  <a:schemeClr val="tx1"/>
                </a:solidFill>
                <a:latin typeface="Century Gothic" panose="020B0502020202020204" pitchFamily="34" charset="0"/>
              </a:rPr>
              <a:t>Que peut-on acheter ou vendre sur  le Marché Financier Régional?</a:t>
            </a:r>
          </a:p>
        </p:txBody>
      </p:sp>
      <p:sp>
        <p:nvSpPr>
          <p:cNvPr id="4" name="Rectangle : avec coins arrondis en diagonale 3">
            <a:extLst>
              <a:ext uri="{FF2B5EF4-FFF2-40B4-BE49-F238E27FC236}">
                <a16:creationId xmlns:a16="http://schemas.microsoft.com/office/drawing/2014/main" xmlns="" id="{59FB2F0A-F861-6BBF-3D35-2E575F668D67}"/>
              </a:ext>
            </a:extLst>
          </p:cNvPr>
          <p:cNvSpPr/>
          <p:nvPr/>
        </p:nvSpPr>
        <p:spPr>
          <a:xfrm>
            <a:off x="203693" y="3897028"/>
            <a:ext cx="3489574" cy="2720910"/>
          </a:xfrm>
          <a:prstGeom prst="round2Diag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a:lnSpc>
                <a:spcPts val="1750"/>
              </a:lnSpc>
            </a:pPr>
            <a:endParaRPr lang="en-US" sz="1600" b="1" dirty="0">
              <a:solidFill>
                <a:schemeClr val="accent3"/>
              </a:solidFill>
              <a:latin typeface="Century Gothic" panose="020B0502020202020204" pitchFamily="34" charset="0"/>
              <a:ea typeface="Open Sans Light" panose="020B0306030504020204" pitchFamily="34" charset="0"/>
              <a:cs typeface="Open Sans Light" panose="020B0306030504020204" pitchFamily="34" charset="0"/>
            </a:endParaRPr>
          </a:p>
          <a:p>
            <a:pPr marL="285750" indent="-285750">
              <a:lnSpc>
                <a:spcPts val="1750"/>
              </a:lnSpc>
              <a:buFont typeface="Wingdings" panose="05000000000000000000" pitchFamily="2" charset="2"/>
              <a:buChar char="Ø"/>
            </a:pPr>
            <a:endParaRPr lang="en-US" sz="1600" b="1" dirty="0">
              <a:solidFill>
                <a:srgbClr val="92D050"/>
              </a:solidFill>
              <a:latin typeface="Century Gothic" panose="020B0502020202020204" pitchFamily="34" charset="0"/>
              <a:ea typeface="Open Sans Light" panose="020B0306030504020204" pitchFamily="34" charset="0"/>
              <a:cs typeface="Open Sans Light" panose="020B0306030504020204" pitchFamily="34" charset="0"/>
            </a:endParaRPr>
          </a:p>
          <a:p>
            <a:pPr marL="285750" indent="-285750">
              <a:lnSpc>
                <a:spcPts val="1750"/>
              </a:lnSpc>
              <a:buFont typeface="Wingdings" panose="05000000000000000000" pitchFamily="2" charset="2"/>
              <a:buChar char="Ø"/>
            </a:pPr>
            <a:r>
              <a:rPr lang="fr-FR" sz="2000" b="1" dirty="0">
                <a:solidFill>
                  <a:srgbClr val="0070C0"/>
                </a:solidFill>
                <a:latin typeface="Century Gothic" panose="020B0502020202020204" pitchFamily="34" charset="0"/>
                <a:ea typeface="Open Sans Light" panose="020B0306030504020204" pitchFamily="34" charset="0"/>
                <a:cs typeface="Open Sans Light" panose="020B0306030504020204" pitchFamily="34" charset="0"/>
              </a:rPr>
              <a:t>Fonds Commun de Titrisation de Créance:</a:t>
            </a:r>
          </a:p>
          <a:p>
            <a:pPr algn="just">
              <a:lnSpc>
                <a:spcPts val="1750"/>
              </a:lnSpc>
            </a:pPr>
            <a:r>
              <a:rPr lang="fr-FR" sz="2000" b="1" dirty="0">
                <a:solidFill>
                  <a:srgbClr val="92D050"/>
                </a:solidFill>
                <a:latin typeface="Century Gothic" panose="020B0502020202020204" pitchFamily="34" charset="0"/>
                <a:ea typeface="Open Sans Light" panose="020B0306030504020204" pitchFamily="34" charset="0"/>
                <a:cs typeface="Open Sans Light" panose="020B0306030504020204" pitchFamily="34" charset="0"/>
              </a:rPr>
              <a:t> </a:t>
            </a:r>
            <a:r>
              <a:rPr lang="fr-FR" sz="2000" i="1" dirty="0">
                <a:solidFill>
                  <a:schemeClr val="tx1"/>
                </a:solidFill>
                <a:latin typeface="Century Gothic" panose="020B0502020202020204" pitchFamily="34" charset="0"/>
                <a:ea typeface="Open Sans Light" panose="020B0306030504020204" pitchFamily="34" charset="0"/>
                <a:cs typeface="Times New Roman" panose="02020603050405020304" pitchFamily="18" charset="0"/>
              </a:rPr>
              <a:t>Une f</a:t>
            </a:r>
            <a:r>
              <a:rPr lang="fr-FR" sz="2000" i="1" dirty="0">
                <a:solidFill>
                  <a:schemeClr val="tx1"/>
                </a:solidFill>
                <a:effectLst/>
                <a:latin typeface="Century Gothic" panose="020B0502020202020204" pitchFamily="34" charset="0"/>
                <a:ea typeface="Times New Roman" panose="02020603050405020304" pitchFamily="18" charset="0"/>
                <a:cs typeface="Times New Roman" panose="02020603050405020304" pitchFamily="18" charset="0"/>
              </a:rPr>
              <a:t>orme d’investissement, </a:t>
            </a:r>
            <a:r>
              <a:rPr lang="fr-FR" sz="2000" i="1" dirty="0">
                <a:solidFill>
                  <a:schemeClr val="tx1"/>
                </a:solidFill>
                <a:latin typeface="Century Gothic" panose="020B0502020202020204" pitchFamily="34" charset="0"/>
                <a:ea typeface="Times New Roman" panose="02020603050405020304" pitchFamily="18" charset="0"/>
                <a:cs typeface="Times New Roman" panose="02020603050405020304" pitchFamily="18" charset="0"/>
              </a:rPr>
              <a:t>l</a:t>
            </a:r>
            <a:r>
              <a:rPr lang="fr-FR" sz="2000" dirty="0">
                <a:effectLst/>
                <a:latin typeface="Century Gothic" panose="020B0502020202020204" pitchFamily="34" charset="0"/>
                <a:ea typeface="Times New Roman" panose="02020603050405020304" pitchFamily="18" charset="0"/>
                <a:cs typeface="Times New Roman" panose="02020603050405020304" pitchFamily="18" charset="0"/>
              </a:rPr>
              <a:t>e fonds commun de titrisation est le réceptacle des créances cédées par un établissement de crédit qui procède à une opération de titrisation. </a:t>
            </a:r>
          </a:p>
          <a:p>
            <a:pPr algn="just">
              <a:lnSpc>
                <a:spcPts val="1750"/>
              </a:lnSpc>
            </a:pPr>
            <a:endParaRPr lang="en-US" sz="1800" dirty="0">
              <a:solidFill>
                <a:schemeClr val="tx1"/>
              </a:solidFill>
              <a:latin typeface="Century Gothic" panose="020B0502020202020204" pitchFamily="34" charset="0"/>
              <a:ea typeface="Open Sans Light" panose="020B0306030504020204" pitchFamily="34" charset="0"/>
              <a:cs typeface="Open Sans Light" panose="020B0306030504020204" pitchFamily="34" charset="0"/>
            </a:endParaRPr>
          </a:p>
          <a:p>
            <a:pPr>
              <a:lnSpc>
                <a:spcPts val="1750"/>
              </a:lnSpc>
            </a:pPr>
            <a:endParaRPr lang="en-US" sz="1600" b="1" dirty="0">
              <a:solidFill>
                <a:schemeClr val="accent3"/>
              </a:solidFill>
              <a:latin typeface="Century Gothic" panose="020B0502020202020204" pitchFamily="34" charset="0"/>
              <a:ea typeface="Open Sans Light" panose="020B0306030504020204" pitchFamily="34" charset="0"/>
              <a:cs typeface="Open Sans Light" panose="020B0306030504020204" pitchFamily="34" charset="0"/>
            </a:endParaRPr>
          </a:p>
        </p:txBody>
      </p:sp>
      <p:sp>
        <p:nvSpPr>
          <p:cNvPr id="6" name="Rectangle : avec coins arrondis en diagonale 5">
            <a:extLst>
              <a:ext uri="{FF2B5EF4-FFF2-40B4-BE49-F238E27FC236}">
                <a16:creationId xmlns:a16="http://schemas.microsoft.com/office/drawing/2014/main" xmlns="" id="{A6EF3176-4C7B-8A7E-57A7-1780DEE188F5}"/>
              </a:ext>
            </a:extLst>
          </p:cNvPr>
          <p:cNvSpPr/>
          <p:nvPr/>
        </p:nvSpPr>
        <p:spPr>
          <a:xfrm>
            <a:off x="3620830" y="4714389"/>
            <a:ext cx="3881635" cy="1798086"/>
          </a:xfrm>
          <a:prstGeom prst="round2Diag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marL="285750" indent="-285750">
              <a:buFont typeface="Wingdings" panose="05000000000000000000" pitchFamily="2" charset="2"/>
              <a:buChar char="Ø"/>
            </a:pPr>
            <a:r>
              <a:rPr lang="en-US" sz="2000" b="1" dirty="0">
                <a:solidFill>
                  <a:srgbClr val="0070C0"/>
                </a:solidFill>
                <a:latin typeface="Century Gothic" panose="020B0502020202020204" pitchFamily="34" charset="0"/>
                <a:ea typeface="Open Sans Light" panose="020B0306030504020204" pitchFamily="34" charset="0"/>
                <a:cs typeface="Open Sans Light" panose="020B0306030504020204" pitchFamily="34" charset="0"/>
              </a:rPr>
              <a:t>Bon assimilable de </a:t>
            </a:r>
            <a:r>
              <a:rPr lang="en-US" sz="2000" b="1" dirty="0" err="1">
                <a:solidFill>
                  <a:srgbClr val="0070C0"/>
                </a:solidFill>
                <a:latin typeface="Century Gothic" panose="020B0502020202020204" pitchFamily="34" charset="0"/>
                <a:ea typeface="Open Sans Light" panose="020B0306030504020204" pitchFamily="34" charset="0"/>
                <a:cs typeface="Open Sans Light" panose="020B0306030504020204" pitchFamily="34" charset="0"/>
              </a:rPr>
              <a:t>trésor</a:t>
            </a:r>
            <a:r>
              <a:rPr lang="en-US" sz="2000" b="1" dirty="0">
                <a:solidFill>
                  <a:srgbClr val="0070C0"/>
                </a:solidFill>
                <a:latin typeface="Century Gothic" panose="020B0502020202020204" pitchFamily="34" charset="0"/>
                <a:ea typeface="Open Sans Light" panose="020B0306030504020204" pitchFamily="34" charset="0"/>
                <a:cs typeface="Open Sans Light" panose="020B0306030504020204" pitchFamily="34" charset="0"/>
              </a:rPr>
              <a:t> (BAT) :</a:t>
            </a:r>
            <a:endParaRPr lang="fr-FR" sz="2000" i="1" dirty="0">
              <a:solidFill>
                <a:srgbClr val="0070C0"/>
              </a:solidFill>
              <a:latin typeface="Century Gothic" panose="020B0502020202020204" pitchFamily="34" charset="0"/>
              <a:ea typeface="Times New Roman" panose="02020603050405020304" pitchFamily="18" charset="0"/>
              <a:cs typeface="Times New Roman" panose="02020603050405020304" pitchFamily="18" charset="0"/>
            </a:endParaRPr>
          </a:p>
          <a:p>
            <a:pPr algn="just"/>
            <a:r>
              <a:rPr lang="fr-FR" sz="2000" i="1" dirty="0">
                <a:solidFill>
                  <a:schemeClr val="tx1"/>
                </a:solidFill>
                <a:latin typeface="Century Gothic" panose="020B0502020202020204" pitchFamily="34" charset="0"/>
                <a:ea typeface="Times New Roman" panose="02020603050405020304" pitchFamily="18" charset="0"/>
                <a:cs typeface="Times New Roman" panose="02020603050405020304" pitchFamily="18" charset="0"/>
              </a:rPr>
              <a:t>Ce sont des titres de créances à court terme émis par l'Etat par voie d'adjudication</a:t>
            </a:r>
          </a:p>
          <a:p>
            <a:pPr algn="just">
              <a:lnSpc>
                <a:spcPts val="1750"/>
              </a:lnSpc>
            </a:pPr>
            <a:endParaRPr lang="en-US" sz="1200" dirty="0">
              <a:solidFill>
                <a:schemeClr val="tx1"/>
              </a:solidFill>
              <a:latin typeface="Century Gothic" panose="020B0502020202020204" pitchFamily="34" charset="0"/>
              <a:ea typeface="Open Sans Light" panose="020B0306030504020204" pitchFamily="34" charset="0"/>
              <a:cs typeface="Open Sans Light" panose="020B0306030504020204" pitchFamily="34" charset="0"/>
            </a:endParaRPr>
          </a:p>
        </p:txBody>
      </p:sp>
      <p:sp>
        <p:nvSpPr>
          <p:cNvPr id="7" name="Rectangle : avec coins arrondis en diagonale 6">
            <a:extLst>
              <a:ext uri="{FF2B5EF4-FFF2-40B4-BE49-F238E27FC236}">
                <a16:creationId xmlns:a16="http://schemas.microsoft.com/office/drawing/2014/main" xmlns="" id="{ED64FA9D-68D1-D31A-DB8E-1BBF3203E359}"/>
              </a:ext>
            </a:extLst>
          </p:cNvPr>
          <p:cNvSpPr/>
          <p:nvPr/>
        </p:nvSpPr>
        <p:spPr>
          <a:xfrm>
            <a:off x="7657125" y="4393180"/>
            <a:ext cx="4084117" cy="1602600"/>
          </a:xfrm>
          <a:prstGeom prst="round2Diag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marL="285750" indent="-285750">
              <a:lnSpc>
                <a:spcPts val="1750"/>
              </a:lnSpc>
              <a:buFont typeface="Wingdings" panose="05000000000000000000" pitchFamily="2" charset="2"/>
              <a:buChar char="Ø"/>
            </a:pPr>
            <a:r>
              <a:rPr lang="en-US" sz="1800" b="1" dirty="0">
                <a:solidFill>
                  <a:srgbClr val="0070C0"/>
                </a:solidFill>
                <a:latin typeface="Century Gothic" panose="020B0502020202020204" pitchFamily="34" charset="0"/>
                <a:ea typeface="Open Sans Light" panose="020B0306030504020204" pitchFamily="34" charset="0"/>
                <a:cs typeface="Open Sans Light" panose="020B0306030504020204" pitchFamily="34" charset="0"/>
              </a:rPr>
              <a:t>Obligations assimilable de </a:t>
            </a:r>
            <a:r>
              <a:rPr lang="en-US" sz="1800" b="1" dirty="0" err="1">
                <a:solidFill>
                  <a:srgbClr val="0070C0"/>
                </a:solidFill>
                <a:latin typeface="Century Gothic" panose="020B0502020202020204" pitchFamily="34" charset="0"/>
                <a:ea typeface="Open Sans Light" panose="020B0306030504020204" pitchFamily="34" charset="0"/>
                <a:cs typeface="Open Sans Light" panose="020B0306030504020204" pitchFamily="34" charset="0"/>
              </a:rPr>
              <a:t>trésor</a:t>
            </a:r>
            <a:r>
              <a:rPr lang="en-US" sz="1800" b="1" dirty="0">
                <a:solidFill>
                  <a:srgbClr val="0070C0"/>
                </a:solidFill>
                <a:latin typeface="Century Gothic" panose="020B0502020202020204" pitchFamily="34" charset="0"/>
                <a:ea typeface="Open Sans Light" panose="020B0306030504020204" pitchFamily="34" charset="0"/>
                <a:cs typeface="Open Sans Light" panose="020B0306030504020204" pitchFamily="34" charset="0"/>
              </a:rPr>
              <a:t> :</a:t>
            </a:r>
          </a:p>
          <a:p>
            <a:pPr algn="just">
              <a:lnSpc>
                <a:spcPts val="1750"/>
              </a:lnSpc>
            </a:pPr>
            <a:r>
              <a:rPr lang="fr-FR" sz="1800" b="1" i="1" dirty="0">
                <a:solidFill>
                  <a:schemeClr val="accent1"/>
                </a:solidFill>
                <a:latin typeface="Century Gothic" panose="020B0502020202020204" pitchFamily="34" charset="0"/>
                <a:ea typeface="Times New Roman" panose="02020603050405020304" pitchFamily="18" charset="0"/>
                <a:cs typeface="Times New Roman" panose="02020603050405020304" pitchFamily="18" charset="0"/>
              </a:rPr>
              <a:t> </a:t>
            </a:r>
            <a:r>
              <a:rPr lang="fr-FR" sz="1800" i="1" dirty="0">
                <a:solidFill>
                  <a:schemeClr val="tx1"/>
                </a:solidFill>
                <a:latin typeface="Century Gothic" panose="020B0502020202020204" pitchFamily="34" charset="0"/>
                <a:ea typeface="Times New Roman" panose="02020603050405020304" pitchFamily="18" charset="0"/>
                <a:cs typeface="Times New Roman" panose="02020603050405020304" pitchFamily="18" charset="0"/>
              </a:rPr>
              <a:t>Ce sont des titres de créances à moyen et long terme émis par l'Etat par voie d'adjudication</a:t>
            </a:r>
            <a:endParaRPr lang="en-US" sz="1800" dirty="0">
              <a:solidFill>
                <a:schemeClr val="tx1"/>
              </a:solidFill>
              <a:latin typeface="Century Gothic" panose="020B0502020202020204" pitchFamily="34" charset="0"/>
              <a:ea typeface="Open Sans Light" panose="020B0306030504020204" pitchFamily="34" charset="0"/>
              <a:cs typeface="Open Sans Light" panose="020B0306030504020204" pitchFamily="34" charset="0"/>
            </a:endParaRPr>
          </a:p>
        </p:txBody>
      </p:sp>
      <p:pic>
        <p:nvPicPr>
          <p:cNvPr id="9" name="Image 8" descr="Une image contenant texte, ordinateur, ordinateur portable&#10;&#10;Description générée automatiquement">
            <a:extLst>
              <a:ext uri="{FF2B5EF4-FFF2-40B4-BE49-F238E27FC236}">
                <a16:creationId xmlns:a16="http://schemas.microsoft.com/office/drawing/2014/main" xmlns="" id="{6F91EAA9-A656-8484-8F74-3063EFCE31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67870" y="3189247"/>
            <a:ext cx="3967252" cy="1407224"/>
          </a:xfrm>
          <a:prstGeom prst="rect">
            <a:avLst/>
          </a:prstGeom>
        </p:spPr>
      </p:pic>
    </p:spTree>
    <p:extLst>
      <p:ext uri="{BB962C8B-B14F-4D97-AF65-F5344CB8AC3E}">
        <p14:creationId xmlns:p14="http://schemas.microsoft.com/office/powerpoint/2010/main" val="227946937"/>
      </p:ext>
    </p:extLst>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right)">
                                      <p:cBhvr>
                                        <p:cTn id="7" dur="500"/>
                                        <p:tgtEl>
                                          <p:spTgt spid="2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50"/>
                                        </p:tgtEl>
                                        <p:attrNameLst>
                                          <p:attrName>style.visibility</p:attrName>
                                        </p:attrNameLst>
                                      </p:cBhvr>
                                      <p:to>
                                        <p:strVal val="visible"/>
                                      </p:to>
                                    </p:set>
                                    <p:anim calcmode="lin" valueType="num">
                                      <p:cBhvr>
                                        <p:cTn id="11" dur="500" fill="hold"/>
                                        <p:tgtEl>
                                          <p:spTgt spid="50"/>
                                        </p:tgtEl>
                                        <p:attrNameLst>
                                          <p:attrName>ppt_w</p:attrName>
                                        </p:attrNameLst>
                                      </p:cBhvr>
                                      <p:tavLst>
                                        <p:tav tm="0">
                                          <p:val>
                                            <p:fltVal val="0"/>
                                          </p:val>
                                        </p:tav>
                                        <p:tav tm="100000">
                                          <p:val>
                                            <p:strVal val="#ppt_w"/>
                                          </p:val>
                                        </p:tav>
                                      </p:tavLst>
                                    </p:anim>
                                    <p:anim calcmode="lin" valueType="num">
                                      <p:cBhvr>
                                        <p:cTn id="12" dur="500" fill="hold"/>
                                        <p:tgtEl>
                                          <p:spTgt spid="50"/>
                                        </p:tgtEl>
                                        <p:attrNameLst>
                                          <p:attrName>ppt_h</p:attrName>
                                        </p:attrNameLst>
                                      </p:cBhvr>
                                      <p:tavLst>
                                        <p:tav tm="0">
                                          <p:val>
                                            <p:fltVal val="0"/>
                                          </p:val>
                                        </p:tav>
                                        <p:tav tm="100000">
                                          <p:val>
                                            <p:strVal val="#ppt_h"/>
                                          </p:val>
                                        </p:tav>
                                      </p:tavLst>
                                    </p:anim>
                                    <p:animEffect transition="in" filter="fade">
                                      <p:cBhvr>
                                        <p:cTn id="13" dur="500"/>
                                        <p:tgtEl>
                                          <p:spTgt spid="50"/>
                                        </p:tgtEl>
                                      </p:cBhvr>
                                    </p:animEffect>
                                  </p:childTnLst>
                                </p:cTn>
                              </p:par>
                            </p:childTnLst>
                          </p:cTn>
                        </p:par>
                        <p:par>
                          <p:cTn id="14" fill="hold">
                            <p:stCondLst>
                              <p:cond delay="1000"/>
                            </p:stCondLst>
                            <p:childTnLst>
                              <p:par>
                                <p:cTn id="15" presetID="22" presetClass="entr" presetSubtype="2" fill="hold" grpId="0" nodeType="after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wipe(right)">
                                      <p:cBhvr>
                                        <p:cTn id="17" dur="500"/>
                                        <p:tgtEl>
                                          <p:spTgt spid="32"/>
                                        </p:tgtEl>
                                      </p:cBhvr>
                                    </p:animEffect>
                                  </p:childTnLst>
                                </p:cTn>
                              </p:par>
                            </p:childTnLst>
                          </p:cTn>
                        </p:par>
                        <p:par>
                          <p:cTn id="18" fill="hold">
                            <p:stCondLst>
                              <p:cond delay="1500"/>
                            </p:stCondLst>
                            <p:childTnLst>
                              <p:par>
                                <p:cTn id="19" presetID="22" presetClass="entr" presetSubtype="2" fill="hold"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wipe(right)">
                                      <p:cBhvr>
                                        <p:cTn id="21" dur="500"/>
                                        <p:tgtEl>
                                          <p:spTgt spid="27"/>
                                        </p:tgtEl>
                                      </p:cBhvr>
                                    </p:animEffect>
                                  </p:childTnLst>
                                </p:cTn>
                              </p:par>
                            </p:childTnLst>
                          </p:cTn>
                        </p:par>
                        <p:par>
                          <p:cTn id="22" fill="hold">
                            <p:stCondLst>
                              <p:cond delay="2000"/>
                            </p:stCondLst>
                            <p:childTnLst>
                              <p:par>
                                <p:cTn id="23" presetID="53" presetClass="entr" presetSubtype="16" fill="hold" grpId="0" nodeType="afterEffect">
                                  <p:stCondLst>
                                    <p:cond delay="0"/>
                                  </p:stCondLst>
                                  <p:childTnLst>
                                    <p:set>
                                      <p:cBhvr>
                                        <p:cTn id="24" dur="1" fill="hold">
                                          <p:stCondLst>
                                            <p:cond delay="0"/>
                                          </p:stCondLst>
                                        </p:cTn>
                                        <p:tgtEl>
                                          <p:spTgt spid="57"/>
                                        </p:tgtEl>
                                        <p:attrNameLst>
                                          <p:attrName>style.visibility</p:attrName>
                                        </p:attrNameLst>
                                      </p:cBhvr>
                                      <p:to>
                                        <p:strVal val="visible"/>
                                      </p:to>
                                    </p:set>
                                    <p:anim calcmode="lin" valueType="num">
                                      <p:cBhvr>
                                        <p:cTn id="25" dur="500" fill="hold"/>
                                        <p:tgtEl>
                                          <p:spTgt spid="57"/>
                                        </p:tgtEl>
                                        <p:attrNameLst>
                                          <p:attrName>ppt_w</p:attrName>
                                        </p:attrNameLst>
                                      </p:cBhvr>
                                      <p:tavLst>
                                        <p:tav tm="0">
                                          <p:val>
                                            <p:fltVal val="0"/>
                                          </p:val>
                                        </p:tav>
                                        <p:tav tm="100000">
                                          <p:val>
                                            <p:strVal val="#ppt_w"/>
                                          </p:val>
                                        </p:tav>
                                      </p:tavLst>
                                    </p:anim>
                                    <p:anim calcmode="lin" valueType="num">
                                      <p:cBhvr>
                                        <p:cTn id="26" dur="500" fill="hold"/>
                                        <p:tgtEl>
                                          <p:spTgt spid="57"/>
                                        </p:tgtEl>
                                        <p:attrNameLst>
                                          <p:attrName>ppt_h</p:attrName>
                                        </p:attrNameLst>
                                      </p:cBhvr>
                                      <p:tavLst>
                                        <p:tav tm="0">
                                          <p:val>
                                            <p:fltVal val="0"/>
                                          </p:val>
                                        </p:tav>
                                        <p:tav tm="100000">
                                          <p:val>
                                            <p:strVal val="#ppt_h"/>
                                          </p:val>
                                        </p:tav>
                                      </p:tavLst>
                                    </p:anim>
                                    <p:animEffect transition="in" filter="fade">
                                      <p:cBhvr>
                                        <p:cTn id="27" dur="500"/>
                                        <p:tgtEl>
                                          <p:spTgt spid="57"/>
                                        </p:tgtEl>
                                      </p:cBhvr>
                                    </p:animEffect>
                                  </p:childTnLst>
                                </p:cTn>
                              </p:par>
                            </p:childTnLst>
                          </p:cTn>
                        </p:par>
                        <p:par>
                          <p:cTn id="28" fill="hold">
                            <p:stCondLst>
                              <p:cond delay="2500"/>
                            </p:stCondLst>
                            <p:childTnLst>
                              <p:par>
                                <p:cTn id="29" presetID="53" presetClass="entr" presetSubtype="16" fill="hold" grpId="0" nodeType="after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p:cTn id="31" dur="500" fill="hold"/>
                                        <p:tgtEl>
                                          <p:spTgt spid="53"/>
                                        </p:tgtEl>
                                        <p:attrNameLst>
                                          <p:attrName>ppt_w</p:attrName>
                                        </p:attrNameLst>
                                      </p:cBhvr>
                                      <p:tavLst>
                                        <p:tav tm="0">
                                          <p:val>
                                            <p:fltVal val="0"/>
                                          </p:val>
                                        </p:tav>
                                        <p:tav tm="100000">
                                          <p:val>
                                            <p:strVal val="#ppt_w"/>
                                          </p:val>
                                        </p:tav>
                                      </p:tavLst>
                                    </p:anim>
                                    <p:anim calcmode="lin" valueType="num">
                                      <p:cBhvr>
                                        <p:cTn id="32" dur="500" fill="hold"/>
                                        <p:tgtEl>
                                          <p:spTgt spid="53"/>
                                        </p:tgtEl>
                                        <p:attrNameLst>
                                          <p:attrName>ppt_h</p:attrName>
                                        </p:attrNameLst>
                                      </p:cBhvr>
                                      <p:tavLst>
                                        <p:tav tm="0">
                                          <p:val>
                                            <p:fltVal val="0"/>
                                          </p:val>
                                        </p:tav>
                                        <p:tav tm="100000">
                                          <p:val>
                                            <p:strVal val="#ppt_h"/>
                                          </p:val>
                                        </p:tav>
                                      </p:tavLst>
                                    </p:anim>
                                    <p:animEffect transition="in" filter="fade">
                                      <p:cBhvr>
                                        <p:cTn id="33" dur="500"/>
                                        <p:tgtEl>
                                          <p:spTgt spid="53"/>
                                        </p:tgtEl>
                                      </p:cBhvr>
                                    </p:animEffect>
                                  </p:childTnLst>
                                </p:cTn>
                              </p:par>
                            </p:childTnLst>
                          </p:cTn>
                        </p:par>
                        <p:par>
                          <p:cTn id="34" fill="hold">
                            <p:stCondLst>
                              <p:cond delay="3000"/>
                            </p:stCondLst>
                            <p:childTnLst>
                              <p:par>
                                <p:cTn id="35" presetID="22" presetClass="entr" presetSubtype="2" fill="hold" nodeType="after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wipe(right)">
                                      <p:cBhvr>
                                        <p:cTn id="37" dur="500"/>
                                        <p:tgtEl>
                                          <p:spTgt spid="26"/>
                                        </p:tgtEl>
                                      </p:cBhvr>
                                    </p:animEffect>
                                  </p:childTnLst>
                                </p:cTn>
                              </p:par>
                            </p:childTnLst>
                          </p:cTn>
                        </p:par>
                        <p:par>
                          <p:cTn id="38" fill="hold">
                            <p:stCondLst>
                              <p:cond delay="3500"/>
                            </p:stCondLst>
                            <p:childTnLst>
                              <p:par>
                                <p:cTn id="39" presetID="53" presetClass="entr" presetSubtype="16" fill="hold" grpId="0" nodeType="afterEffect">
                                  <p:stCondLst>
                                    <p:cond delay="0"/>
                                  </p:stCondLst>
                                  <p:childTnLst>
                                    <p:set>
                                      <p:cBhvr>
                                        <p:cTn id="40" dur="1" fill="hold">
                                          <p:stCondLst>
                                            <p:cond delay="0"/>
                                          </p:stCondLst>
                                        </p:cTn>
                                        <p:tgtEl>
                                          <p:spTgt spid="58"/>
                                        </p:tgtEl>
                                        <p:attrNameLst>
                                          <p:attrName>style.visibility</p:attrName>
                                        </p:attrNameLst>
                                      </p:cBhvr>
                                      <p:to>
                                        <p:strVal val="visible"/>
                                      </p:to>
                                    </p:set>
                                    <p:anim calcmode="lin" valueType="num">
                                      <p:cBhvr>
                                        <p:cTn id="41" dur="500" fill="hold"/>
                                        <p:tgtEl>
                                          <p:spTgt spid="58"/>
                                        </p:tgtEl>
                                        <p:attrNameLst>
                                          <p:attrName>ppt_w</p:attrName>
                                        </p:attrNameLst>
                                      </p:cBhvr>
                                      <p:tavLst>
                                        <p:tav tm="0">
                                          <p:val>
                                            <p:fltVal val="0"/>
                                          </p:val>
                                        </p:tav>
                                        <p:tav tm="100000">
                                          <p:val>
                                            <p:strVal val="#ppt_w"/>
                                          </p:val>
                                        </p:tav>
                                      </p:tavLst>
                                    </p:anim>
                                    <p:anim calcmode="lin" valueType="num">
                                      <p:cBhvr>
                                        <p:cTn id="42" dur="500" fill="hold"/>
                                        <p:tgtEl>
                                          <p:spTgt spid="58"/>
                                        </p:tgtEl>
                                        <p:attrNameLst>
                                          <p:attrName>ppt_h</p:attrName>
                                        </p:attrNameLst>
                                      </p:cBhvr>
                                      <p:tavLst>
                                        <p:tav tm="0">
                                          <p:val>
                                            <p:fltVal val="0"/>
                                          </p:val>
                                        </p:tav>
                                        <p:tav tm="100000">
                                          <p:val>
                                            <p:strVal val="#ppt_h"/>
                                          </p:val>
                                        </p:tav>
                                      </p:tavLst>
                                    </p:anim>
                                    <p:animEffect transition="in" filter="fade">
                                      <p:cBhvr>
                                        <p:cTn id="43" dur="500"/>
                                        <p:tgtEl>
                                          <p:spTgt spid="58"/>
                                        </p:tgtEl>
                                      </p:cBhvr>
                                    </p:animEffect>
                                  </p:childTnLst>
                                </p:cTn>
                              </p:par>
                            </p:childTnLst>
                          </p:cTn>
                        </p:par>
                        <p:par>
                          <p:cTn id="44" fill="hold">
                            <p:stCondLst>
                              <p:cond delay="4000"/>
                            </p:stCondLst>
                            <p:childTnLst>
                              <p:par>
                                <p:cTn id="45" presetID="53" presetClass="entr" presetSubtype="16" fill="hold" grpId="0" nodeType="afterEffect">
                                  <p:stCondLst>
                                    <p:cond delay="0"/>
                                  </p:stCondLst>
                                  <p:childTnLst>
                                    <p:set>
                                      <p:cBhvr>
                                        <p:cTn id="46" dur="1" fill="hold">
                                          <p:stCondLst>
                                            <p:cond delay="0"/>
                                          </p:stCondLst>
                                        </p:cTn>
                                        <p:tgtEl>
                                          <p:spTgt spid="55"/>
                                        </p:tgtEl>
                                        <p:attrNameLst>
                                          <p:attrName>style.visibility</p:attrName>
                                        </p:attrNameLst>
                                      </p:cBhvr>
                                      <p:to>
                                        <p:strVal val="visible"/>
                                      </p:to>
                                    </p:set>
                                    <p:anim calcmode="lin" valueType="num">
                                      <p:cBhvr>
                                        <p:cTn id="47" dur="500" fill="hold"/>
                                        <p:tgtEl>
                                          <p:spTgt spid="55"/>
                                        </p:tgtEl>
                                        <p:attrNameLst>
                                          <p:attrName>ppt_w</p:attrName>
                                        </p:attrNameLst>
                                      </p:cBhvr>
                                      <p:tavLst>
                                        <p:tav tm="0">
                                          <p:val>
                                            <p:fltVal val="0"/>
                                          </p:val>
                                        </p:tav>
                                        <p:tav tm="100000">
                                          <p:val>
                                            <p:strVal val="#ppt_w"/>
                                          </p:val>
                                        </p:tav>
                                      </p:tavLst>
                                    </p:anim>
                                    <p:anim calcmode="lin" valueType="num">
                                      <p:cBhvr>
                                        <p:cTn id="48" dur="500" fill="hold"/>
                                        <p:tgtEl>
                                          <p:spTgt spid="55"/>
                                        </p:tgtEl>
                                        <p:attrNameLst>
                                          <p:attrName>ppt_h</p:attrName>
                                        </p:attrNameLst>
                                      </p:cBhvr>
                                      <p:tavLst>
                                        <p:tav tm="0">
                                          <p:val>
                                            <p:fltVal val="0"/>
                                          </p:val>
                                        </p:tav>
                                        <p:tav tm="100000">
                                          <p:val>
                                            <p:strVal val="#ppt_h"/>
                                          </p:val>
                                        </p:tav>
                                      </p:tavLst>
                                    </p:anim>
                                    <p:animEffect transition="in" filter="fade">
                                      <p:cBhvr>
                                        <p:cTn id="49" dur="500"/>
                                        <p:tgtEl>
                                          <p:spTgt spid="55"/>
                                        </p:tgtEl>
                                      </p:cBhvr>
                                    </p:animEffect>
                                  </p:childTnLst>
                                </p:cTn>
                              </p:par>
                            </p:childTnLst>
                          </p:cTn>
                        </p:par>
                        <p:par>
                          <p:cTn id="50" fill="hold">
                            <p:stCondLst>
                              <p:cond delay="4500"/>
                            </p:stCondLst>
                            <p:childTnLst>
                              <p:par>
                                <p:cTn id="51" presetID="22" presetClass="entr" presetSubtype="2" fill="hold" grpId="0" nodeType="after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wipe(right)">
                                      <p:cBhvr>
                                        <p:cTn id="53" dur="500"/>
                                        <p:tgtEl>
                                          <p:spTgt spid="34"/>
                                        </p:tgtEl>
                                      </p:cBhvr>
                                    </p:animEffect>
                                  </p:childTnLst>
                                </p:cTn>
                              </p:par>
                            </p:childTnLst>
                          </p:cTn>
                        </p:par>
                        <p:par>
                          <p:cTn id="54" fill="hold">
                            <p:stCondLst>
                              <p:cond delay="5000"/>
                            </p:stCondLst>
                            <p:childTnLst>
                              <p:par>
                                <p:cTn id="55" presetID="22" presetClass="entr" presetSubtype="8" fill="hold" nodeType="afterEffect">
                                  <p:stCondLst>
                                    <p:cond delay="0"/>
                                  </p:stCondLst>
                                  <p:childTnLst>
                                    <p:set>
                                      <p:cBhvr>
                                        <p:cTn id="56" dur="1" fill="hold">
                                          <p:stCondLst>
                                            <p:cond delay="0"/>
                                          </p:stCondLst>
                                        </p:cTn>
                                        <p:tgtEl>
                                          <p:spTgt spid="36"/>
                                        </p:tgtEl>
                                        <p:attrNameLst>
                                          <p:attrName>style.visibility</p:attrName>
                                        </p:attrNameLst>
                                      </p:cBhvr>
                                      <p:to>
                                        <p:strVal val="visible"/>
                                      </p:to>
                                    </p:set>
                                    <p:animEffect transition="in" filter="wipe(left)">
                                      <p:cBhvr>
                                        <p:cTn id="57" dur="500"/>
                                        <p:tgtEl>
                                          <p:spTgt spid="36"/>
                                        </p:tgtEl>
                                      </p:cBhvr>
                                    </p:animEffect>
                                  </p:childTnLst>
                                </p:cTn>
                              </p:par>
                            </p:childTnLst>
                          </p:cTn>
                        </p:par>
                        <p:par>
                          <p:cTn id="58" fill="hold">
                            <p:stCondLst>
                              <p:cond delay="5500"/>
                            </p:stCondLst>
                            <p:childTnLst>
                              <p:par>
                                <p:cTn id="59" presetID="53" presetClass="entr" presetSubtype="16" fill="hold" grpId="0" nodeType="afterEffect">
                                  <p:stCondLst>
                                    <p:cond delay="0"/>
                                  </p:stCondLst>
                                  <p:childTnLst>
                                    <p:set>
                                      <p:cBhvr>
                                        <p:cTn id="60" dur="1" fill="hold">
                                          <p:stCondLst>
                                            <p:cond delay="0"/>
                                          </p:stCondLst>
                                        </p:cTn>
                                        <p:tgtEl>
                                          <p:spTgt spid="54"/>
                                        </p:tgtEl>
                                        <p:attrNameLst>
                                          <p:attrName>style.visibility</p:attrName>
                                        </p:attrNameLst>
                                      </p:cBhvr>
                                      <p:to>
                                        <p:strVal val="visible"/>
                                      </p:to>
                                    </p:set>
                                    <p:anim calcmode="lin" valueType="num">
                                      <p:cBhvr>
                                        <p:cTn id="61" dur="500" fill="hold"/>
                                        <p:tgtEl>
                                          <p:spTgt spid="54"/>
                                        </p:tgtEl>
                                        <p:attrNameLst>
                                          <p:attrName>ppt_w</p:attrName>
                                        </p:attrNameLst>
                                      </p:cBhvr>
                                      <p:tavLst>
                                        <p:tav tm="0">
                                          <p:val>
                                            <p:fltVal val="0"/>
                                          </p:val>
                                        </p:tav>
                                        <p:tav tm="100000">
                                          <p:val>
                                            <p:strVal val="#ppt_w"/>
                                          </p:val>
                                        </p:tav>
                                      </p:tavLst>
                                    </p:anim>
                                    <p:anim calcmode="lin" valueType="num">
                                      <p:cBhvr>
                                        <p:cTn id="62" dur="500" fill="hold"/>
                                        <p:tgtEl>
                                          <p:spTgt spid="54"/>
                                        </p:tgtEl>
                                        <p:attrNameLst>
                                          <p:attrName>ppt_h</p:attrName>
                                        </p:attrNameLst>
                                      </p:cBhvr>
                                      <p:tavLst>
                                        <p:tav tm="0">
                                          <p:val>
                                            <p:fltVal val="0"/>
                                          </p:val>
                                        </p:tav>
                                        <p:tav tm="100000">
                                          <p:val>
                                            <p:strVal val="#ppt_h"/>
                                          </p:val>
                                        </p:tav>
                                      </p:tavLst>
                                    </p:anim>
                                    <p:animEffect transition="in" filter="fade">
                                      <p:cBhvr>
                                        <p:cTn id="63" dur="500"/>
                                        <p:tgtEl>
                                          <p:spTgt spid="54"/>
                                        </p:tgtEl>
                                      </p:cBhvr>
                                    </p:animEffect>
                                  </p:childTnLst>
                                </p:cTn>
                              </p:par>
                            </p:childTnLst>
                          </p:cTn>
                        </p:par>
                        <p:par>
                          <p:cTn id="64" fill="hold">
                            <p:stCondLst>
                              <p:cond delay="6000"/>
                            </p:stCondLst>
                            <p:childTnLst>
                              <p:par>
                                <p:cTn id="65" presetID="22" presetClass="entr" presetSubtype="8" fill="hold" grpId="0" nodeType="afterEffect">
                                  <p:stCondLst>
                                    <p:cond delay="0"/>
                                  </p:stCondLst>
                                  <p:childTnLst>
                                    <p:set>
                                      <p:cBhvr>
                                        <p:cTn id="66" dur="1" fill="hold">
                                          <p:stCondLst>
                                            <p:cond delay="0"/>
                                          </p:stCondLst>
                                        </p:cTn>
                                        <p:tgtEl>
                                          <p:spTgt spid="45"/>
                                        </p:tgtEl>
                                        <p:attrNameLst>
                                          <p:attrName>style.visibility</p:attrName>
                                        </p:attrNameLst>
                                      </p:cBhvr>
                                      <p:to>
                                        <p:strVal val="visible"/>
                                      </p:to>
                                    </p:set>
                                    <p:animEffect transition="in" filter="wipe(left)">
                                      <p:cBhvr>
                                        <p:cTn id="67" dur="500"/>
                                        <p:tgtEl>
                                          <p:spTgt spid="45"/>
                                        </p:tgtEl>
                                      </p:cBhvr>
                                    </p:animEffect>
                                  </p:childTnLst>
                                </p:cTn>
                              </p:par>
                            </p:childTnLst>
                          </p:cTn>
                        </p:par>
                        <p:par>
                          <p:cTn id="68" fill="hold">
                            <p:stCondLst>
                              <p:cond delay="6500"/>
                            </p:stCondLst>
                            <p:childTnLst>
                              <p:par>
                                <p:cTn id="69" presetID="22" presetClass="entr" presetSubtype="8" fill="hold" nodeType="afterEffect">
                                  <p:stCondLst>
                                    <p:cond delay="0"/>
                                  </p:stCondLst>
                                  <p:childTnLst>
                                    <p:set>
                                      <p:cBhvr>
                                        <p:cTn id="70" dur="1" fill="hold">
                                          <p:stCondLst>
                                            <p:cond delay="0"/>
                                          </p:stCondLst>
                                        </p:cTn>
                                        <p:tgtEl>
                                          <p:spTgt spid="38"/>
                                        </p:tgtEl>
                                        <p:attrNameLst>
                                          <p:attrName>style.visibility</p:attrName>
                                        </p:attrNameLst>
                                      </p:cBhvr>
                                      <p:to>
                                        <p:strVal val="visible"/>
                                      </p:to>
                                    </p:set>
                                    <p:animEffect transition="in" filter="wipe(left)">
                                      <p:cBhvr>
                                        <p:cTn id="71" dur="500"/>
                                        <p:tgtEl>
                                          <p:spTgt spid="38"/>
                                        </p:tgtEl>
                                      </p:cBhvr>
                                    </p:animEffect>
                                  </p:childTnLst>
                                </p:cTn>
                              </p:par>
                            </p:childTnLst>
                          </p:cTn>
                        </p:par>
                        <p:par>
                          <p:cTn id="72" fill="hold">
                            <p:stCondLst>
                              <p:cond delay="7000"/>
                            </p:stCondLst>
                            <p:childTnLst>
                              <p:par>
                                <p:cTn id="73" presetID="53" presetClass="entr" presetSubtype="16" fill="hold" grpId="0" nodeType="afterEffect">
                                  <p:stCondLst>
                                    <p:cond delay="0"/>
                                  </p:stCondLst>
                                  <p:childTnLst>
                                    <p:set>
                                      <p:cBhvr>
                                        <p:cTn id="74" dur="1" fill="hold">
                                          <p:stCondLst>
                                            <p:cond delay="0"/>
                                          </p:stCondLst>
                                        </p:cTn>
                                        <p:tgtEl>
                                          <p:spTgt spid="52"/>
                                        </p:tgtEl>
                                        <p:attrNameLst>
                                          <p:attrName>style.visibility</p:attrName>
                                        </p:attrNameLst>
                                      </p:cBhvr>
                                      <p:to>
                                        <p:strVal val="visible"/>
                                      </p:to>
                                    </p:set>
                                    <p:anim calcmode="lin" valueType="num">
                                      <p:cBhvr>
                                        <p:cTn id="75" dur="500" fill="hold"/>
                                        <p:tgtEl>
                                          <p:spTgt spid="52"/>
                                        </p:tgtEl>
                                        <p:attrNameLst>
                                          <p:attrName>ppt_w</p:attrName>
                                        </p:attrNameLst>
                                      </p:cBhvr>
                                      <p:tavLst>
                                        <p:tav tm="0">
                                          <p:val>
                                            <p:fltVal val="0"/>
                                          </p:val>
                                        </p:tav>
                                        <p:tav tm="100000">
                                          <p:val>
                                            <p:strVal val="#ppt_w"/>
                                          </p:val>
                                        </p:tav>
                                      </p:tavLst>
                                    </p:anim>
                                    <p:anim calcmode="lin" valueType="num">
                                      <p:cBhvr>
                                        <p:cTn id="76" dur="500" fill="hold"/>
                                        <p:tgtEl>
                                          <p:spTgt spid="52"/>
                                        </p:tgtEl>
                                        <p:attrNameLst>
                                          <p:attrName>ppt_h</p:attrName>
                                        </p:attrNameLst>
                                      </p:cBhvr>
                                      <p:tavLst>
                                        <p:tav tm="0">
                                          <p:val>
                                            <p:fltVal val="0"/>
                                          </p:val>
                                        </p:tav>
                                        <p:tav tm="100000">
                                          <p:val>
                                            <p:strVal val="#ppt_h"/>
                                          </p:val>
                                        </p:tav>
                                      </p:tavLst>
                                    </p:anim>
                                    <p:animEffect transition="in" filter="fade">
                                      <p:cBhvr>
                                        <p:cTn id="77"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4" grpId="0"/>
      <p:bldP spid="45" grpId="0"/>
      <p:bldP spid="50" grpId="0" animBg="1"/>
      <p:bldP spid="52" grpId="0" animBg="1"/>
      <p:bldP spid="53" grpId="0" animBg="1"/>
      <p:bldP spid="54" grpId="0" animBg="1"/>
      <p:bldP spid="55" grpId="0" animBg="1"/>
      <p:bldP spid="57" grpId="0" animBg="1"/>
      <p:bldP spid="5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56FE3A13-0DA0-7E41-2358-079CC3B0D3A7}"/>
              </a:ext>
            </a:extLst>
          </p:cNvPr>
          <p:cNvSpPr txBox="1">
            <a:spLocks/>
          </p:cNvSpPr>
          <p:nvPr/>
        </p:nvSpPr>
        <p:spPr>
          <a:xfrm>
            <a:off x="1727200" y="527050"/>
            <a:ext cx="10464800" cy="399768"/>
          </a:xfrm>
          <a:prstGeom prst="rect">
            <a:avLst/>
          </a:prstGeom>
        </p:spPr>
        <p:style>
          <a:lnRef idx="1">
            <a:schemeClr val="accent3"/>
          </a:lnRef>
          <a:fillRef idx="2">
            <a:schemeClr val="accent3"/>
          </a:fillRef>
          <a:effectRef idx="1">
            <a:schemeClr val="accent3"/>
          </a:effectRef>
          <a:fontRef idx="minor">
            <a:schemeClr val="dk1"/>
          </a:fontRef>
        </p:style>
        <p:txBody>
          <a:bodyPr lIns="0" tIns="0" rIns="0" bIns="0" anchor="ctr"/>
          <a:lstStyle>
            <a:lvl1pPr algn="ctr" defTabSz="914400" rtl="0" eaLnBrk="1" latinLnBrk="0" hangingPunct="1">
              <a:spcBef>
                <a:spcPct val="0"/>
              </a:spcBef>
              <a:buNone/>
              <a:defRPr sz="3200" kern="1200">
                <a:solidFill>
                  <a:schemeClr val="bg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2000" b="1" dirty="0">
                <a:solidFill>
                  <a:schemeClr val="tx1"/>
                </a:solidFill>
                <a:latin typeface="Century Gothic" panose="020B0502020202020204" pitchFamily="34" charset="0"/>
              </a:rPr>
              <a:t>4.1. </a:t>
            </a:r>
            <a:r>
              <a:rPr lang="fr-FR" sz="2000" b="1" dirty="0">
                <a:solidFill>
                  <a:schemeClr val="tx1"/>
                </a:solidFill>
                <a:latin typeface="Century Gothic" panose="020B0502020202020204" pitchFamily="34" charset="0"/>
              </a:rPr>
              <a:t>Comment est organisé le Marché Financier Régional ?</a:t>
            </a:r>
          </a:p>
        </p:txBody>
      </p:sp>
      <p:sp>
        <p:nvSpPr>
          <p:cNvPr id="2" name="Rectangle 1">
            <a:extLst>
              <a:ext uri="{FF2B5EF4-FFF2-40B4-BE49-F238E27FC236}">
                <a16:creationId xmlns:a16="http://schemas.microsoft.com/office/drawing/2014/main" xmlns="" id="{EECF7FDC-CBC6-D96E-3EF1-2B453C86CDE3}"/>
              </a:ext>
            </a:extLst>
          </p:cNvPr>
          <p:cNvSpPr/>
          <p:nvPr/>
        </p:nvSpPr>
        <p:spPr bwMode="auto">
          <a:xfrm>
            <a:off x="381000" y="1195251"/>
            <a:ext cx="10210802" cy="4467498"/>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just"/>
            <a:endParaRPr lang="fr-FR" sz="1100" b="1" dirty="0">
              <a:solidFill>
                <a:srgbClr val="0070C0"/>
              </a:solidFill>
              <a:latin typeface="Century Gothic" panose="020B0502020202020204" pitchFamily="34" charset="0"/>
            </a:endParaRPr>
          </a:p>
          <a:p>
            <a:pPr algn="just"/>
            <a:r>
              <a:rPr lang="fr-FR" sz="2100" b="1" dirty="0">
                <a:solidFill>
                  <a:srgbClr val="0070C0"/>
                </a:solidFill>
                <a:latin typeface="Century Gothic" panose="020B0502020202020204" pitchFamily="34" charset="0"/>
              </a:rPr>
              <a:t>                         La Bourse Régionale des Valeurs Mobilières est une institution financière spécialisée créée le 18 décembre 1996 conformément à une décision du Conseil des Ministres de l'UEMOA prise en décembre 1993</a:t>
            </a:r>
            <a:r>
              <a:rPr lang="fr-FR" sz="2100" dirty="0">
                <a:latin typeface="Century Gothic" panose="020B0502020202020204" pitchFamily="34" charset="0"/>
              </a:rPr>
              <a:t>. Elle est commune à l’ensemble des huit (8) pays de l’Union Economique et Monétaire Ouest Africaine (UEMOA) à savoir : le </a:t>
            </a:r>
            <a:r>
              <a:rPr lang="fr-FR" sz="2100" b="1" dirty="0">
                <a:latin typeface="Century Gothic" panose="020B0502020202020204" pitchFamily="34" charset="0"/>
              </a:rPr>
              <a:t>BENIN, le BURKINA FASO, la COTE D’IVOIRE,  la GUINEE-BISSAU, le MALI, le NIGER, le SENEGAL </a:t>
            </a:r>
            <a:r>
              <a:rPr lang="fr-FR" sz="2100" dirty="0">
                <a:latin typeface="Century Gothic" panose="020B0502020202020204" pitchFamily="34" charset="0"/>
              </a:rPr>
              <a:t>et le </a:t>
            </a:r>
            <a:r>
              <a:rPr lang="fr-FR" sz="2100" b="1" dirty="0">
                <a:latin typeface="Century Gothic" panose="020B0502020202020204" pitchFamily="34" charset="0"/>
              </a:rPr>
              <a:t>TOGO</a:t>
            </a:r>
            <a:r>
              <a:rPr lang="fr-FR" sz="2100" dirty="0">
                <a:latin typeface="Century Gothic" panose="020B0502020202020204" pitchFamily="34" charset="0"/>
              </a:rPr>
              <a:t> avec des </a:t>
            </a:r>
            <a:r>
              <a:rPr lang="fr-FR" sz="2100" b="1" dirty="0">
                <a:latin typeface="Century Gothic" panose="020B0502020202020204" pitchFamily="34" charset="0"/>
              </a:rPr>
              <a:t>Antennes nationales dans les locaux des chambres de commerces et d’industrie</a:t>
            </a:r>
            <a:r>
              <a:rPr lang="fr-FR" sz="2100" dirty="0">
                <a:latin typeface="Century Gothic" panose="020B0502020202020204" pitchFamily="34" charset="0"/>
              </a:rPr>
              <a:t>. Elle a pour principales missions :</a:t>
            </a:r>
          </a:p>
          <a:p>
            <a:pPr marL="285750" indent="-285750" algn="just">
              <a:buFont typeface="Wingdings" panose="05000000000000000000" pitchFamily="2" charset="2"/>
              <a:buChar char="§"/>
            </a:pPr>
            <a:r>
              <a:rPr lang="fr-FR" sz="2100" dirty="0">
                <a:solidFill>
                  <a:srgbClr val="0070C0"/>
                </a:solidFill>
                <a:latin typeface="Century Gothic" panose="020B0502020202020204" pitchFamily="34" charset="0"/>
              </a:rPr>
              <a:t>L’organisation du marché boursier ;</a:t>
            </a:r>
          </a:p>
          <a:p>
            <a:pPr marL="285750" indent="-285750" algn="just">
              <a:buFont typeface="Wingdings" panose="05000000000000000000" pitchFamily="2" charset="2"/>
              <a:buChar char="§"/>
            </a:pPr>
            <a:r>
              <a:rPr lang="fr-FR" sz="2100" dirty="0">
                <a:solidFill>
                  <a:srgbClr val="0070C0"/>
                </a:solidFill>
                <a:latin typeface="Century Gothic" panose="020B0502020202020204" pitchFamily="34" charset="0"/>
              </a:rPr>
              <a:t>La cotation et la négociation des valeurs mobilières: (Actions, Obligations) ;</a:t>
            </a:r>
          </a:p>
          <a:p>
            <a:pPr marL="285750" indent="-285750" algn="just">
              <a:buFont typeface="Wingdings" panose="05000000000000000000" pitchFamily="2" charset="2"/>
              <a:buChar char="§"/>
            </a:pPr>
            <a:r>
              <a:rPr lang="fr-FR" sz="2100" dirty="0">
                <a:solidFill>
                  <a:srgbClr val="0070C0"/>
                </a:solidFill>
                <a:latin typeface="Century Gothic" panose="020B0502020202020204" pitchFamily="34" charset="0"/>
              </a:rPr>
              <a:t>La diffusion des informations boursières ;</a:t>
            </a:r>
          </a:p>
          <a:p>
            <a:pPr marL="285750" indent="-285750" algn="just">
              <a:buFont typeface="Wingdings" panose="05000000000000000000" pitchFamily="2" charset="2"/>
              <a:buChar char="§"/>
            </a:pPr>
            <a:r>
              <a:rPr lang="fr-FR" sz="2100" dirty="0">
                <a:solidFill>
                  <a:srgbClr val="0070C0"/>
                </a:solidFill>
                <a:latin typeface="Century Gothic" panose="020B0502020202020204" pitchFamily="34" charset="0"/>
              </a:rPr>
              <a:t>La promotion et le développement du marché.</a:t>
            </a:r>
          </a:p>
          <a:p>
            <a:pPr algn="just"/>
            <a:r>
              <a:rPr lang="fr-FR" sz="2100" dirty="0">
                <a:solidFill>
                  <a:srgbClr val="0070C0"/>
                </a:solidFill>
                <a:latin typeface="Century Gothic" panose="020B0502020202020204" pitchFamily="34" charset="0"/>
              </a:rPr>
              <a:t>Le siège est à Abidjan, en côte d’ivoir </a:t>
            </a:r>
          </a:p>
          <a:p>
            <a:pPr algn="just"/>
            <a:endParaRPr lang="fr-FR" sz="2000" dirty="0">
              <a:solidFill>
                <a:srgbClr val="0070C0"/>
              </a:solidFill>
              <a:latin typeface="Century Gothic" panose="020B0502020202020204" pitchFamily="34" charset="0"/>
            </a:endParaRPr>
          </a:p>
          <a:p>
            <a:pPr algn="just"/>
            <a:endParaRPr lang="fr-FR" sz="1500" dirty="0">
              <a:latin typeface="Century Gothic" panose="020B0502020202020204" pitchFamily="34" charset="0"/>
            </a:endParaRPr>
          </a:p>
        </p:txBody>
      </p:sp>
      <p:pic>
        <p:nvPicPr>
          <p:cNvPr id="3" name="Image 2" descr="Une image contenant texte, Police, logo, Graphique&#10;&#10;Description générée automatiquement">
            <a:extLst>
              <a:ext uri="{FF2B5EF4-FFF2-40B4-BE49-F238E27FC236}">
                <a16:creationId xmlns:a16="http://schemas.microsoft.com/office/drawing/2014/main" xmlns="" id="{4FC60880-D4B6-7366-A1C4-117223CA471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065067"/>
            <a:ext cx="1963056" cy="685800"/>
          </a:xfrm>
          <a:prstGeom prst="rect">
            <a:avLst/>
          </a:prstGeom>
          <a:noFill/>
          <a:ln>
            <a:noFill/>
          </a:ln>
        </p:spPr>
      </p:pic>
      <p:sp>
        <p:nvSpPr>
          <p:cNvPr id="13" name="Rectangle 12">
            <a:extLst>
              <a:ext uri="{FF2B5EF4-FFF2-40B4-BE49-F238E27FC236}">
                <a16:creationId xmlns:a16="http://schemas.microsoft.com/office/drawing/2014/main" xmlns="" id="{1FD185D7-959A-1E70-A77B-B6AEBC37D742}"/>
              </a:ext>
            </a:extLst>
          </p:cNvPr>
          <p:cNvSpPr/>
          <p:nvPr/>
        </p:nvSpPr>
        <p:spPr bwMode="auto">
          <a:xfrm>
            <a:off x="533398" y="6143898"/>
            <a:ext cx="11430000" cy="387349"/>
          </a:xfrm>
          <a:prstGeom prst="rect">
            <a:avLst/>
          </a:prstGeom>
          <a:ln>
            <a:no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algn="just"/>
            <a:r>
              <a:rPr lang="fr-FR" sz="1400" b="1" u="sng" dirty="0">
                <a:solidFill>
                  <a:srgbClr val="00B050"/>
                </a:solidFill>
                <a:latin typeface="Century Gothic" panose="020B0502020202020204" pitchFamily="34" charset="0"/>
              </a:rPr>
              <a:t>Liens utiles: </a:t>
            </a:r>
          </a:p>
          <a:p>
            <a:pPr marL="285750" indent="-285750" algn="just">
              <a:buFont typeface="Wingdings" panose="05000000000000000000" pitchFamily="2" charset="2"/>
              <a:buChar char="v"/>
            </a:pPr>
            <a:r>
              <a:rPr lang="fr-FR" sz="1000" b="1" dirty="0">
                <a:solidFill>
                  <a:srgbClr val="00B050"/>
                </a:solidFill>
                <a:latin typeface="Century Gothic" panose="020B0502020202020204" pitchFamily="34" charset="0"/>
              </a:rPr>
              <a:t>BRVM:  </a:t>
            </a:r>
            <a:r>
              <a:rPr lang="fr-FR" sz="1000" b="1" dirty="0">
                <a:solidFill>
                  <a:srgbClr val="00B050"/>
                </a:solidFill>
                <a:latin typeface="Century Gothic" panose="020B0502020202020204" pitchFamily="34" charset="0"/>
                <a:hlinkClick r:id="rId3">
                  <a:extLst>
                    <a:ext uri="{A12FA001-AC4F-418D-AE19-62706E023703}">
                      <ahyp:hlinkClr xmlns:ahyp="http://schemas.microsoft.com/office/drawing/2018/hyperlinkcolor" xmlns="" val="tx"/>
                    </a:ext>
                  </a:extLst>
                </a:hlinkClick>
              </a:rPr>
              <a:t>https://www.brvm.org/</a:t>
            </a:r>
            <a:endParaRPr lang="fr-FR" sz="1000" b="1" dirty="0">
              <a:solidFill>
                <a:srgbClr val="00B050"/>
              </a:solidFill>
              <a:latin typeface="Century Gothic" panose="020B0502020202020204" pitchFamily="34" charset="0"/>
            </a:endParaRPr>
          </a:p>
        </p:txBody>
      </p:sp>
    </p:spTree>
    <p:extLst>
      <p:ext uri="{BB962C8B-B14F-4D97-AF65-F5344CB8AC3E}">
        <p14:creationId xmlns:p14="http://schemas.microsoft.com/office/powerpoint/2010/main" val="1488755956"/>
      </p:ext>
    </p:extLst>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56FE3A13-0DA0-7E41-2358-079CC3B0D3A7}"/>
              </a:ext>
            </a:extLst>
          </p:cNvPr>
          <p:cNvSpPr txBox="1">
            <a:spLocks/>
          </p:cNvSpPr>
          <p:nvPr/>
        </p:nvSpPr>
        <p:spPr>
          <a:xfrm>
            <a:off x="1727200" y="527050"/>
            <a:ext cx="10464800" cy="399768"/>
          </a:xfrm>
          <a:prstGeom prst="rect">
            <a:avLst/>
          </a:prstGeom>
        </p:spPr>
        <p:style>
          <a:lnRef idx="1">
            <a:schemeClr val="accent3"/>
          </a:lnRef>
          <a:fillRef idx="2">
            <a:schemeClr val="accent3"/>
          </a:fillRef>
          <a:effectRef idx="1">
            <a:schemeClr val="accent3"/>
          </a:effectRef>
          <a:fontRef idx="minor">
            <a:schemeClr val="dk1"/>
          </a:fontRef>
        </p:style>
        <p:txBody>
          <a:bodyPr lIns="0" tIns="0" rIns="0" bIns="0" anchor="ctr"/>
          <a:lstStyle>
            <a:lvl1pPr algn="ctr" defTabSz="914400" rtl="0" eaLnBrk="1" latinLnBrk="0" hangingPunct="1">
              <a:spcBef>
                <a:spcPct val="0"/>
              </a:spcBef>
              <a:buNone/>
              <a:defRPr sz="3200" kern="1200">
                <a:solidFill>
                  <a:schemeClr val="bg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2000" b="1" dirty="0">
                <a:solidFill>
                  <a:schemeClr val="tx1"/>
                </a:solidFill>
                <a:latin typeface="Century Gothic" panose="020B0502020202020204" pitchFamily="34" charset="0"/>
              </a:rPr>
              <a:t>4.2. </a:t>
            </a:r>
            <a:r>
              <a:rPr lang="fr-FR" sz="2000" b="1" dirty="0">
                <a:solidFill>
                  <a:schemeClr val="tx1"/>
                </a:solidFill>
                <a:latin typeface="Century Gothic" panose="020B0502020202020204" pitchFamily="34" charset="0"/>
              </a:rPr>
              <a:t>Comment est organisé le Marché Financier Régional ?</a:t>
            </a:r>
          </a:p>
        </p:txBody>
      </p:sp>
      <p:sp>
        <p:nvSpPr>
          <p:cNvPr id="7" name="Rectangle 6">
            <a:extLst>
              <a:ext uri="{FF2B5EF4-FFF2-40B4-BE49-F238E27FC236}">
                <a16:creationId xmlns:a16="http://schemas.microsoft.com/office/drawing/2014/main" xmlns="" id="{12A7E4AC-6207-AC75-18B2-D88C6FA71D3F}"/>
              </a:ext>
            </a:extLst>
          </p:cNvPr>
          <p:cNvSpPr/>
          <p:nvPr/>
        </p:nvSpPr>
        <p:spPr bwMode="auto">
          <a:xfrm>
            <a:off x="381000" y="1412589"/>
            <a:ext cx="10464800" cy="4597049"/>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just"/>
            <a:r>
              <a:rPr lang="fr-FR" sz="2000" b="1" dirty="0">
                <a:latin typeface="Century Gothic" panose="020B0502020202020204" pitchFamily="34" charset="0"/>
              </a:rPr>
              <a:t>                      </a:t>
            </a:r>
            <a:r>
              <a:rPr lang="fr-FR" sz="2100" b="1" dirty="0">
                <a:latin typeface="Century Gothic" panose="020B0502020202020204" pitchFamily="34" charset="0"/>
              </a:rPr>
              <a:t>Le DC/BR est chargé de la conservation et de la circulation des   valeurs mobilières dématérialisées dans la zone UEMOA. Il fait office de Banque de Règlement, il peut détenir des encaisses des négociateurs. En sa qualité de Structure Centrale du marché financier régional, le DC/BR assure les missions suivantes :</a:t>
            </a:r>
          </a:p>
          <a:p>
            <a:pPr marL="285750" indent="-285750" algn="just">
              <a:buFont typeface="Wingdings" panose="05000000000000000000" pitchFamily="2" charset="2"/>
              <a:buChar char="§"/>
            </a:pPr>
            <a:r>
              <a:rPr lang="fr-FR" sz="2100" dirty="0">
                <a:solidFill>
                  <a:srgbClr val="0070C0"/>
                </a:solidFill>
                <a:latin typeface="Century Gothic" panose="020B0502020202020204" pitchFamily="34" charset="0"/>
              </a:rPr>
              <a:t>la codification des valeurs mobilières à titre exclusif pour la zone UEMOA ;</a:t>
            </a:r>
          </a:p>
          <a:p>
            <a:pPr marL="285750" indent="-285750" algn="just">
              <a:buFont typeface="Wingdings" panose="05000000000000000000" pitchFamily="2" charset="2"/>
              <a:buChar char="§"/>
            </a:pPr>
            <a:r>
              <a:rPr lang="fr-FR" sz="2100" dirty="0">
                <a:solidFill>
                  <a:srgbClr val="0070C0"/>
                </a:solidFill>
                <a:latin typeface="Century Gothic" panose="020B0502020202020204" pitchFamily="34" charset="0"/>
              </a:rPr>
              <a:t>la centralisation de la conservation des compte-titres pour ses adhérents ;</a:t>
            </a:r>
          </a:p>
          <a:p>
            <a:pPr marL="285750" indent="-285750" algn="just">
              <a:buFont typeface="Wingdings" panose="05000000000000000000" pitchFamily="2" charset="2"/>
              <a:buChar char="§"/>
            </a:pPr>
            <a:r>
              <a:rPr lang="fr-FR" sz="2100" dirty="0">
                <a:solidFill>
                  <a:srgbClr val="0070C0"/>
                </a:solidFill>
                <a:latin typeface="Century Gothic" panose="020B0502020202020204" pitchFamily="34" charset="0"/>
              </a:rPr>
              <a:t>le dénouement des opérations de bourse ;</a:t>
            </a:r>
          </a:p>
          <a:p>
            <a:pPr marL="285750" indent="-285750" algn="just">
              <a:buFont typeface="Wingdings" panose="05000000000000000000" pitchFamily="2" charset="2"/>
              <a:buChar char="§"/>
            </a:pPr>
            <a:r>
              <a:rPr lang="fr-FR" sz="2100" dirty="0">
                <a:solidFill>
                  <a:srgbClr val="0070C0"/>
                </a:solidFill>
                <a:latin typeface="Century Gothic" panose="020B0502020202020204" pitchFamily="34" charset="0"/>
              </a:rPr>
              <a:t>le règlement des soldes résultant des compensations des opérations de marché et le paiement des évènements sur valeurs (intérêts, dividendes, etc.) ;</a:t>
            </a:r>
          </a:p>
          <a:p>
            <a:pPr marL="285750" indent="-285750" algn="just">
              <a:buFont typeface="Wingdings" panose="05000000000000000000" pitchFamily="2" charset="2"/>
              <a:buChar char="§"/>
            </a:pPr>
            <a:r>
              <a:rPr lang="fr-FR" sz="2100" dirty="0">
                <a:solidFill>
                  <a:srgbClr val="0070C0"/>
                </a:solidFill>
                <a:latin typeface="Century Gothic" panose="020B0502020202020204" pitchFamily="34" charset="0"/>
              </a:rPr>
              <a:t>la gestion des opérations sur titres (transferts de titres, nantissement de titres, mise en pension, mains levées de titres, etc. ;</a:t>
            </a:r>
          </a:p>
          <a:p>
            <a:pPr marL="285750" indent="-285750" algn="just">
              <a:buFont typeface="Wingdings" panose="05000000000000000000" pitchFamily="2" charset="2"/>
              <a:buChar char="§"/>
            </a:pPr>
            <a:r>
              <a:rPr lang="fr-FR" sz="2100" dirty="0">
                <a:solidFill>
                  <a:srgbClr val="0070C0"/>
                </a:solidFill>
                <a:latin typeface="Century Gothic" panose="020B0502020202020204" pitchFamily="34" charset="0"/>
              </a:rPr>
              <a:t>la gestion du Fonds de Garantie du Marché.</a:t>
            </a:r>
          </a:p>
        </p:txBody>
      </p:sp>
      <p:pic>
        <p:nvPicPr>
          <p:cNvPr id="9" name="Image 8" descr="Une image contenant texte, Police, logo, Graphique&#10;&#10;Description générée automatiquement">
            <a:extLst>
              <a:ext uri="{FF2B5EF4-FFF2-40B4-BE49-F238E27FC236}">
                <a16:creationId xmlns:a16="http://schemas.microsoft.com/office/drawing/2014/main" xmlns="" id="{D6DA9730-E10B-1576-DDC3-DEA0349444D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20914" y="1058894"/>
            <a:ext cx="1447800" cy="707390"/>
          </a:xfrm>
          <a:prstGeom prst="rect">
            <a:avLst/>
          </a:prstGeom>
          <a:noFill/>
          <a:ln>
            <a:noFill/>
          </a:ln>
        </p:spPr>
      </p:pic>
      <p:sp>
        <p:nvSpPr>
          <p:cNvPr id="13" name="Rectangle 12">
            <a:extLst>
              <a:ext uri="{FF2B5EF4-FFF2-40B4-BE49-F238E27FC236}">
                <a16:creationId xmlns:a16="http://schemas.microsoft.com/office/drawing/2014/main" xmlns="" id="{1FD185D7-959A-1E70-A77B-B6AEBC37D742}"/>
              </a:ext>
            </a:extLst>
          </p:cNvPr>
          <p:cNvSpPr/>
          <p:nvPr/>
        </p:nvSpPr>
        <p:spPr bwMode="auto">
          <a:xfrm>
            <a:off x="533398" y="6143898"/>
            <a:ext cx="11430000" cy="387349"/>
          </a:xfrm>
          <a:prstGeom prst="rect">
            <a:avLst/>
          </a:prstGeom>
          <a:ln>
            <a:no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algn="just"/>
            <a:r>
              <a:rPr lang="fr-FR" sz="1400" b="1" u="sng" dirty="0">
                <a:solidFill>
                  <a:srgbClr val="00B050"/>
                </a:solidFill>
                <a:latin typeface="Century Gothic" panose="020B0502020202020204" pitchFamily="34" charset="0"/>
              </a:rPr>
              <a:t>Liens utiles: </a:t>
            </a:r>
          </a:p>
          <a:p>
            <a:pPr marL="285750" indent="-285750" algn="just">
              <a:buFont typeface="Wingdings" panose="05000000000000000000" pitchFamily="2" charset="2"/>
              <a:buChar char="v"/>
            </a:pPr>
            <a:r>
              <a:rPr lang="fr-FR" sz="1000" b="1" dirty="0">
                <a:solidFill>
                  <a:srgbClr val="00B050"/>
                </a:solidFill>
                <a:latin typeface="Century Gothic" panose="020B0502020202020204" pitchFamily="34" charset="0"/>
              </a:rPr>
              <a:t>DC/BR: </a:t>
            </a:r>
            <a:r>
              <a:rPr lang="fr-FR" sz="1000" b="1" dirty="0">
                <a:solidFill>
                  <a:srgbClr val="00B050"/>
                </a:solidFill>
                <a:latin typeface="Century Gothic" panose="020B0502020202020204" pitchFamily="34" charset="0"/>
                <a:hlinkClick r:id="rId3">
                  <a:extLst>
                    <a:ext uri="{A12FA001-AC4F-418D-AE19-62706E023703}">
                      <ahyp:hlinkClr xmlns:ahyp="http://schemas.microsoft.com/office/drawing/2018/hyperlinkcolor" xmlns="" val="tx"/>
                    </a:ext>
                  </a:extLst>
                </a:hlinkClick>
              </a:rPr>
              <a:t>https://dcbruemoa.org</a:t>
            </a:r>
            <a:endParaRPr lang="fr-FR" sz="1000" b="1" dirty="0">
              <a:solidFill>
                <a:srgbClr val="00B050"/>
              </a:solidFill>
              <a:latin typeface="Century Gothic" panose="020B0502020202020204" pitchFamily="34" charset="0"/>
            </a:endParaRPr>
          </a:p>
        </p:txBody>
      </p:sp>
    </p:spTree>
    <p:extLst>
      <p:ext uri="{BB962C8B-B14F-4D97-AF65-F5344CB8AC3E}">
        <p14:creationId xmlns:p14="http://schemas.microsoft.com/office/powerpoint/2010/main" val="3573759045"/>
      </p:ext>
    </p:extLst>
  </p:cSld>
  <p:clrMapOvr>
    <a:masterClrMapping/>
  </p:clrMapOvr>
  <mc:AlternateContent xmlns:mc="http://schemas.openxmlformats.org/markup-compatibility/2006">
    <mc:Choice xmlns:p14="http://schemas.microsoft.com/office/powerpoint/2010/main" Requires="p14">
      <p:transition spd="slow" p14:dur="1400">
        <p14:ripple/>
      </p:transition>
    </mc:Choice>
    <mc:Fallback>
      <p:transition spd="slow">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56FE3A13-0DA0-7E41-2358-079CC3B0D3A7}"/>
              </a:ext>
            </a:extLst>
          </p:cNvPr>
          <p:cNvSpPr txBox="1">
            <a:spLocks/>
          </p:cNvSpPr>
          <p:nvPr/>
        </p:nvSpPr>
        <p:spPr>
          <a:xfrm>
            <a:off x="1727200" y="527050"/>
            <a:ext cx="10464800" cy="399768"/>
          </a:xfrm>
          <a:prstGeom prst="rect">
            <a:avLst/>
          </a:prstGeom>
        </p:spPr>
        <p:style>
          <a:lnRef idx="1">
            <a:schemeClr val="accent3"/>
          </a:lnRef>
          <a:fillRef idx="2">
            <a:schemeClr val="accent3"/>
          </a:fillRef>
          <a:effectRef idx="1">
            <a:schemeClr val="accent3"/>
          </a:effectRef>
          <a:fontRef idx="minor">
            <a:schemeClr val="dk1"/>
          </a:fontRef>
        </p:style>
        <p:txBody>
          <a:bodyPr lIns="0" tIns="0" rIns="0" bIns="0" anchor="ctr"/>
          <a:lstStyle>
            <a:lvl1pPr algn="ctr" defTabSz="914400" rtl="0" eaLnBrk="1" latinLnBrk="0" hangingPunct="1">
              <a:spcBef>
                <a:spcPct val="0"/>
              </a:spcBef>
              <a:buNone/>
              <a:defRPr sz="3200" kern="1200">
                <a:solidFill>
                  <a:schemeClr val="bg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2000" b="1" dirty="0">
                <a:solidFill>
                  <a:schemeClr val="tx1"/>
                </a:solidFill>
                <a:latin typeface="Century Gothic" panose="020B0502020202020204" pitchFamily="34" charset="0"/>
              </a:rPr>
              <a:t>4.3. </a:t>
            </a:r>
            <a:r>
              <a:rPr lang="fr-FR" sz="2000" b="1" dirty="0">
                <a:solidFill>
                  <a:schemeClr val="tx1"/>
                </a:solidFill>
                <a:latin typeface="Century Gothic" panose="020B0502020202020204" pitchFamily="34" charset="0"/>
              </a:rPr>
              <a:t>Comment est organisé le Marché Financier Régional ?</a:t>
            </a:r>
          </a:p>
        </p:txBody>
      </p:sp>
      <p:sp>
        <p:nvSpPr>
          <p:cNvPr id="11" name="Rectangle 10">
            <a:extLst>
              <a:ext uri="{FF2B5EF4-FFF2-40B4-BE49-F238E27FC236}">
                <a16:creationId xmlns:a16="http://schemas.microsoft.com/office/drawing/2014/main" xmlns="" id="{454CB187-989C-1E65-98D0-276B58E06715}"/>
              </a:ext>
            </a:extLst>
          </p:cNvPr>
          <p:cNvSpPr/>
          <p:nvPr/>
        </p:nvSpPr>
        <p:spPr bwMode="auto">
          <a:xfrm>
            <a:off x="304800" y="1485254"/>
            <a:ext cx="10617200" cy="4635945"/>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just"/>
            <a:r>
              <a:rPr lang="fr-FR" sz="2000" b="1" dirty="0">
                <a:latin typeface="Century Gothic" panose="020B0502020202020204" pitchFamily="34" charset="0"/>
              </a:rPr>
              <a:t>                                L'Autorité des Marchés Financiers (AMF-UMOA) est </a:t>
            </a:r>
            <a:r>
              <a:rPr lang="fr-FR" sz="2000" b="1" dirty="0">
                <a:solidFill>
                  <a:srgbClr val="FF0000"/>
                </a:solidFill>
                <a:latin typeface="Century Gothic" panose="020B0502020202020204" pitchFamily="34" charset="0"/>
              </a:rPr>
              <a:t>l'autorité publique de régulation </a:t>
            </a:r>
            <a:r>
              <a:rPr lang="fr-FR" sz="2000" b="1" dirty="0">
                <a:latin typeface="Century Gothic" panose="020B0502020202020204" pitchFamily="34" charset="0"/>
              </a:rPr>
              <a:t>qui s'assure du bon fonctionnement du marché financier régional. Il a pour mission de veiller à la protection de l'épargne investie en produits financiers, à l'information des investisseurs et au bon fonctionnement des marchés et en tout autre placement donnant lieu à une procédure d’appel public à l’épargne dans l’ensemble des Etats membres de l’Union. Il a été créé le 3 juillet 1996, et  est chargée :  </a:t>
            </a:r>
          </a:p>
          <a:p>
            <a:pPr marL="285750" indent="-285750" algn="just">
              <a:buFont typeface="Wingdings" panose="05000000000000000000" pitchFamily="2" charset="2"/>
              <a:buChar char="§"/>
            </a:pPr>
            <a:r>
              <a:rPr lang="fr-FR" sz="2000" b="1" dirty="0">
                <a:solidFill>
                  <a:srgbClr val="0070C0"/>
                </a:solidFill>
                <a:latin typeface="Century Gothic" panose="020B0502020202020204" pitchFamily="34" charset="0"/>
              </a:rPr>
              <a:t>habiliter les structures de gestion du marché et agréer les intervenants commerciaux,</a:t>
            </a:r>
          </a:p>
          <a:p>
            <a:pPr marL="285750" indent="-285750" algn="just">
              <a:buFont typeface="Wingdings" panose="05000000000000000000" pitchFamily="2" charset="2"/>
              <a:buChar char="§"/>
            </a:pPr>
            <a:r>
              <a:rPr lang="fr-FR" sz="2000" b="1" dirty="0">
                <a:solidFill>
                  <a:srgbClr val="0070C0"/>
                </a:solidFill>
                <a:latin typeface="Century Gothic" panose="020B0502020202020204" pitchFamily="34" charset="0"/>
              </a:rPr>
              <a:t>homologuer les tarifs des intervenants commerciaux notamment les SGI et SGP,</a:t>
            </a:r>
          </a:p>
          <a:p>
            <a:pPr marL="285750" indent="-285750" algn="just">
              <a:buFont typeface="Wingdings" panose="05000000000000000000" pitchFamily="2" charset="2"/>
              <a:buChar char="§"/>
            </a:pPr>
            <a:r>
              <a:rPr lang="fr-FR" sz="2000" b="1" dirty="0">
                <a:solidFill>
                  <a:srgbClr val="0070C0"/>
                </a:solidFill>
                <a:latin typeface="Century Gothic" panose="020B0502020202020204" pitchFamily="34" charset="0"/>
              </a:rPr>
              <a:t>délivrer des cartes professionnelles aux personnes dont l’activité sur le marché le requiert.</a:t>
            </a:r>
          </a:p>
          <a:p>
            <a:pPr marL="285750" indent="-285750" algn="just">
              <a:buFont typeface="Wingdings" panose="05000000000000000000" pitchFamily="2" charset="2"/>
              <a:buChar char="§"/>
            </a:pPr>
            <a:r>
              <a:rPr lang="fr-FR" sz="2000" b="1" dirty="0">
                <a:solidFill>
                  <a:srgbClr val="0070C0"/>
                </a:solidFill>
                <a:latin typeface="Century Gothic" panose="020B0502020202020204" pitchFamily="34" charset="0"/>
              </a:rPr>
              <a:t>contrôle l'activité de tous les intervenants</a:t>
            </a:r>
          </a:p>
          <a:p>
            <a:pPr marL="285750" indent="-285750" algn="just">
              <a:buFont typeface="Wingdings" panose="05000000000000000000" pitchFamily="2" charset="2"/>
              <a:buChar char="§"/>
            </a:pPr>
            <a:r>
              <a:rPr lang="fr-FR" sz="2000" b="1" dirty="0">
                <a:solidFill>
                  <a:srgbClr val="0070C0"/>
                </a:solidFill>
                <a:latin typeface="Century Gothic" panose="020B0502020202020204" pitchFamily="34" charset="0"/>
              </a:rPr>
              <a:t>Prononce des sanctions en cas de non-respect </a:t>
            </a:r>
          </a:p>
        </p:txBody>
      </p:sp>
      <p:pic>
        <p:nvPicPr>
          <p:cNvPr id="12" name="Image 11" descr="Une image contenant texte, Police, logo, symbole&#10;&#10;Description générée automatiquement">
            <a:extLst>
              <a:ext uri="{FF2B5EF4-FFF2-40B4-BE49-F238E27FC236}">
                <a16:creationId xmlns:a16="http://schemas.microsoft.com/office/drawing/2014/main" xmlns="" id="{DF9E6B77-8CC9-9BC2-997E-141711D669D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095350"/>
            <a:ext cx="2230755" cy="742355"/>
          </a:xfrm>
          <a:prstGeom prst="rect">
            <a:avLst/>
          </a:prstGeom>
          <a:noFill/>
          <a:ln>
            <a:noFill/>
          </a:ln>
        </p:spPr>
      </p:pic>
      <p:sp>
        <p:nvSpPr>
          <p:cNvPr id="13" name="Rectangle 12">
            <a:extLst>
              <a:ext uri="{FF2B5EF4-FFF2-40B4-BE49-F238E27FC236}">
                <a16:creationId xmlns:a16="http://schemas.microsoft.com/office/drawing/2014/main" xmlns="" id="{1FD185D7-959A-1E70-A77B-B6AEBC37D742}"/>
              </a:ext>
            </a:extLst>
          </p:cNvPr>
          <p:cNvSpPr/>
          <p:nvPr/>
        </p:nvSpPr>
        <p:spPr bwMode="auto">
          <a:xfrm>
            <a:off x="533400" y="6131065"/>
            <a:ext cx="11430000" cy="399769"/>
          </a:xfrm>
          <a:prstGeom prst="rect">
            <a:avLst/>
          </a:prstGeom>
          <a:ln>
            <a:no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algn="just"/>
            <a:r>
              <a:rPr lang="fr-FR" sz="1400" b="1" u="sng" dirty="0">
                <a:solidFill>
                  <a:srgbClr val="00B050"/>
                </a:solidFill>
                <a:latin typeface="Century Gothic" panose="020B0502020202020204" pitchFamily="34" charset="0"/>
              </a:rPr>
              <a:t>Liens utiles: </a:t>
            </a:r>
          </a:p>
          <a:p>
            <a:pPr marL="285750" indent="-285750" algn="just">
              <a:buFont typeface="Wingdings" panose="05000000000000000000" pitchFamily="2" charset="2"/>
              <a:buChar char="v"/>
            </a:pPr>
            <a:r>
              <a:rPr lang="fr-FR" sz="1000" b="1" dirty="0">
                <a:solidFill>
                  <a:srgbClr val="00B050"/>
                </a:solidFill>
                <a:latin typeface="Century Gothic" panose="020B0502020202020204" pitchFamily="34" charset="0"/>
              </a:rPr>
              <a:t> AMF-UMOA: </a:t>
            </a:r>
            <a:r>
              <a:rPr lang="fr-FR" sz="1000" b="1" dirty="0">
                <a:solidFill>
                  <a:srgbClr val="00B050"/>
                </a:solidFill>
                <a:latin typeface="Century Gothic" panose="020B0502020202020204" pitchFamily="34" charset="0"/>
                <a:hlinkClick r:id="rId3">
                  <a:extLst>
                    <a:ext uri="{A12FA001-AC4F-418D-AE19-62706E023703}">
                      <ahyp:hlinkClr xmlns:ahyp="http://schemas.microsoft.com/office/drawing/2018/hyperlinkcolor" xmlns="" val="tx"/>
                    </a:ext>
                  </a:extLst>
                </a:hlinkClick>
              </a:rPr>
              <a:t>https://www.amf-umoa.org/</a:t>
            </a:r>
            <a:endParaRPr lang="fr-FR" sz="1000" b="1" dirty="0">
              <a:solidFill>
                <a:srgbClr val="0070C0"/>
              </a:solidFill>
              <a:latin typeface="Century Gothic" panose="020B0502020202020204" pitchFamily="34" charset="0"/>
            </a:endParaRPr>
          </a:p>
        </p:txBody>
      </p:sp>
    </p:spTree>
    <p:extLst>
      <p:ext uri="{BB962C8B-B14F-4D97-AF65-F5344CB8AC3E}">
        <p14:creationId xmlns:p14="http://schemas.microsoft.com/office/powerpoint/2010/main" val="1288308184"/>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56FE3A13-0DA0-7E41-2358-079CC3B0D3A7}"/>
              </a:ext>
            </a:extLst>
          </p:cNvPr>
          <p:cNvSpPr txBox="1">
            <a:spLocks/>
          </p:cNvSpPr>
          <p:nvPr/>
        </p:nvSpPr>
        <p:spPr>
          <a:xfrm>
            <a:off x="1727200" y="527050"/>
            <a:ext cx="10464800" cy="399768"/>
          </a:xfrm>
          <a:prstGeom prst="rect">
            <a:avLst/>
          </a:prstGeom>
        </p:spPr>
        <p:style>
          <a:lnRef idx="1">
            <a:schemeClr val="accent3"/>
          </a:lnRef>
          <a:fillRef idx="2">
            <a:schemeClr val="accent3"/>
          </a:fillRef>
          <a:effectRef idx="1">
            <a:schemeClr val="accent3"/>
          </a:effectRef>
          <a:fontRef idx="minor">
            <a:schemeClr val="dk1"/>
          </a:fontRef>
        </p:style>
        <p:txBody>
          <a:bodyPr lIns="0" tIns="0" rIns="0" bIns="0" anchor="ctr"/>
          <a:lstStyle>
            <a:lvl1pPr algn="ctr" defTabSz="914400" rtl="0" eaLnBrk="1" latinLnBrk="0" hangingPunct="1">
              <a:spcBef>
                <a:spcPct val="0"/>
              </a:spcBef>
              <a:buNone/>
              <a:defRPr sz="3200" kern="1200">
                <a:solidFill>
                  <a:schemeClr val="bg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2000" b="1" dirty="0">
                <a:solidFill>
                  <a:schemeClr val="tx1"/>
                </a:solidFill>
                <a:latin typeface="Century Gothic" panose="020B0502020202020204" pitchFamily="34" charset="0"/>
              </a:rPr>
              <a:t>4.4 </a:t>
            </a:r>
            <a:r>
              <a:rPr lang="fr-FR" sz="2000" b="1" dirty="0">
                <a:solidFill>
                  <a:schemeClr val="tx1"/>
                </a:solidFill>
                <a:latin typeface="Century Gothic" panose="020B0502020202020204" pitchFamily="34" charset="0"/>
              </a:rPr>
              <a:t>Comment est organisé le Marché Financier Régional ?</a:t>
            </a:r>
          </a:p>
        </p:txBody>
      </p:sp>
      <p:sp>
        <p:nvSpPr>
          <p:cNvPr id="13" name="Rectangle 12">
            <a:extLst>
              <a:ext uri="{FF2B5EF4-FFF2-40B4-BE49-F238E27FC236}">
                <a16:creationId xmlns:a16="http://schemas.microsoft.com/office/drawing/2014/main" xmlns="" id="{1FD185D7-959A-1E70-A77B-B6AEBC37D742}"/>
              </a:ext>
            </a:extLst>
          </p:cNvPr>
          <p:cNvSpPr/>
          <p:nvPr/>
        </p:nvSpPr>
        <p:spPr bwMode="auto">
          <a:xfrm>
            <a:off x="533400" y="6131065"/>
            <a:ext cx="11430000" cy="399769"/>
          </a:xfrm>
          <a:prstGeom prst="rect">
            <a:avLst/>
          </a:prstGeom>
          <a:ln>
            <a:no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algn="just"/>
            <a:r>
              <a:rPr lang="fr-FR" sz="1400" b="1" u="sng" dirty="0">
                <a:solidFill>
                  <a:srgbClr val="00B050"/>
                </a:solidFill>
                <a:latin typeface="Century Gothic" panose="020B0502020202020204" pitchFamily="34" charset="0"/>
              </a:rPr>
              <a:t>Liens utiles: </a:t>
            </a:r>
          </a:p>
          <a:p>
            <a:pPr marL="285750" indent="-285750" algn="just">
              <a:buFont typeface="Wingdings" panose="05000000000000000000" pitchFamily="2" charset="2"/>
              <a:buChar char="v"/>
            </a:pPr>
            <a:r>
              <a:rPr lang="fr-FR" sz="1000" b="1" dirty="0">
                <a:solidFill>
                  <a:srgbClr val="00B050"/>
                </a:solidFill>
                <a:latin typeface="Century Gothic" panose="020B0502020202020204" pitchFamily="34" charset="0"/>
              </a:rPr>
              <a:t>AUT: https://www.umoatitres.org/fr/</a:t>
            </a:r>
          </a:p>
          <a:p>
            <a:pPr algn="just"/>
            <a:endParaRPr lang="fr-FR" sz="1000" b="1" dirty="0">
              <a:solidFill>
                <a:srgbClr val="00B050"/>
              </a:solidFill>
              <a:latin typeface="Century Gothic" panose="020B0502020202020204" pitchFamily="34" charset="0"/>
            </a:endParaRPr>
          </a:p>
          <a:p>
            <a:pPr algn="just"/>
            <a:endParaRPr lang="fr-FR" sz="1000" b="1" dirty="0">
              <a:solidFill>
                <a:srgbClr val="0070C0"/>
              </a:solidFill>
              <a:latin typeface="Century Gothic" panose="020B0502020202020204" pitchFamily="34" charset="0"/>
            </a:endParaRPr>
          </a:p>
        </p:txBody>
      </p:sp>
      <p:sp>
        <p:nvSpPr>
          <p:cNvPr id="14" name="Rectangle 13">
            <a:extLst>
              <a:ext uri="{FF2B5EF4-FFF2-40B4-BE49-F238E27FC236}">
                <a16:creationId xmlns:a16="http://schemas.microsoft.com/office/drawing/2014/main" xmlns="" id="{B92CB0CC-CEFF-1D7B-9E8F-82B26CBCE8BA}"/>
              </a:ext>
            </a:extLst>
          </p:cNvPr>
          <p:cNvSpPr/>
          <p:nvPr/>
        </p:nvSpPr>
        <p:spPr bwMode="auto">
          <a:xfrm>
            <a:off x="272143" y="1367959"/>
            <a:ext cx="10464800" cy="4581752"/>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just"/>
            <a:r>
              <a:rPr lang="fr-FR" sz="1600" b="1" dirty="0">
                <a:latin typeface="Century Gothic" panose="020B0502020202020204" pitchFamily="34" charset="0"/>
              </a:rPr>
              <a:t>                                      </a:t>
            </a:r>
            <a:r>
              <a:rPr lang="fr-FR" sz="2100" b="1" dirty="0">
                <a:latin typeface="Century Gothic" panose="020B0502020202020204" pitchFamily="34" charset="0"/>
              </a:rPr>
              <a:t>L'UMOA-Titres est l'agence régionale de gestion et de promotion des titres publics de la zone UMOA. Elle est créée par la BCEAO le 15 mars 2013 sur Décision N°CM/UMOA/006/05/2012 du Conseil des Ministres de l’UMOA. </a:t>
            </a:r>
            <a:r>
              <a:rPr lang="fr-FR" sz="2100" b="1" dirty="0">
                <a:solidFill>
                  <a:srgbClr val="0070C0"/>
                </a:solidFill>
                <a:latin typeface="Century Gothic" panose="020B0502020202020204" pitchFamily="34" charset="0"/>
              </a:rPr>
              <a:t>C’est l’unique  Marché régional des Titres Publics, par adjudication, exclusivement dédié au financement des États membres de l’UEMOA. </a:t>
            </a:r>
            <a:r>
              <a:rPr lang="fr-FR" sz="2100" b="1" dirty="0">
                <a:latin typeface="Century Gothic" panose="020B0502020202020204" pitchFamily="34" charset="0"/>
              </a:rPr>
              <a:t>Le rôle principal de l’Agence UMOA-Titres (AUT) est d'apporter son concours aux Etats membres en vue de mobiliser, sur les marchés de capitaux, les ressources nécessaires au financement de leurs politiques de développement économique, à des coûts maîtrisés. Elle assiste les Trésors nationaux dans l’élaboration de leurs stratégies d’émission sur le marché à savoir : </a:t>
            </a:r>
          </a:p>
          <a:p>
            <a:pPr marL="285750" indent="-285750" algn="just">
              <a:buFont typeface="Wingdings" panose="05000000000000000000" pitchFamily="2" charset="2"/>
              <a:buChar char="§"/>
            </a:pPr>
            <a:r>
              <a:rPr lang="fr-FR" sz="2100" b="1" i="1" dirty="0">
                <a:solidFill>
                  <a:srgbClr val="0070C0"/>
                </a:solidFill>
                <a:latin typeface="Century Gothic" panose="020B0502020202020204" pitchFamily="34" charset="0"/>
              </a:rPr>
              <a:t>la gestion opérationnelle des émissions des titres publics ;</a:t>
            </a:r>
          </a:p>
          <a:p>
            <a:pPr marL="285750" indent="-285750" algn="just">
              <a:buFont typeface="Wingdings" panose="05000000000000000000" pitchFamily="2" charset="2"/>
              <a:buChar char="§"/>
            </a:pPr>
            <a:r>
              <a:rPr lang="fr-FR" sz="2100" b="1" i="1" dirty="0">
                <a:solidFill>
                  <a:srgbClr val="0070C0"/>
                </a:solidFill>
                <a:latin typeface="Century Gothic" panose="020B0502020202020204" pitchFamily="34" charset="0"/>
              </a:rPr>
              <a:t>la promotion des titres publics auprès des investisseurs ;</a:t>
            </a:r>
          </a:p>
          <a:p>
            <a:pPr marL="285750" indent="-285750" algn="just">
              <a:buFont typeface="Wingdings" panose="05000000000000000000" pitchFamily="2" charset="2"/>
              <a:buChar char="§"/>
            </a:pPr>
            <a:r>
              <a:rPr lang="fr-FR" sz="2100" b="1" i="1" dirty="0">
                <a:solidFill>
                  <a:srgbClr val="0070C0"/>
                </a:solidFill>
                <a:latin typeface="Century Gothic" panose="020B0502020202020204" pitchFamily="34" charset="0"/>
              </a:rPr>
              <a:t>le placement de leurs excédents de trésoreries.</a:t>
            </a:r>
          </a:p>
        </p:txBody>
      </p:sp>
      <p:pic>
        <p:nvPicPr>
          <p:cNvPr id="22" name="Image 21" descr="Une image contenant texte, Graphique, logo, Police&#10;&#10;Description générée automatiquement">
            <a:extLst>
              <a:ext uri="{FF2B5EF4-FFF2-40B4-BE49-F238E27FC236}">
                <a16:creationId xmlns:a16="http://schemas.microsoft.com/office/drawing/2014/main" xmlns="" id="{8A053777-953C-446E-7F2E-0DBA6A71EEC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04801" y="990599"/>
            <a:ext cx="2133600" cy="812791"/>
          </a:xfrm>
          <a:prstGeom prst="rect">
            <a:avLst/>
          </a:prstGeom>
          <a:noFill/>
          <a:ln>
            <a:noFill/>
          </a:ln>
        </p:spPr>
      </p:pic>
    </p:spTree>
    <p:extLst>
      <p:ext uri="{BB962C8B-B14F-4D97-AF65-F5344CB8AC3E}">
        <p14:creationId xmlns:p14="http://schemas.microsoft.com/office/powerpoint/2010/main" val="4105239860"/>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56FE3A13-0DA0-7E41-2358-079CC3B0D3A7}"/>
              </a:ext>
            </a:extLst>
          </p:cNvPr>
          <p:cNvSpPr txBox="1">
            <a:spLocks/>
          </p:cNvSpPr>
          <p:nvPr/>
        </p:nvSpPr>
        <p:spPr>
          <a:xfrm>
            <a:off x="1727200" y="527050"/>
            <a:ext cx="10464800" cy="399768"/>
          </a:xfrm>
          <a:prstGeom prst="rect">
            <a:avLst/>
          </a:prstGeom>
        </p:spPr>
        <p:style>
          <a:lnRef idx="1">
            <a:schemeClr val="accent3"/>
          </a:lnRef>
          <a:fillRef idx="2">
            <a:schemeClr val="accent3"/>
          </a:fillRef>
          <a:effectRef idx="1">
            <a:schemeClr val="accent3"/>
          </a:effectRef>
          <a:fontRef idx="minor">
            <a:schemeClr val="dk1"/>
          </a:fontRef>
        </p:style>
        <p:txBody>
          <a:bodyPr lIns="0" tIns="0" rIns="0" bIns="0" anchor="ctr"/>
          <a:lstStyle>
            <a:lvl1pPr algn="ctr" defTabSz="914400" rtl="0" eaLnBrk="1" latinLnBrk="0" hangingPunct="1">
              <a:spcBef>
                <a:spcPct val="0"/>
              </a:spcBef>
              <a:buNone/>
              <a:defRPr sz="3200" kern="1200">
                <a:solidFill>
                  <a:schemeClr val="bg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2000" b="1" dirty="0">
                <a:solidFill>
                  <a:schemeClr val="tx1"/>
                </a:solidFill>
                <a:latin typeface="Century Gothic" panose="020B0502020202020204" pitchFamily="34" charset="0"/>
              </a:rPr>
              <a:t>4.5. </a:t>
            </a:r>
            <a:r>
              <a:rPr lang="fr-FR" sz="2000" b="1" dirty="0">
                <a:solidFill>
                  <a:schemeClr val="tx1"/>
                </a:solidFill>
                <a:latin typeface="Century Gothic" panose="020B0502020202020204" pitchFamily="34" charset="0"/>
              </a:rPr>
              <a:t>Comment est organisé le Marché Financier Régional?</a:t>
            </a:r>
          </a:p>
        </p:txBody>
      </p:sp>
      <p:sp>
        <p:nvSpPr>
          <p:cNvPr id="13" name="Rectangle 12">
            <a:extLst>
              <a:ext uri="{FF2B5EF4-FFF2-40B4-BE49-F238E27FC236}">
                <a16:creationId xmlns:a16="http://schemas.microsoft.com/office/drawing/2014/main" xmlns="" id="{1FD185D7-959A-1E70-A77B-B6AEBC37D742}"/>
              </a:ext>
            </a:extLst>
          </p:cNvPr>
          <p:cNvSpPr/>
          <p:nvPr/>
        </p:nvSpPr>
        <p:spPr bwMode="auto">
          <a:xfrm>
            <a:off x="533400" y="6172199"/>
            <a:ext cx="11430000" cy="399770"/>
          </a:xfrm>
          <a:prstGeom prst="rect">
            <a:avLst/>
          </a:prstGeom>
          <a:ln>
            <a:no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algn="just"/>
            <a:r>
              <a:rPr lang="fr-FR" sz="1400" b="1" u="sng" dirty="0">
                <a:solidFill>
                  <a:srgbClr val="0070C0"/>
                </a:solidFill>
                <a:latin typeface="Century Gothic" panose="020B0502020202020204" pitchFamily="34" charset="0"/>
              </a:rPr>
              <a:t>Liens utiles: </a:t>
            </a:r>
          </a:p>
          <a:p>
            <a:pPr marL="285750" indent="-285750" algn="just">
              <a:buFont typeface="Wingdings" panose="05000000000000000000" pitchFamily="2" charset="2"/>
              <a:buChar char="v"/>
            </a:pPr>
            <a:r>
              <a:rPr lang="fr-FR" sz="1000" b="1" dirty="0">
                <a:solidFill>
                  <a:srgbClr val="0070C0"/>
                </a:solidFill>
                <a:latin typeface="Century Gothic" panose="020B0502020202020204" pitchFamily="34" charset="0"/>
              </a:rPr>
              <a:t>BRVM:  </a:t>
            </a:r>
            <a:r>
              <a:rPr lang="fr-FR" sz="1000" b="1" dirty="0">
                <a:solidFill>
                  <a:srgbClr val="0070C0"/>
                </a:solidFill>
                <a:latin typeface="Century Gothic" panose="020B0502020202020204" pitchFamily="34" charset="0"/>
                <a:hlinkClick r:id="rId2">
                  <a:extLst>
                    <a:ext uri="{A12FA001-AC4F-418D-AE19-62706E023703}">
                      <ahyp:hlinkClr xmlns:ahyp="http://schemas.microsoft.com/office/drawing/2018/hyperlinkcolor" xmlns="" val="tx"/>
                    </a:ext>
                  </a:extLst>
                </a:hlinkClick>
              </a:rPr>
              <a:t>https://www.brvm.org</a:t>
            </a:r>
            <a:r>
              <a:rPr lang="fr-FR" sz="1000" b="1" dirty="0">
                <a:solidFill>
                  <a:srgbClr val="FFFFFF"/>
                </a:solidFill>
                <a:latin typeface="Century Gothic" panose="020B0502020202020204" pitchFamily="34" charset="0"/>
                <a:hlinkClick r:id="rId2">
                  <a:extLst>
                    <a:ext uri="{A12FA001-AC4F-418D-AE19-62706E023703}">
                      <ahyp:hlinkClr xmlns:ahyp="http://schemas.microsoft.com/office/drawing/2018/hyperlinkcolor" xmlns="" val="tx"/>
                    </a:ext>
                  </a:extLst>
                </a:hlinkClick>
              </a:rPr>
              <a:t>/</a:t>
            </a:r>
            <a:r>
              <a:rPr lang="fr-FR" sz="1000" b="1" dirty="0">
                <a:solidFill>
                  <a:srgbClr val="FFFFFF"/>
                </a:solidFill>
                <a:latin typeface="Century Gothic" panose="020B0502020202020204" pitchFamily="34" charset="0"/>
              </a:rPr>
              <a:t> </a:t>
            </a:r>
            <a:endParaRPr lang="fr-FR" sz="1000" b="1" dirty="0">
              <a:solidFill>
                <a:srgbClr val="0070C0"/>
              </a:solidFill>
              <a:latin typeface="Century Gothic" panose="020B0502020202020204" pitchFamily="34" charset="0"/>
            </a:endParaRPr>
          </a:p>
          <a:p>
            <a:pPr algn="just"/>
            <a:endParaRPr lang="fr-FR" sz="1000" b="1" dirty="0">
              <a:solidFill>
                <a:srgbClr val="0070C0"/>
              </a:solidFill>
              <a:latin typeface="Century Gothic" panose="020B0502020202020204" pitchFamily="34" charset="0"/>
            </a:endParaRPr>
          </a:p>
          <a:p>
            <a:pPr algn="just"/>
            <a:endParaRPr lang="fr-FR" sz="1000" b="1" dirty="0">
              <a:solidFill>
                <a:srgbClr val="0070C0"/>
              </a:solidFill>
              <a:latin typeface="Century Gothic" panose="020B0502020202020204" pitchFamily="34" charset="0"/>
            </a:endParaRPr>
          </a:p>
        </p:txBody>
      </p:sp>
      <p:sp>
        <p:nvSpPr>
          <p:cNvPr id="6" name="Rectangle 5">
            <a:extLst>
              <a:ext uri="{FF2B5EF4-FFF2-40B4-BE49-F238E27FC236}">
                <a16:creationId xmlns:a16="http://schemas.microsoft.com/office/drawing/2014/main" xmlns="" id="{7DEBE7D6-5C15-8711-6D6F-9186DC146480}"/>
              </a:ext>
            </a:extLst>
          </p:cNvPr>
          <p:cNvSpPr/>
          <p:nvPr/>
        </p:nvSpPr>
        <p:spPr bwMode="auto">
          <a:xfrm>
            <a:off x="304800" y="1676400"/>
            <a:ext cx="10363200" cy="4194420"/>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just"/>
            <a:r>
              <a:rPr lang="fr-FR" sz="1600" b="1" dirty="0">
                <a:latin typeface="Century Gothic" panose="020B0502020202020204" pitchFamily="34" charset="0"/>
              </a:rPr>
              <a:t>                                    </a:t>
            </a:r>
            <a:r>
              <a:rPr lang="fr-FR" sz="2200" b="1" dirty="0">
                <a:latin typeface="Century Gothic" panose="020B0502020202020204" pitchFamily="34" charset="0"/>
              </a:rPr>
              <a:t>La Banque Centrale des Etats de l’Afrique de l’Ouest (BCEAO) est un établissement public international </a:t>
            </a:r>
            <a:r>
              <a:rPr lang="fr-FR" sz="2200" b="1" dirty="0">
                <a:solidFill>
                  <a:srgbClr val="0070C0"/>
                </a:solidFill>
                <a:latin typeface="Century Gothic" panose="020B0502020202020204" pitchFamily="34" charset="0"/>
              </a:rPr>
              <a:t>créé le 12 mai 1962</a:t>
            </a:r>
            <a:r>
              <a:rPr lang="fr-FR" sz="2200" b="1" dirty="0">
                <a:latin typeface="Century Gothic" panose="020B0502020202020204" pitchFamily="34" charset="0"/>
              </a:rPr>
              <a:t>, dont le siège est fixé à Dakar, au Sénégal. Elle est l’Institut d’émission commun aux huit </a:t>
            </a:r>
            <a:r>
              <a:rPr lang="fr-FR" sz="2200" b="1" dirty="0">
                <a:solidFill>
                  <a:srgbClr val="0070C0"/>
                </a:solidFill>
                <a:latin typeface="Century Gothic" panose="020B0502020202020204" pitchFamily="34" charset="0"/>
              </a:rPr>
              <a:t>(8) Etats membres de l’Union Monétaire Ouest Africaine (UMOA)</a:t>
            </a:r>
            <a:r>
              <a:rPr lang="fr-FR" sz="2200" b="1" dirty="0">
                <a:latin typeface="Century Gothic" panose="020B0502020202020204" pitchFamily="34" charset="0"/>
              </a:rPr>
              <a:t>. En vue de dynamiser le Marché des Titres Publics et de doter les Etats de l’ensemble de l’accompagnement nécessaire, le Conseil des Ministres, a décidé et instruit le Gouverneur de la BCEAO a procédé à la création de UMOA-Titres (UT), sous la forme d’un établissement public international doté de la personnalité juridique et de l’autonomie financière. </a:t>
            </a:r>
            <a:r>
              <a:rPr lang="fr-FR" sz="2200" b="1" dirty="0">
                <a:solidFill>
                  <a:srgbClr val="0070C0"/>
                </a:solidFill>
                <a:latin typeface="Century Gothic" panose="020B0502020202020204" pitchFamily="34" charset="0"/>
              </a:rPr>
              <a:t>Les adjudications des titres publics sont organisées par UMOA-Titres, en collaboration avec la BCEAO qui joue le rôle de dépositaire et de banque de règlement. </a:t>
            </a:r>
          </a:p>
        </p:txBody>
      </p:sp>
      <p:pic>
        <p:nvPicPr>
          <p:cNvPr id="10" name="Image 9" descr="Une image contenant texte, Police, symbole, logo&#10;&#10;Description générée automatiquement">
            <a:extLst>
              <a:ext uri="{FF2B5EF4-FFF2-40B4-BE49-F238E27FC236}">
                <a16:creationId xmlns:a16="http://schemas.microsoft.com/office/drawing/2014/main" xmlns="" id="{D8D37288-C780-3A3D-56B1-04CF6A64DA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29" y="1145659"/>
            <a:ext cx="2300288" cy="694790"/>
          </a:xfrm>
          <a:prstGeom prst="rect">
            <a:avLst/>
          </a:prstGeom>
        </p:spPr>
      </p:pic>
    </p:spTree>
    <p:extLst>
      <p:ext uri="{BB962C8B-B14F-4D97-AF65-F5344CB8AC3E}">
        <p14:creationId xmlns:p14="http://schemas.microsoft.com/office/powerpoint/2010/main" val="2534310290"/>
      </p:ext>
    </p:extLst>
  </p:cSld>
  <p:clrMapOvr>
    <a:masterClrMapping/>
  </p:clrMapOvr>
  <p:transition spd="slow">
    <p:cove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xmlns="" id="{56FE3A13-0DA0-7E41-2358-079CC3B0D3A7}"/>
              </a:ext>
            </a:extLst>
          </p:cNvPr>
          <p:cNvSpPr txBox="1">
            <a:spLocks/>
          </p:cNvSpPr>
          <p:nvPr/>
        </p:nvSpPr>
        <p:spPr>
          <a:xfrm>
            <a:off x="1727200" y="527050"/>
            <a:ext cx="10464800" cy="399768"/>
          </a:xfrm>
          <a:prstGeom prst="rect">
            <a:avLst/>
          </a:prstGeom>
        </p:spPr>
        <p:style>
          <a:lnRef idx="1">
            <a:schemeClr val="accent3"/>
          </a:lnRef>
          <a:fillRef idx="2">
            <a:schemeClr val="accent3"/>
          </a:fillRef>
          <a:effectRef idx="1">
            <a:schemeClr val="accent3"/>
          </a:effectRef>
          <a:fontRef idx="minor">
            <a:schemeClr val="dk1"/>
          </a:fontRef>
        </p:style>
        <p:txBody>
          <a:bodyPr lIns="0" tIns="0" rIns="0" bIns="0" anchor="ctr"/>
          <a:lstStyle>
            <a:lvl1pPr algn="ctr" defTabSz="914400" rtl="0" eaLnBrk="1" latinLnBrk="0" hangingPunct="1">
              <a:spcBef>
                <a:spcPct val="0"/>
              </a:spcBef>
              <a:buNone/>
              <a:defRPr sz="3200" kern="1200">
                <a:solidFill>
                  <a:schemeClr val="bg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2000" b="1" dirty="0">
                <a:solidFill>
                  <a:schemeClr val="tx1"/>
                </a:solidFill>
                <a:latin typeface="Century Gothic" panose="020B0502020202020204" pitchFamily="34" charset="0"/>
              </a:rPr>
              <a:t>5. </a:t>
            </a:r>
            <a:r>
              <a:rPr lang="fr-FR" sz="2000" b="1" dirty="0">
                <a:solidFill>
                  <a:schemeClr val="tx1"/>
                </a:solidFill>
                <a:latin typeface="Century Gothic" panose="020B0502020202020204" pitchFamily="34" charset="0"/>
              </a:rPr>
              <a:t>Les acteurs du  Marché Financier Régional ?</a:t>
            </a:r>
          </a:p>
        </p:txBody>
      </p:sp>
      <p:sp>
        <p:nvSpPr>
          <p:cNvPr id="13" name="Rectangle 12">
            <a:extLst>
              <a:ext uri="{FF2B5EF4-FFF2-40B4-BE49-F238E27FC236}">
                <a16:creationId xmlns:a16="http://schemas.microsoft.com/office/drawing/2014/main" xmlns="" id="{1FD185D7-959A-1E70-A77B-B6AEBC37D742}"/>
              </a:ext>
            </a:extLst>
          </p:cNvPr>
          <p:cNvSpPr/>
          <p:nvPr/>
        </p:nvSpPr>
        <p:spPr bwMode="auto">
          <a:xfrm>
            <a:off x="533400" y="6172199"/>
            <a:ext cx="11430000" cy="399770"/>
          </a:xfrm>
          <a:prstGeom prst="rect">
            <a:avLst/>
          </a:prstGeom>
          <a:ln>
            <a:no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algn="just"/>
            <a:r>
              <a:rPr lang="fr-FR" sz="1400" b="1" u="sng" dirty="0">
                <a:solidFill>
                  <a:srgbClr val="0070C0"/>
                </a:solidFill>
                <a:latin typeface="Century Gothic" panose="020B0502020202020204" pitchFamily="34" charset="0"/>
              </a:rPr>
              <a:t>Liens utiles: </a:t>
            </a:r>
          </a:p>
          <a:p>
            <a:pPr marL="285750" indent="-285750" algn="just">
              <a:buFont typeface="Wingdings" panose="05000000000000000000" pitchFamily="2" charset="2"/>
              <a:buChar char="v"/>
            </a:pPr>
            <a:r>
              <a:rPr lang="fr-FR" sz="1000" b="1" dirty="0">
                <a:solidFill>
                  <a:srgbClr val="0070C0"/>
                </a:solidFill>
                <a:latin typeface="Century Gothic" panose="020B0502020202020204" pitchFamily="34" charset="0"/>
              </a:rPr>
              <a:t>BRVM:  </a:t>
            </a:r>
            <a:r>
              <a:rPr lang="fr-FR" sz="1000" b="1" dirty="0">
                <a:solidFill>
                  <a:srgbClr val="0070C0"/>
                </a:solidFill>
                <a:latin typeface="Century Gothic" panose="020B0502020202020204" pitchFamily="34" charset="0"/>
                <a:hlinkClick r:id="rId2">
                  <a:extLst>
                    <a:ext uri="{A12FA001-AC4F-418D-AE19-62706E023703}">
                      <ahyp:hlinkClr xmlns:ahyp="http://schemas.microsoft.com/office/drawing/2018/hyperlinkcolor" xmlns="" val="tx"/>
                    </a:ext>
                  </a:extLst>
                </a:hlinkClick>
              </a:rPr>
              <a:t>https://www.brvm.org</a:t>
            </a:r>
            <a:r>
              <a:rPr lang="fr-FR" sz="1000" b="1" dirty="0">
                <a:solidFill>
                  <a:srgbClr val="FFFFFF"/>
                </a:solidFill>
                <a:latin typeface="Century Gothic" panose="020B0502020202020204" pitchFamily="34" charset="0"/>
                <a:hlinkClick r:id="rId2">
                  <a:extLst>
                    <a:ext uri="{A12FA001-AC4F-418D-AE19-62706E023703}">
                      <ahyp:hlinkClr xmlns:ahyp="http://schemas.microsoft.com/office/drawing/2018/hyperlinkcolor" xmlns="" val="tx"/>
                    </a:ext>
                  </a:extLst>
                </a:hlinkClick>
              </a:rPr>
              <a:t>/</a:t>
            </a:r>
            <a:r>
              <a:rPr lang="fr-FR" sz="1000" b="1" dirty="0">
                <a:solidFill>
                  <a:srgbClr val="FFFFFF"/>
                </a:solidFill>
                <a:latin typeface="Century Gothic" panose="020B0502020202020204" pitchFamily="34" charset="0"/>
              </a:rPr>
              <a:t> </a:t>
            </a:r>
            <a:endParaRPr lang="fr-FR" sz="1000" b="1" dirty="0">
              <a:solidFill>
                <a:srgbClr val="0070C0"/>
              </a:solidFill>
              <a:latin typeface="Century Gothic" panose="020B0502020202020204" pitchFamily="34" charset="0"/>
            </a:endParaRPr>
          </a:p>
          <a:p>
            <a:pPr algn="just"/>
            <a:endParaRPr lang="fr-FR" sz="1000" b="1" dirty="0">
              <a:solidFill>
                <a:srgbClr val="0070C0"/>
              </a:solidFill>
              <a:latin typeface="Century Gothic" panose="020B0502020202020204" pitchFamily="34" charset="0"/>
            </a:endParaRPr>
          </a:p>
          <a:p>
            <a:pPr algn="just"/>
            <a:endParaRPr lang="fr-FR" sz="1000" b="1" dirty="0">
              <a:solidFill>
                <a:srgbClr val="0070C0"/>
              </a:solidFill>
              <a:latin typeface="Century Gothic" panose="020B0502020202020204" pitchFamily="34" charset="0"/>
            </a:endParaRPr>
          </a:p>
        </p:txBody>
      </p:sp>
      <p:sp>
        <p:nvSpPr>
          <p:cNvPr id="24" name="Rectangle 23">
            <a:extLst>
              <a:ext uri="{FF2B5EF4-FFF2-40B4-BE49-F238E27FC236}">
                <a16:creationId xmlns:a16="http://schemas.microsoft.com/office/drawing/2014/main" xmlns="" id="{ABD48551-C98C-FCE3-001C-6E831D4D3921}"/>
              </a:ext>
            </a:extLst>
          </p:cNvPr>
          <p:cNvSpPr/>
          <p:nvPr/>
        </p:nvSpPr>
        <p:spPr bwMode="auto">
          <a:xfrm>
            <a:off x="304800" y="1143602"/>
            <a:ext cx="10591800" cy="5028597"/>
          </a:xfrm>
          <a:prstGeom prst="rect">
            <a:avLst/>
          </a:prstGeom>
          <a:ln>
            <a:no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285750" indent="-285750" algn="just">
              <a:buFont typeface="Wingdings" panose="05000000000000000000" pitchFamily="2" charset="2"/>
              <a:buChar char="v"/>
            </a:pPr>
            <a:r>
              <a:rPr lang="fr-FR" sz="1800" b="1" dirty="0">
                <a:solidFill>
                  <a:schemeClr val="tx1"/>
                </a:solidFill>
                <a:latin typeface="Century Gothic" panose="020B0502020202020204" pitchFamily="34" charset="0"/>
              </a:rPr>
              <a:t>Emetteurs: Ce sont les sociétés cotées, et les Etats</a:t>
            </a:r>
          </a:p>
          <a:p>
            <a:pPr marL="171450" indent="-171450" algn="just">
              <a:buFont typeface="Wingdings" panose="05000000000000000000" pitchFamily="2" charset="2"/>
              <a:buChar char="v"/>
            </a:pPr>
            <a:r>
              <a:rPr lang="fr-FR" sz="1800" b="1" dirty="0">
                <a:solidFill>
                  <a:schemeClr val="tx1"/>
                </a:solidFill>
                <a:latin typeface="Century Gothic" panose="020B0502020202020204" pitchFamily="34" charset="0"/>
              </a:rPr>
              <a:t>Les Sociétés de Gestion et d’Intermédiations (SGI)</a:t>
            </a:r>
            <a:r>
              <a:rPr lang="fr-FR" sz="1800" dirty="0">
                <a:solidFill>
                  <a:schemeClr val="tx1"/>
                </a:solidFill>
                <a:latin typeface="Century Gothic" panose="020B0502020202020204" pitchFamily="34" charset="0"/>
              </a:rPr>
              <a:t>: Sont une catégorie d’établissements financiers, qui sont habiletés à titre exclusif, à exercer les activités de négociateur-compensateur de valeurs mobilières (actions, obligations) cotées pour le compte de tiers</a:t>
            </a:r>
          </a:p>
          <a:p>
            <a:pPr marL="171450" indent="-171450" algn="just">
              <a:buFont typeface="Wingdings" panose="05000000000000000000" pitchFamily="2" charset="2"/>
              <a:buChar char="v"/>
            </a:pPr>
            <a:r>
              <a:rPr lang="fr-FR" sz="1800" b="1" dirty="0">
                <a:solidFill>
                  <a:schemeClr val="tx1"/>
                </a:solidFill>
                <a:latin typeface="Century Gothic" panose="020B0502020202020204" pitchFamily="34" charset="0"/>
              </a:rPr>
              <a:t>Les Sociétés de Gestion et d’OPCVM (SGO)</a:t>
            </a:r>
            <a:r>
              <a:rPr lang="fr-FR" sz="1800" dirty="0">
                <a:solidFill>
                  <a:schemeClr val="tx1"/>
                </a:solidFill>
                <a:latin typeface="Century Gothic" panose="020B0502020202020204" pitchFamily="34" charset="0"/>
              </a:rPr>
              <a:t>: est d’établissements financiers agréé pour gerer les OPCVM (FCP,FCTC,SICAV). L’OPCVM est un organisme financier qui collecte l'épargne des agents économiques en émettant des actions ou des parts. L'épargne ainsi collectée est utilisée pour constituer un portefeuille de valeurs mobilières.</a:t>
            </a:r>
          </a:p>
          <a:p>
            <a:pPr marL="171450" indent="-171450" algn="just">
              <a:buFont typeface="Wingdings" panose="05000000000000000000" pitchFamily="2" charset="2"/>
              <a:buChar char="v"/>
            </a:pPr>
            <a:r>
              <a:rPr lang="fr-FR" sz="1800" b="1" dirty="0">
                <a:solidFill>
                  <a:schemeClr val="tx1"/>
                </a:solidFill>
                <a:latin typeface="Century Gothic" panose="020B0502020202020204" pitchFamily="34" charset="0"/>
              </a:rPr>
              <a:t>Les Sociétés de Gestion de Patrimoine</a:t>
            </a:r>
            <a:r>
              <a:rPr lang="fr-FR" sz="1800" dirty="0">
                <a:solidFill>
                  <a:schemeClr val="tx1"/>
                </a:solidFill>
                <a:latin typeface="Century Gothic" panose="020B0502020202020204" pitchFamily="34" charset="0"/>
              </a:rPr>
              <a:t>:</a:t>
            </a:r>
          </a:p>
          <a:p>
            <a:pPr marL="171450" indent="-171450" algn="just">
              <a:buFont typeface="Wingdings" panose="05000000000000000000" pitchFamily="2" charset="2"/>
              <a:buChar char="v"/>
            </a:pPr>
            <a:r>
              <a:rPr lang="fr-FR" sz="1800" b="1" dirty="0">
                <a:solidFill>
                  <a:schemeClr val="tx1"/>
                </a:solidFill>
                <a:latin typeface="Century Gothic" panose="020B0502020202020204" pitchFamily="34" charset="0"/>
              </a:rPr>
              <a:t>Les BTCC </a:t>
            </a:r>
            <a:r>
              <a:rPr lang="fr-FR" sz="1800" dirty="0">
                <a:solidFill>
                  <a:schemeClr val="tx1"/>
                </a:solidFill>
                <a:latin typeface="Century Gothic" panose="020B0502020202020204" pitchFamily="34" charset="0"/>
              </a:rPr>
              <a:t>:</a:t>
            </a:r>
          </a:p>
          <a:p>
            <a:pPr marL="171450" indent="-171450" algn="just">
              <a:buFont typeface="Wingdings" panose="05000000000000000000" pitchFamily="2" charset="2"/>
              <a:buChar char="v"/>
            </a:pPr>
            <a:r>
              <a:rPr lang="fr-FR" sz="1800" b="1" dirty="0">
                <a:solidFill>
                  <a:schemeClr val="tx1"/>
                </a:solidFill>
                <a:latin typeface="Century Gothic" panose="020B0502020202020204" pitchFamily="34" charset="0"/>
              </a:rPr>
              <a:t>Agences de Notation:</a:t>
            </a:r>
          </a:p>
          <a:p>
            <a:pPr marL="171450" indent="-171450" algn="just">
              <a:buFont typeface="Wingdings" panose="05000000000000000000" pitchFamily="2" charset="2"/>
              <a:buChar char="v"/>
            </a:pPr>
            <a:r>
              <a:rPr lang="fr-FR" sz="1800" b="1" dirty="0">
                <a:solidFill>
                  <a:srgbClr val="0070C0"/>
                </a:solidFill>
                <a:latin typeface="Century Gothic" panose="020B0502020202020204" pitchFamily="34" charset="0"/>
              </a:rPr>
              <a:t>Les AA : Personnes physiques ou morales qui mettent en relation un client avec une SGI ou SGO pour :</a:t>
            </a:r>
          </a:p>
          <a:p>
            <a:pPr marL="171450" indent="-171450" algn="just">
              <a:buFont typeface="Wingdings" panose="05000000000000000000" pitchFamily="2" charset="2"/>
              <a:buChar char="§"/>
            </a:pPr>
            <a:r>
              <a:rPr lang="fr-FR" sz="1800" dirty="0">
                <a:solidFill>
                  <a:schemeClr val="tx1"/>
                </a:solidFill>
                <a:latin typeface="Century Gothic" panose="020B0502020202020204" pitchFamily="34" charset="0"/>
              </a:rPr>
              <a:t>l’ouverture d’un compte titres ;</a:t>
            </a:r>
          </a:p>
          <a:p>
            <a:pPr marL="171450" indent="-171450" algn="just">
              <a:buFont typeface="Wingdings" panose="05000000000000000000" pitchFamily="2" charset="2"/>
              <a:buChar char="§"/>
            </a:pPr>
            <a:r>
              <a:rPr lang="fr-FR" sz="1800" dirty="0">
                <a:solidFill>
                  <a:schemeClr val="tx1"/>
                </a:solidFill>
                <a:latin typeface="Century Gothic" panose="020B0502020202020204" pitchFamily="34" charset="0"/>
              </a:rPr>
              <a:t>les conseils en placement ou la gestion sous mandat ;</a:t>
            </a:r>
          </a:p>
          <a:p>
            <a:pPr marL="171450" indent="-171450" algn="just">
              <a:buFont typeface="Wingdings" panose="05000000000000000000" pitchFamily="2" charset="2"/>
              <a:buChar char="§"/>
            </a:pPr>
            <a:r>
              <a:rPr lang="fr-FR" sz="1800" dirty="0">
                <a:solidFill>
                  <a:schemeClr val="tx1"/>
                </a:solidFill>
                <a:latin typeface="Century Gothic" panose="020B0502020202020204" pitchFamily="34" charset="0"/>
              </a:rPr>
              <a:t>transmettre les ordres de leurs clients.</a:t>
            </a:r>
          </a:p>
          <a:p>
            <a:pPr marL="171450" indent="-171450" algn="just">
              <a:buFont typeface="Wingdings" panose="05000000000000000000" pitchFamily="2" charset="2"/>
              <a:buChar char="v"/>
            </a:pPr>
            <a:endParaRPr lang="fr-FR" sz="1200" b="1" dirty="0">
              <a:solidFill>
                <a:srgbClr val="0070C0"/>
              </a:solidFill>
              <a:latin typeface="Century Gothic" panose="020B0502020202020204" pitchFamily="34" charset="0"/>
            </a:endParaRPr>
          </a:p>
        </p:txBody>
      </p:sp>
    </p:spTree>
    <p:extLst>
      <p:ext uri="{BB962C8B-B14F-4D97-AF65-F5344CB8AC3E}">
        <p14:creationId xmlns:p14="http://schemas.microsoft.com/office/powerpoint/2010/main" val="18195457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xmlns="" id="{C144A5C0-C880-10EB-5AA5-A77F8BD987E5}"/>
              </a:ext>
            </a:extLst>
          </p:cNvPr>
          <p:cNvSpPr txBox="1">
            <a:spLocks/>
          </p:cNvSpPr>
          <p:nvPr/>
        </p:nvSpPr>
        <p:spPr>
          <a:xfrm>
            <a:off x="1727200" y="523259"/>
            <a:ext cx="10464800" cy="399768"/>
          </a:xfrm>
          <a:prstGeom prst="rect">
            <a:avLst/>
          </a:prstGeom>
        </p:spPr>
        <p:style>
          <a:lnRef idx="1">
            <a:schemeClr val="accent3"/>
          </a:lnRef>
          <a:fillRef idx="2">
            <a:schemeClr val="accent3"/>
          </a:fillRef>
          <a:effectRef idx="1">
            <a:schemeClr val="accent3"/>
          </a:effectRef>
          <a:fontRef idx="minor">
            <a:schemeClr val="dk1"/>
          </a:fontRef>
        </p:style>
        <p:txBody>
          <a:bodyPr lIns="0" tIns="0" rIns="0" bIns="0" anchor="ctr"/>
          <a:lstStyle>
            <a:lvl1pPr algn="ctr" defTabSz="914400" rtl="0" eaLnBrk="1" latinLnBrk="0" hangingPunct="1">
              <a:spcBef>
                <a:spcPct val="0"/>
              </a:spcBef>
              <a:buNone/>
              <a:defRPr sz="3200" kern="1200">
                <a:solidFill>
                  <a:schemeClr val="bg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2000" b="1" dirty="0">
                <a:solidFill>
                  <a:schemeClr val="tx1"/>
                </a:solidFill>
                <a:latin typeface="Century Gothic" panose="020B0502020202020204" pitchFamily="34" charset="0"/>
              </a:rPr>
              <a:t>6.1. </a:t>
            </a:r>
            <a:r>
              <a:rPr lang="fr-FR" sz="2000" b="1" dirty="0">
                <a:solidFill>
                  <a:schemeClr val="tx1"/>
                </a:solidFill>
                <a:latin typeface="Century Gothic" panose="020B0502020202020204" pitchFamily="34" charset="0"/>
              </a:rPr>
              <a:t>Quelle sont vos possibilités  </a:t>
            </a:r>
          </a:p>
        </p:txBody>
      </p:sp>
      <p:sp>
        <p:nvSpPr>
          <p:cNvPr id="2" name="Rectangle 1">
            <a:extLst>
              <a:ext uri="{FF2B5EF4-FFF2-40B4-BE49-F238E27FC236}">
                <a16:creationId xmlns:a16="http://schemas.microsoft.com/office/drawing/2014/main" xmlns="" id="{84B04FE1-708E-FB88-772F-C130D420B5E6}"/>
              </a:ext>
            </a:extLst>
          </p:cNvPr>
          <p:cNvSpPr/>
          <p:nvPr/>
        </p:nvSpPr>
        <p:spPr bwMode="auto">
          <a:xfrm>
            <a:off x="1295400" y="1011878"/>
            <a:ext cx="8915400" cy="4855522"/>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just"/>
            <a:r>
              <a:rPr lang="fr-FR" b="1" u="sng" dirty="0">
                <a:solidFill>
                  <a:srgbClr val="0070C0"/>
                </a:solidFill>
                <a:latin typeface="Century Gothic" panose="020B0502020202020204" pitchFamily="34" charset="0"/>
              </a:rPr>
              <a:t>L'épargne</a:t>
            </a:r>
            <a:r>
              <a:rPr lang="fr-FR" b="1" dirty="0">
                <a:solidFill>
                  <a:srgbClr val="0070C0"/>
                </a:solidFill>
                <a:latin typeface="Century Gothic" panose="020B0502020202020204" pitchFamily="34" charset="0"/>
              </a:rPr>
              <a:t>: </a:t>
            </a:r>
          </a:p>
          <a:p>
            <a:pPr algn="just"/>
            <a:endParaRPr lang="fr-FR" sz="1600" b="1" dirty="0">
              <a:solidFill>
                <a:srgbClr val="0070C0"/>
              </a:solidFill>
              <a:latin typeface="Century Gothic" panose="020B0502020202020204" pitchFamily="34" charset="0"/>
            </a:endParaRPr>
          </a:p>
          <a:p>
            <a:pPr algn="just">
              <a:lnSpc>
                <a:spcPct val="150000"/>
              </a:lnSpc>
            </a:pPr>
            <a:r>
              <a:rPr lang="fr-FR" sz="2000" b="1" dirty="0">
                <a:solidFill>
                  <a:srgbClr val="0070C0"/>
                </a:solidFill>
                <a:latin typeface="Century Gothic" panose="020B0502020202020204" pitchFamily="34" charset="0"/>
              </a:rPr>
              <a:t>L’épargne est la partie non consommée du revenu disponible. Elle est consommée plus tard et permet de faire faces à des dépenses prévues ou imprévues. Elle peut prendre la forme de la thésaurisation, c’est-à-dire la conservation de l’épargne sous forme de pièces ou de billets à la maison ou dans un coffre. Dans ce cas, </a:t>
            </a:r>
            <a:r>
              <a:rPr lang="fr-FR" sz="2000" b="1" dirty="0">
                <a:solidFill>
                  <a:srgbClr val="C00000"/>
                </a:solidFill>
                <a:latin typeface="Century Gothic" panose="020B0502020202020204" pitchFamily="34" charset="0"/>
              </a:rPr>
              <a:t>l’argent épargné ne rapporte rien</a:t>
            </a:r>
            <a:r>
              <a:rPr lang="fr-FR" sz="2000" b="1" dirty="0">
                <a:solidFill>
                  <a:srgbClr val="0070C0"/>
                </a:solidFill>
                <a:latin typeface="Century Gothic" panose="020B0502020202020204" pitchFamily="34" charset="0"/>
              </a:rPr>
              <a:t>. Ce type d’epargne est beaucoup plus connu sous la forme de tontine. </a:t>
            </a:r>
          </a:p>
          <a:p>
            <a:pPr algn="just">
              <a:lnSpc>
                <a:spcPct val="150000"/>
              </a:lnSpc>
            </a:pPr>
            <a:r>
              <a:rPr lang="fr-FR" sz="2000" b="1" dirty="0">
                <a:solidFill>
                  <a:srgbClr val="0070C0"/>
                </a:solidFill>
                <a:latin typeface="Century Gothic" panose="020B0502020202020204" pitchFamily="34" charset="0"/>
              </a:rPr>
              <a:t>Il existe aussi, de l’epargne à faible rémunération, et de l’epargne à forte rémunération.</a:t>
            </a:r>
          </a:p>
          <a:p>
            <a:pPr algn="just"/>
            <a:endParaRPr lang="fr-FR" sz="2000" b="1" dirty="0">
              <a:solidFill>
                <a:srgbClr val="0070C0"/>
              </a:solidFill>
              <a:latin typeface="Century Gothic" panose="020B0502020202020204" pitchFamily="34" charset="0"/>
            </a:endParaRPr>
          </a:p>
          <a:p>
            <a:pPr algn="just"/>
            <a:endParaRPr lang="fr-FR" sz="1600" b="1" dirty="0">
              <a:solidFill>
                <a:srgbClr val="0070C0"/>
              </a:solidFill>
              <a:latin typeface="Century Gothic" panose="020B0502020202020204" pitchFamily="34" charset="0"/>
            </a:endParaRPr>
          </a:p>
          <a:p>
            <a:pPr algn="just"/>
            <a:endParaRPr lang="fr-FR" sz="1600" b="1" dirty="0">
              <a:solidFill>
                <a:srgbClr val="0070C0"/>
              </a:solidFill>
              <a:latin typeface="Century Gothic" panose="020B0502020202020204" pitchFamily="34" charset="0"/>
            </a:endParaRPr>
          </a:p>
        </p:txBody>
      </p:sp>
    </p:spTree>
    <p:extLst>
      <p:ext uri="{BB962C8B-B14F-4D97-AF65-F5344CB8AC3E}">
        <p14:creationId xmlns:p14="http://schemas.microsoft.com/office/powerpoint/2010/main" val="3876947031"/>
      </p:ext>
    </p:extLst>
  </p:cSld>
  <p:clrMapOvr>
    <a:masterClrMapping/>
  </p:clrMapOvr>
  <p:transition spd="slow">
    <p:push dir="u"/>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xmlns="" id="{C144A5C0-C880-10EB-5AA5-A77F8BD987E5}"/>
              </a:ext>
            </a:extLst>
          </p:cNvPr>
          <p:cNvSpPr txBox="1">
            <a:spLocks/>
          </p:cNvSpPr>
          <p:nvPr/>
        </p:nvSpPr>
        <p:spPr>
          <a:xfrm>
            <a:off x="1727200" y="523259"/>
            <a:ext cx="10464800" cy="399768"/>
          </a:xfrm>
          <a:prstGeom prst="rect">
            <a:avLst/>
          </a:prstGeom>
        </p:spPr>
        <p:style>
          <a:lnRef idx="1">
            <a:schemeClr val="accent3"/>
          </a:lnRef>
          <a:fillRef idx="2">
            <a:schemeClr val="accent3"/>
          </a:fillRef>
          <a:effectRef idx="1">
            <a:schemeClr val="accent3"/>
          </a:effectRef>
          <a:fontRef idx="minor">
            <a:schemeClr val="dk1"/>
          </a:fontRef>
        </p:style>
        <p:txBody>
          <a:bodyPr lIns="0" tIns="0" rIns="0" bIns="0" anchor="ctr"/>
          <a:lstStyle>
            <a:lvl1pPr algn="ctr" defTabSz="914400" rtl="0" eaLnBrk="1" latinLnBrk="0" hangingPunct="1">
              <a:spcBef>
                <a:spcPct val="0"/>
              </a:spcBef>
              <a:buNone/>
              <a:defRPr sz="3200" kern="1200">
                <a:solidFill>
                  <a:schemeClr val="bg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2000" b="1" dirty="0">
                <a:solidFill>
                  <a:schemeClr val="tx1"/>
                </a:solidFill>
                <a:latin typeface="Century Gothic" panose="020B0502020202020204" pitchFamily="34" charset="0"/>
              </a:rPr>
              <a:t>6.1. </a:t>
            </a:r>
            <a:r>
              <a:rPr lang="fr-FR" sz="2000" b="1" dirty="0">
                <a:solidFill>
                  <a:schemeClr val="tx1"/>
                </a:solidFill>
                <a:latin typeface="Century Gothic" panose="020B0502020202020204" pitchFamily="34" charset="0"/>
              </a:rPr>
              <a:t>Quelle sont vos possibilités  </a:t>
            </a:r>
          </a:p>
        </p:txBody>
      </p:sp>
      <p:sp>
        <p:nvSpPr>
          <p:cNvPr id="3" name="Rectangle 2">
            <a:extLst>
              <a:ext uri="{FF2B5EF4-FFF2-40B4-BE49-F238E27FC236}">
                <a16:creationId xmlns:a16="http://schemas.microsoft.com/office/drawing/2014/main" xmlns="" id="{2785C6AB-46FF-8DE5-757E-C56F33C72B79}"/>
              </a:ext>
            </a:extLst>
          </p:cNvPr>
          <p:cNvSpPr/>
          <p:nvPr/>
        </p:nvSpPr>
        <p:spPr bwMode="auto">
          <a:xfrm>
            <a:off x="228600" y="1156349"/>
            <a:ext cx="3871687" cy="756493"/>
          </a:xfrm>
          <a:prstGeom prst="rect">
            <a:avLst/>
          </a:prstGeom>
          <a:ln>
            <a:no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285750" indent="-285750" algn="just">
              <a:buFont typeface="Wingdings" panose="05000000000000000000" pitchFamily="2" charset="2"/>
              <a:buChar char="ü"/>
            </a:pPr>
            <a:r>
              <a:rPr lang="fr-FR" sz="1500" b="1" dirty="0">
                <a:latin typeface="Century Gothic" panose="020B0502020202020204" pitchFamily="34" charset="0"/>
              </a:rPr>
              <a:t>La tontine entre amis</a:t>
            </a:r>
          </a:p>
          <a:p>
            <a:pPr marL="285750" indent="-285750" algn="just">
              <a:buFont typeface="Wingdings" panose="05000000000000000000" pitchFamily="2" charset="2"/>
              <a:buChar char="ü"/>
            </a:pPr>
            <a:r>
              <a:rPr lang="fr-FR" sz="1500" b="1" dirty="0">
                <a:latin typeface="Century Gothic" panose="020B0502020202020204" pitchFamily="34" charset="0"/>
              </a:rPr>
              <a:t>L’argent gardé à la maison ou sur des portemonnaies électroniques,</a:t>
            </a:r>
          </a:p>
        </p:txBody>
      </p:sp>
      <p:sp>
        <p:nvSpPr>
          <p:cNvPr id="7" name="Rectangle 6">
            <a:extLst>
              <a:ext uri="{FF2B5EF4-FFF2-40B4-BE49-F238E27FC236}">
                <a16:creationId xmlns:a16="http://schemas.microsoft.com/office/drawing/2014/main" xmlns="" id="{5D4154D2-015D-1215-03AE-C17AAA7A019C}"/>
              </a:ext>
            </a:extLst>
          </p:cNvPr>
          <p:cNvSpPr/>
          <p:nvPr/>
        </p:nvSpPr>
        <p:spPr bwMode="auto">
          <a:xfrm>
            <a:off x="5355774" y="1110454"/>
            <a:ext cx="3175001" cy="756493"/>
          </a:xfrm>
          <a:prstGeom prst="rect">
            <a:avLst/>
          </a:prstGeom>
          <a:ln>
            <a:no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285750" indent="-285750" algn="just">
              <a:buFont typeface="Wingdings" panose="05000000000000000000" pitchFamily="2" charset="2"/>
              <a:buChar char="ü"/>
            </a:pPr>
            <a:r>
              <a:rPr lang="fr-FR" sz="1500" b="1" dirty="0">
                <a:latin typeface="Century Gothic" panose="020B0502020202020204" pitchFamily="34" charset="0"/>
              </a:rPr>
              <a:t>Risque de perte</a:t>
            </a:r>
          </a:p>
          <a:p>
            <a:pPr marL="285750" indent="-285750" algn="just">
              <a:buFont typeface="Wingdings" panose="05000000000000000000" pitchFamily="2" charset="2"/>
              <a:buChar char="ü"/>
            </a:pPr>
            <a:r>
              <a:rPr lang="fr-FR" sz="1500" b="1" dirty="0">
                <a:latin typeface="Century Gothic" panose="020B0502020202020204" pitchFamily="34" charset="0"/>
              </a:rPr>
              <a:t>Thésaurisation</a:t>
            </a:r>
          </a:p>
          <a:p>
            <a:pPr marL="285750" indent="-285750" algn="just">
              <a:buFont typeface="Wingdings" panose="05000000000000000000" pitchFamily="2" charset="2"/>
              <a:buChar char="ü"/>
            </a:pPr>
            <a:r>
              <a:rPr lang="fr-FR" sz="1500" b="1" dirty="0">
                <a:latin typeface="Century Gothic" panose="020B0502020202020204" pitchFamily="34" charset="0"/>
              </a:rPr>
              <a:t>Perte de pouvoir d’achat</a:t>
            </a:r>
          </a:p>
        </p:txBody>
      </p:sp>
      <p:sp>
        <p:nvSpPr>
          <p:cNvPr id="10" name="Rectangle 9">
            <a:extLst>
              <a:ext uri="{FF2B5EF4-FFF2-40B4-BE49-F238E27FC236}">
                <a16:creationId xmlns:a16="http://schemas.microsoft.com/office/drawing/2014/main" xmlns="" id="{B871556D-9D4E-2649-1D34-AC269116314B}"/>
              </a:ext>
            </a:extLst>
          </p:cNvPr>
          <p:cNvSpPr/>
          <p:nvPr/>
        </p:nvSpPr>
        <p:spPr bwMode="auto">
          <a:xfrm>
            <a:off x="5392284" y="2581088"/>
            <a:ext cx="2650672" cy="304168"/>
          </a:xfrm>
          <a:prstGeom prst="rect">
            <a:avLst/>
          </a:prstGeom>
          <a:ln>
            <a:no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285750" indent="-285750" algn="just">
              <a:buFont typeface="Wingdings" panose="05000000000000000000" pitchFamily="2" charset="2"/>
              <a:buChar char="Ø"/>
            </a:pPr>
            <a:r>
              <a:rPr lang="fr-FR" sz="1600" b="1" dirty="0">
                <a:solidFill>
                  <a:srgbClr val="7030A0"/>
                </a:solidFill>
                <a:latin typeface="Century Gothic" panose="020B0502020202020204" pitchFamily="34" charset="0"/>
              </a:rPr>
              <a:t>Liquide</a:t>
            </a:r>
          </a:p>
        </p:txBody>
      </p:sp>
      <p:sp>
        <p:nvSpPr>
          <p:cNvPr id="13" name="Flèche : droite 12">
            <a:extLst>
              <a:ext uri="{FF2B5EF4-FFF2-40B4-BE49-F238E27FC236}">
                <a16:creationId xmlns:a16="http://schemas.microsoft.com/office/drawing/2014/main" xmlns="" id="{F103F940-E164-C03E-0938-1FA1CC22B7A2}"/>
              </a:ext>
            </a:extLst>
          </p:cNvPr>
          <p:cNvSpPr/>
          <p:nvPr/>
        </p:nvSpPr>
        <p:spPr bwMode="auto">
          <a:xfrm>
            <a:off x="4328432" y="2583962"/>
            <a:ext cx="990601" cy="304167"/>
          </a:xfrm>
          <a:prstGeom prst="rightArrow">
            <a:avLst/>
          </a:prstGeom>
          <a:ln>
            <a:headEnd/>
            <a:tailEn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bodyPr>
          <a:lstStyle/>
          <a:p>
            <a:pPr algn="ctr"/>
            <a:endParaRPr lang="fr-FR"/>
          </a:p>
        </p:txBody>
      </p:sp>
      <p:sp>
        <p:nvSpPr>
          <p:cNvPr id="14" name="Flèche : droite 13">
            <a:extLst>
              <a:ext uri="{FF2B5EF4-FFF2-40B4-BE49-F238E27FC236}">
                <a16:creationId xmlns:a16="http://schemas.microsoft.com/office/drawing/2014/main" xmlns="" id="{C7C97CAD-256E-4368-796B-D57BDB5D6903}"/>
              </a:ext>
            </a:extLst>
          </p:cNvPr>
          <p:cNvSpPr/>
          <p:nvPr/>
        </p:nvSpPr>
        <p:spPr bwMode="auto">
          <a:xfrm>
            <a:off x="8536217" y="2573683"/>
            <a:ext cx="990601" cy="293280"/>
          </a:xfrm>
          <a:prstGeom prst="rightArrow">
            <a:avLst/>
          </a:prstGeom>
          <a:ln>
            <a:headEnd/>
            <a:tailEn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prstTxWarp prst="textNoShape">
              <a:avLst/>
            </a:prstTxWarp>
          </a:bodyPr>
          <a:lstStyle/>
          <a:p>
            <a:pPr algn="ctr"/>
            <a:endParaRPr lang="fr-FR"/>
          </a:p>
        </p:txBody>
      </p:sp>
      <p:sp>
        <p:nvSpPr>
          <p:cNvPr id="6" name="Rectangle 5">
            <a:extLst>
              <a:ext uri="{FF2B5EF4-FFF2-40B4-BE49-F238E27FC236}">
                <a16:creationId xmlns:a16="http://schemas.microsoft.com/office/drawing/2014/main" xmlns="" id="{485F5679-8E14-2A79-0E90-A8502CE31462}"/>
              </a:ext>
            </a:extLst>
          </p:cNvPr>
          <p:cNvSpPr/>
          <p:nvPr/>
        </p:nvSpPr>
        <p:spPr bwMode="auto">
          <a:xfrm>
            <a:off x="228600" y="2555632"/>
            <a:ext cx="2650671" cy="360828"/>
          </a:xfrm>
          <a:prstGeom prst="rect">
            <a:avLst/>
          </a:prstGeom>
          <a:ln>
            <a:no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285750" indent="-285750" algn="just">
              <a:buFont typeface="Wingdings" panose="05000000000000000000" pitchFamily="2" charset="2"/>
              <a:buChar char="Ø"/>
            </a:pPr>
            <a:r>
              <a:rPr lang="fr-FR" sz="1600" b="1" dirty="0">
                <a:solidFill>
                  <a:srgbClr val="7030A0"/>
                </a:solidFill>
                <a:latin typeface="Century Gothic" panose="020B0502020202020204" pitchFamily="34" charset="0"/>
              </a:rPr>
              <a:t>Le compte épargne  </a:t>
            </a:r>
          </a:p>
        </p:txBody>
      </p:sp>
      <p:sp>
        <p:nvSpPr>
          <p:cNvPr id="17" name="Rectangle 16">
            <a:extLst>
              <a:ext uri="{FF2B5EF4-FFF2-40B4-BE49-F238E27FC236}">
                <a16:creationId xmlns:a16="http://schemas.microsoft.com/office/drawing/2014/main" xmlns="" id="{04254217-F7DB-E23D-78D3-248C9FC8017D}"/>
              </a:ext>
            </a:extLst>
          </p:cNvPr>
          <p:cNvSpPr/>
          <p:nvPr/>
        </p:nvSpPr>
        <p:spPr>
          <a:xfrm>
            <a:off x="9631137" y="1369043"/>
            <a:ext cx="2057399" cy="379767"/>
          </a:xfrm>
          <a:prstGeom prst="rect">
            <a:avLst/>
          </a:prstGeom>
          <a:ln>
            <a:no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just"/>
            <a:endParaRPr lang="fr-FR" sz="1400" b="1" u="sng" dirty="0">
              <a:solidFill>
                <a:schemeClr val="tx1"/>
              </a:solidFill>
              <a:highlight>
                <a:srgbClr val="FFFFFF"/>
              </a:highlight>
              <a:latin typeface="Century Gothic" panose="020B0502020202020204" pitchFamily="34" charset="0"/>
              <a:ea typeface="Times New Roman" panose="02020603050405020304" pitchFamily="18" charset="0"/>
              <a:cs typeface="Open Sans" panose="020B0606030504020204" pitchFamily="34" charset="0"/>
            </a:endParaRPr>
          </a:p>
          <a:p>
            <a:pPr algn="just"/>
            <a:r>
              <a:rPr lang="fr-FR" sz="1400" b="1" u="sng" dirty="0">
                <a:solidFill>
                  <a:schemeClr val="tx1"/>
                </a:solidFill>
                <a:highlight>
                  <a:srgbClr val="FFFFFF"/>
                </a:highlight>
                <a:latin typeface="Century Gothic" panose="020B0502020202020204" pitchFamily="34" charset="0"/>
                <a:ea typeface="Times New Roman" panose="02020603050405020304" pitchFamily="18" charset="0"/>
                <a:cs typeface="Open Sans" panose="020B0606030504020204" pitchFamily="34" charset="0"/>
              </a:rPr>
              <a:t>Rentabilité minimum</a:t>
            </a:r>
          </a:p>
          <a:p>
            <a:pPr algn="just"/>
            <a:r>
              <a:rPr lang="fr-FR" sz="1400" b="1" dirty="0">
                <a:solidFill>
                  <a:schemeClr val="tx1"/>
                </a:solidFill>
                <a:effectLst/>
                <a:highlight>
                  <a:srgbClr val="FFFFFF"/>
                </a:highlight>
                <a:latin typeface="Century Gothic" panose="020B0502020202020204" pitchFamily="34" charset="0"/>
                <a:ea typeface="Times New Roman" panose="02020603050405020304" pitchFamily="18" charset="0"/>
                <a:cs typeface="Open Sans" panose="020B0606030504020204" pitchFamily="34" charset="0"/>
              </a:rPr>
              <a:t>0 % l’an</a:t>
            </a:r>
            <a:endParaRPr lang="fr-FR" sz="1400" b="1" dirty="0">
              <a:solidFill>
                <a:schemeClr val="tx1"/>
              </a:solidFill>
              <a:effectLst/>
              <a:latin typeface="Century Gothic" panose="020B0502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fr-FR" sz="1800" dirty="0">
                <a:effectLst/>
                <a:latin typeface="Monotype Corsiva" panose="03010101010201010101" pitchFamily="66" charset="0"/>
                <a:ea typeface="Times New Roman" panose="02020603050405020304" pitchFamily="18" charset="0"/>
                <a:cs typeface="Times New Roman" panose="02020603050405020304" pitchFamily="18" charset="0"/>
              </a:rPr>
              <a:t> </a:t>
            </a:r>
            <a:endParaRPr lang="fr-FR" sz="1100" dirty="0">
              <a:effectLst/>
              <a:ea typeface="Times New Roman" panose="02020603050405020304" pitchFamily="18" charset="0"/>
              <a:cs typeface="Times New Roman" panose="02020603050405020304" pitchFamily="18" charset="0"/>
            </a:endParaRPr>
          </a:p>
        </p:txBody>
      </p:sp>
      <p:sp>
        <p:nvSpPr>
          <p:cNvPr id="20" name="Rectangle 19">
            <a:extLst>
              <a:ext uri="{FF2B5EF4-FFF2-40B4-BE49-F238E27FC236}">
                <a16:creationId xmlns:a16="http://schemas.microsoft.com/office/drawing/2014/main" xmlns="" id="{EC6858ED-E8EA-BD0E-8DAC-9354472FEB4E}"/>
              </a:ext>
            </a:extLst>
          </p:cNvPr>
          <p:cNvSpPr/>
          <p:nvPr/>
        </p:nvSpPr>
        <p:spPr>
          <a:xfrm>
            <a:off x="9644745" y="2582745"/>
            <a:ext cx="2057399" cy="379767"/>
          </a:xfrm>
          <a:prstGeom prst="rect">
            <a:avLst/>
          </a:prstGeom>
          <a:ln>
            <a:no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just"/>
            <a:endParaRPr lang="fr-FR" sz="1400" b="1" u="sng" dirty="0">
              <a:solidFill>
                <a:schemeClr val="tx1"/>
              </a:solidFill>
              <a:highlight>
                <a:srgbClr val="FFFFFF"/>
              </a:highlight>
              <a:latin typeface="Century Gothic" panose="020B0502020202020204" pitchFamily="34" charset="0"/>
              <a:ea typeface="Times New Roman" panose="02020603050405020304" pitchFamily="18" charset="0"/>
              <a:cs typeface="Open Sans" panose="020B0606030504020204" pitchFamily="34" charset="0"/>
            </a:endParaRPr>
          </a:p>
          <a:p>
            <a:pPr algn="just"/>
            <a:r>
              <a:rPr lang="fr-FR" sz="1400" b="1" u="sng" dirty="0">
                <a:solidFill>
                  <a:srgbClr val="7030A0"/>
                </a:solidFill>
                <a:highlight>
                  <a:srgbClr val="FFFFFF"/>
                </a:highlight>
                <a:latin typeface="Century Gothic" panose="020B0502020202020204" pitchFamily="34" charset="0"/>
                <a:ea typeface="Times New Roman" panose="02020603050405020304" pitchFamily="18" charset="0"/>
                <a:cs typeface="Open Sans" panose="020B0606030504020204" pitchFamily="34" charset="0"/>
              </a:rPr>
              <a:t>Rentabilité minimum</a:t>
            </a:r>
          </a:p>
          <a:p>
            <a:pPr algn="just"/>
            <a:r>
              <a:rPr lang="fr-FR" sz="1400" b="1" dirty="0">
                <a:solidFill>
                  <a:srgbClr val="7030A0"/>
                </a:solidFill>
                <a:effectLst/>
                <a:highlight>
                  <a:srgbClr val="FFFFFF"/>
                </a:highlight>
                <a:latin typeface="Century Gothic" panose="020B0502020202020204" pitchFamily="34" charset="0"/>
                <a:ea typeface="Times New Roman" panose="02020603050405020304" pitchFamily="18" charset="0"/>
                <a:cs typeface="Open Sans" panose="020B0606030504020204" pitchFamily="34" charset="0"/>
              </a:rPr>
              <a:t>0 % l’an,</a:t>
            </a:r>
            <a:endParaRPr lang="fr-FR" sz="1200" b="1" dirty="0">
              <a:solidFill>
                <a:srgbClr val="7030A0"/>
              </a:solidFill>
              <a:effectLst/>
              <a:latin typeface="Century Gothic" panose="020B0502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fr-FR" sz="1800" dirty="0">
                <a:effectLst/>
                <a:latin typeface="Monotype Corsiva" panose="03010101010201010101" pitchFamily="66" charset="0"/>
                <a:ea typeface="Times New Roman" panose="02020603050405020304" pitchFamily="18" charset="0"/>
                <a:cs typeface="Times New Roman" panose="02020603050405020304" pitchFamily="18" charset="0"/>
              </a:rPr>
              <a:t> </a:t>
            </a:r>
            <a:endParaRPr lang="fr-FR" sz="1100" dirty="0">
              <a:effectLst/>
              <a:ea typeface="Times New Roman" panose="02020603050405020304" pitchFamily="18" charset="0"/>
              <a:cs typeface="Times New Roman" panose="02020603050405020304" pitchFamily="18" charset="0"/>
            </a:endParaRPr>
          </a:p>
        </p:txBody>
      </p:sp>
      <p:sp>
        <p:nvSpPr>
          <p:cNvPr id="23" name="Flèche : droite 22">
            <a:extLst>
              <a:ext uri="{FF2B5EF4-FFF2-40B4-BE49-F238E27FC236}">
                <a16:creationId xmlns:a16="http://schemas.microsoft.com/office/drawing/2014/main" xmlns="" id="{1FE5D673-1DFC-8101-AED9-DB07FEB5761D}"/>
              </a:ext>
            </a:extLst>
          </p:cNvPr>
          <p:cNvSpPr/>
          <p:nvPr/>
        </p:nvSpPr>
        <p:spPr bwMode="auto">
          <a:xfrm>
            <a:off x="8513535" y="1360526"/>
            <a:ext cx="990601" cy="293280"/>
          </a:xfrm>
          <a:prstGeom prst="rightArrow">
            <a:avLst/>
          </a:pr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ctr"/>
            <a:endParaRPr lang="fr-FR"/>
          </a:p>
        </p:txBody>
      </p:sp>
      <p:sp>
        <p:nvSpPr>
          <p:cNvPr id="24" name="Flèche : droite 23">
            <a:extLst>
              <a:ext uri="{FF2B5EF4-FFF2-40B4-BE49-F238E27FC236}">
                <a16:creationId xmlns:a16="http://schemas.microsoft.com/office/drawing/2014/main" xmlns="" id="{4CC26BC9-A48F-A799-5387-9E2DF87303BA}"/>
              </a:ext>
            </a:extLst>
          </p:cNvPr>
          <p:cNvSpPr/>
          <p:nvPr/>
        </p:nvSpPr>
        <p:spPr bwMode="auto">
          <a:xfrm>
            <a:off x="4343402" y="1348822"/>
            <a:ext cx="990601" cy="304167"/>
          </a:xfrm>
          <a:prstGeom prst="rightArrow">
            <a:avLst/>
          </a:pr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ctr"/>
            <a:endParaRPr lang="fr-FR"/>
          </a:p>
        </p:txBody>
      </p:sp>
      <p:sp>
        <p:nvSpPr>
          <p:cNvPr id="11" name="Rectangle 10">
            <a:extLst>
              <a:ext uri="{FF2B5EF4-FFF2-40B4-BE49-F238E27FC236}">
                <a16:creationId xmlns:a16="http://schemas.microsoft.com/office/drawing/2014/main" xmlns="" id="{FD2BD0C6-1198-819B-30C3-E849744489DF}"/>
              </a:ext>
            </a:extLst>
          </p:cNvPr>
          <p:cNvSpPr/>
          <p:nvPr/>
        </p:nvSpPr>
        <p:spPr bwMode="auto">
          <a:xfrm>
            <a:off x="609600" y="3312707"/>
            <a:ext cx="10972800" cy="3210541"/>
          </a:xfrm>
          <a:prstGeom prst="rect">
            <a:avLst/>
          </a:prstGeom>
          <a:ln>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marL="342900" indent="-342900" algn="just">
              <a:buFont typeface="Wingdings" panose="05000000000000000000" pitchFamily="2" charset="2"/>
              <a:buChar char="v"/>
            </a:pPr>
            <a:r>
              <a:rPr lang="fr-FR" sz="2000" b="1" dirty="0">
                <a:latin typeface="Century Gothic" panose="020B0502020202020204" pitchFamily="34" charset="0"/>
              </a:rPr>
              <a:t>La valeur du temps</a:t>
            </a:r>
          </a:p>
          <a:p>
            <a:pPr algn="just"/>
            <a:endParaRPr lang="fr-FR" sz="2000" b="1" dirty="0">
              <a:latin typeface="Century Gothic" panose="020B0502020202020204" pitchFamily="34" charset="0"/>
            </a:endParaRPr>
          </a:p>
          <a:p>
            <a:pPr algn="just"/>
            <a:r>
              <a:rPr lang="fr-FR" sz="2000" b="1" i="1" dirty="0">
                <a:latin typeface="Century Gothic" panose="020B0502020202020204" pitchFamily="34" charset="0"/>
              </a:rPr>
              <a:t>La valeur temps de l'argent </a:t>
            </a:r>
            <a:r>
              <a:rPr lang="fr-FR" sz="2000" b="1" dirty="0">
                <a:latin typeface="Century Gothic" panose="020B0502020202020204" pitchFamily="34" charset="0"/>
              </a:rPr>
              <a:t>correspond à l'idée selon laquelle </a:t>
            </a:r>
            <a:r>
              <a:rPr lang="fr-FR" sz="2000" b="1" dirty="0">
                <a:solidFill>
                  <a:schemeClr val="accent3"/>
                </a:solidFill>
                <a:latin typeface="Century Gothic" panose="020B0502020202020204" pitchFamily="34" charset="0"/>
              </a:rPr>
              <a:t>l'argent disponible à l'instant présent à une valeur intrinsèque plus grande que la même somme d'argent à un instant futur</a:t>
            </a:r>
            <a:r>
              <a:rPr lang="fr-FR" sz="2000" b="1" dirty="0">
                <a:latin typeface="Century Gothic" panose="020B0502020202020204" pitchFamily="34" charset="0"/>
              </a:rPr>
              <a:t>.</a:t>
            </a:r>
          </a:p>
          <a:p>
            <a:pPr algn="just"/>
            <a:endParaRPr lang="fr-FR" sz="2000" b="1" dirty="0">
              <a:latin typeface="Century Gothic" panose="020B0502020202020204" pitchFamily="34" charset="0"/>
            </a:endParaRPr>
          </a:p>
          <a:p>
            <a:pPr algn="just"/>
            <a:r>
              <a:rPr lang="fr-FR" sz="2000" b="1" dirty="0">
                <a:latin typeface="Century Gothic" panose="020B0502020202020204" pitchFamily="34" charset="0"/>
              </a:rPr>
              <a:t>La valeur de l'argent diminue avec le temps parce que le coût de la vie augmente, qu'il y a aussi l'inflation et d'autres éléments économiques qui font que </a:t>
            </a:r>
            <a:r>
              <a:rPr lang="fr-FR" sz="2000" b="1" dirty="0">
                <a:solidFill>
                  <a:schemeClr val="accent3"/>
                </a:solidFill>
                <a:latin typeface="Century Gothic" panose="020B0502020202020204" pitchFamily="34" charset="0"/>
              </a:rPr>
              <a:t>la valeur de l'argent diminue si elle n'est pas réinvestie dans un actif qui lui fait prendre de la valeur</a:t>
            </a:r>
            <a:r>
              <a:rPr lang="fr-FR" sz="2000" b="1" dirty="0">
                <a:latin typeface="Century Gothic" panose="020B0502020202020204" pitchFamily="34" charset="0"/>
              </a:rPr>
              <a:t>.</a:t>
            </a:r>
          </a:p>
        </p:txBody>
      </p:sp>
    </p:spTree>
    <p:extLst>
      <p:ext uri="{BB962C8B-B14F-4D97-AF65-F5344CB8AC3E}">
        <p14:creationId xmlns:p14="http://schemas.microsoft.com/office/powerpoint/2010/main" val="465807644"/>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xmlns="" id="{C144A5C0-C880-10EB-5AA5-A77F8BD987E5}"/>
              </a:ext>
            </a:extLst>
          </p:cNvPr>
          <p:cNvSpPr txBox="1">
            <a:spLocks/>
          </p:cNvSpPr>
          <p:nvPr/>
        </p:nvSpPr>
        <p:spPr>
          <a:xfrm>
            <a:off x="1727200" y="523259"/>
            <a:ext cx="10464800" cy="399768"/>
          </a:xfrm>
          <a:prstGeom prst="rect">
            <a:avLst/>
          </a:prstGeom>
        </p:spPr>
        <p:style>
          <a:lnRef idx="1">
            <a:schemeClr val="accent3"/>
          </a:lnRef>
          <a:fillRef idx="2">
            <a:schemeClr val="accent3"/>
          </a:fillRef>
          <a:effectRef idx="1">
            <a:schemeClr val="accent3"/>
          </a:effectRef>
          <a:fontRef idx="minor">
            <a:schemeClr val="dk1"/>
          </a:fontRef>
        </p:style>
        <p:txBody>
          <a:bodyPr lIns="0" tIns="0" rIns="0" bIns="0" anchor="ctr"/>
          <a:lstStyle>
            <a:lvl1pPr algn="ctr" defTabSz="914400" rtl="0" eaLnBrk="1" latinLnBrk="0" hangingPunct="1">
              <a:spcBef>
                <a:spcPct val="0"/>
              </a:spcBef>
              <a:buNone/>
              <a:defRPr sz="3200" kern="1200">
                <a:solidFill>
                  <a:schemeClr val="bg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2000" b="1" dirty="0">
                <a:solidFill>
                  <a:schemeClr val="tx1"/>
                </a:solidFill>
                <a:latin typeface="Century Gothic" panose="020B0502020202020204" pitchFamily="34" charset="0"/>
              </a:rPr>
              <a:t>6.1. </a:t>
            </a:r>
            <a:r>
              <a:rPr lang="fr-FR" sz="2000" b="1" dirty="0">
                <a:solidFill>
                  <a:schemeClr val="tx1"/>
                </a:solidFill>
                <a:latin typeface="Century Gothic" panose="020B0502020202020204" pitchFamily="34" charset="0"/>
              </a:rPr>
              <a:t>Quelle sont vos possibilités  </a:t>
            </a:r>
          </a:p>
        </p:txBody>
      </p:sp>
      <p:sp>
        <p:nvSpPr>
          <p:cNvPr id="4" name="Rectangle 3">
            <a:extLst>
              <a:ext uri="{FF2B5EF4-FFF2-40B4-BE49-F238E27FC236}">
                <a16:creationId xmlns:a16="http://schemas.microsoft.com/office/drawing/2014/main" xmlns="" id="{141A24AA-4198-22AF-F702-CF1B72D43E52}"/>
              </a:ext>
            </a:extLst>
          </p:cNvPr>
          <p:cNvSpPr/>
          <p:nvPr/>
        </p:nvSpPr>
        <p:spPr bwMode="auto">
          <a:xfrm>
            <a:off x="223162" y="3315794"/>
            <a:ext cx="3096986" cy="360828"/>
          </a:xfrm>
          <a:prstGeom prst="rect">
            <a:avLst/>
          </a:prstGeom>
          <a:ln>
            <a:no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285750" indent="-285750" algn="just">
              <a:buFont typeface="Wingdings" panose="05000000000000000000" pitchFamily="2" charset="2"/>
              <a:buChar char="ü"/>
            </a:pPr>
            <a:r>
              <a:rPr lang="fr-FR" sz="1600" b="1" dirty="0">
                <a:solidFill>
                  <a:schemeClr val="accent6">
                    <a:lumMod val="75000"/>
                  </a:schemeClr>
                </a:solidFill>
                <a:latin typeface="Century Gothic" panose="020B0502020202020204" pitchFamily="34" charset="0"/>
              </a:rPr>
              <a:t> </a:t>
            </a:r>
            <a:r>
              <a:rPr lang="fr-FR" sz="1600" b="1" dirty="0">
                <a:solidFill>
                  <a:srgbClr val="C00000"/>
                </a:solidFill>
                <a:latin typeface="Century Gothic" panose="020B0502020202020204" pitchFamily="34" charset="0"/>
              </a:rPr>
              <a:t>Epagne capitalisation</a:t>
            </a:r>
          </a:p>
        </p:txBody>
      </p:sp>
      <p:sp>
        <p:nvSpPr>
          <p:cNvPr id="5" name="Rectangle 4">
            <a:extLst>
              <a:ext uri="{FF2B5EF4-FFF2-40B4-BE49-F238E27FC236}">
                <a16:creationId xmlns:a16="http://schemas.microsoft.com/office/drawing/2014/main" xmlns="" id="{1BBBD0A5-4020-4183-7DA1-A649F354C3A7}"/>
              </a:ext>
            </a:extLst>
          </p:cNvPr>
          <p:cNvSpPr/>
          <p:nvPr/>
        </p:nvSpPr>
        <p:spPr bwMode="auto">
          <a:xfrm>
            <a:off x="412750" y="5221786"/>
            <a:ext cx="2585359" cy="761068"/>
          </a:xfrm>
          <a:prstGeom prst="rect">
            <a:avLst/>
          </a:prstGeom>
          <a:ln>
            <a:no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285750" indent="-285750" algn="just">
              <a:buFont typeface="Wingdings" panose="05000000000000000000" pitchFamily="2" charset="2"/>
              <a:buChar char="v"/>
            </a:pPr>
            <a:r>
              <a:rPr lang="fr-FR" sz="1500" b="1" dirty="0">
                <a:solidFill>
                  <a:srgbClr val="0070C0"/>
                </a:solidFill>
                <a:latin typeface="Century Gothic" panose="020B0502020202020204" pitchFamily="34" charset="0"/>
              </a:rPr>
              <a:t>Actions</a:t>
            </a:r>
          </a:p>
          <a:p>
            <a:pPr marL="285750" indent="-285750" algn="just">
              <a:buFont typeface="Wingdings" panose="05000000000000000000" pitchFamily="2" charset="2"/>
              <a:buChar char="v"/>
            </a:pPr>
            <a:r>
              <a:rPr lang="fr-FR" sz="1500" b="1" dirty="0">
                <a:solidFill>
                  <a:srgbClr val="0070C0"/>
                </a:solidFill>
                <a:latin typeface="Century Gothic" panose="020B0502020202020204" pitchFamily="34" charset="0"/>
              </a:rPr>
              <a:t>Obligations</a:t>
            </a:r>
          </a:p>
          <a:p>
            <a:pPr marL="285750" indent="-285750" algn="just">
              <a:buFont typeface="Wingdings" panose="05000000000000000000" pitchFamily="2" charset="2"/>
              <a:buChar char="v"/>
            </a:pPr>
            <a:r>
              <a:rPr lang="fr-FR" sz="1500" b="1" dirty="0">
                <a:solidFill>
                  <a:srgbClr val="0070C0"/>
                </a:solidFill>
                <a:latin typeface="Century Gothic" panose="020B0502020202020204" pitchFamily="34" charset="0"/>
              </a:rPr>
              <a:t>FCP/ FCTC</a:t>
            </a:r>
          </a:p>
        </p:txBody>
      </p:sp>
      <p:sp>
        <p:nvSpPr>
          <p:cNvPr id="12" name="Rectangle 11">
            <a:extLst>
              <a:ext uri="{FF2B5EF4-FFF2-40B4-BE49-F238E27FC236}">
                <a16:creationId xmlns:a16="http://schemas.microsoft.com/office/drawing/2014/main" xmlns="" id="{C14601D9-5B4F-3808-51D6-9B4BFDAEC21E}"/>
              </a:ext>
            </a:extLst>
          </p:cNvPr>
          <p:cNvSpPr/>
          <p:nvPr/>
        </p:nvSpPr>
        <p:spPr bwMode="auto">
          <a:xfrm>
            <a:off x="5502718" y="5322059"/>
            <a:ext cx="2759528" cy="738066"/>
          </a:xfrm>
          <a:prstGeom prst="rect">
            <a:avLst/>
          </a:prstGeom>
          <a:ln>
            <a:no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285750" indent="-285750" algn="just">
              <a:buFont typeface="Wingdings" panose="05000000000000000000" pitchFamily="2" charset="2"/>
              <a:buChar char="v"/>
            </a:pPr>
            <a:r>
              <a:rPr lang="fr-FR" sz="1500" b="1" dirty="0">
                <a:solidFill>
                  <a:srgbClr val="0070C0"/>
                </a:solidFill>
                <a:latin typeface="Century Gothic" panose="020B0502020202020204" pitchFamily="34" charset="0"/>
              </a:rPr>
              <a:t>Liquide </a:t>
            </a:r>
          </a:p>
          <a:p>
            <a:pPr marL="285750" indent="-285750" algn="just">
              <a:buFont typeface="Wingdings" panose="05000000000000000000" pitchFamily="2" charset="2"/>
              <a:buChar char="v"/>
            </a:pPr>
            <a:r>
              <a:rPr lang="fr-FR" sz="1500" b="1" dirty="0">
                <a:solidFill>
                  <a:srgbClr val="0070C0"/>
                </a:solidFill>
                <a:latin typeface="Century Gothic" panose="020B0502020202020204" pitchFamily="34" charset="0"/>
              </a:rPr>
              <a:t>Non risqué et rentable</a:t>
            </a:r>
          </a:p>
          <a:p>
            <a:pPr marL="285750" indent="-285750" algn="just">
              <a:buFont typeface="Wingdings" panose="05000000000000000000" pitchFamily="2" charset="2"/>
              <a:buChar char="v"/>
            </a:pPr>
            <a:r>
              <a:rPr lang="fr-FR" sz="1500" b="1" dirty="0">
                <a:solidFill>
                  <a:srgbClr val="0070C0"/>
                </a:solidFill>
                <a:latin typeface="Century Gothic" panose="020B0502020202020204" pitchFamily="34" charset="0"/>
              </a:rPr>
              <a:t>Risqué et  plus rentable </a:t>
            </a:r>
          </a:p>
          <a:p>
            <a:pPr algn="just"/>
            <a:r>
              <a:rPr lang="fr-FR" sz="1400" dirty="0">
                <a:latin typeface="Century Gothic" panose="020B0502020202020204" pitchFamily="34" charset="0"/>
              </a:rPr>
              <a:t> </a:t>
            </a:r>
          </a:p>
        </p:txBody>
      </p:sp>
      <p:sp>
        <p:nvSpPr>
          <p:cNvPr id="15" name="Flèche : droite 14">
            <a:extLst>
              <a:ext uri="{FF2B5EF4-FFF2-40B4-BE49-F238E27FC236}">
                <a16:creationId xmlns:a16="http://schemas.microsoft.com/office/drawing/2014/main" xmlns="" id="{6775A5FE-6028-42FE-C096-48A063219F9C}"/>
              </a:ext>
            </a:extLst>
          </p:cNvPr>
          <p:cNvSpPr/>
          <p:nvPr/>
        </p:nvSpPr>
        <p:spPr bwMode="auto">
          <a:xfrm>
            <a:off x="3782787" y="5566011"/>
            <a:ext cx="990601" cy="304167"/>
          </a:xfrm>
          <a:prstGeom prst="rightArrow">
            <a:avLst/>
          </a:prstGeom>
          <a:ln>
            <a:headEnd/>
            <a:tailEn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algn="ctr"/>
            <a:endParaRPr lang="fr-FR"/>
          </a:p>
        </p:txBody>
      </p:sp>
      <p:sp>
        <p:nvSpPr>
          <p:cNvPr id="9" name="Rectangle 8">
            <a:extLst>
              <a:ext uri="{FF2B5EF4-FFF2-40B4-BE49-F238E27FC236}">
                <a16:creationId xmlns:a16="http://schemas.microsoft.com/office/drawing/2014/main" xmlns="" id="{44813F13-65FE-7610-3CB2-2B9DD8EBC52D}"/>
              </a:ext>
            </a:extLst>
          </p:cNvPr>
          <p:cNvSpPr/>
          <p:nvPr/>
        </p:nvSpPr>
        <p:spPr bwMode="auto">
          <a:xfrm>
            <a:off x="5290453" y="3252041"/>
            <a:ext cx="2966356" cy="519519"/>
          </a:xfrm>
          <a:prstGeom prst="rect">
            <a:avLst/>
          </a:prstGeom>
          <a:ln>
            <a:no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285750" indent="-285750" algn="just">
              <a:buFont typeface="Wingdings" panose="05000000000000000000" pitchFamily="2" charset="2"/>
              <a:buChar char="ü"/>
            </a:pPr>
            <a:r>
              <a:rPr lang="fr-FR" sz="1600" b="1" dirty="0">
                <a:solidFill>
                  <a:srgbClr val="C00000"/>
                </a:solidFill>
                <a:latin typeface="Century Gothic" panose="020B0502020202020204" pitchFamily="34" charset="0"/>
              </a:rPr>
              <a:t>Non liquide</a:t>
            </a:r>
          </a:p>
          <a:p>
            <a:pPr marL="285750" indent="-285750" algn="just">
              <a:buFont typeface="Wingdings" panose="05000000000000000000" pitchFamily="2" charset="2"/>
              <a:buChar char="ü"/>
            </a:pPr>
            <a:r>
              <a:rPr lang="fr-FR" sz="1600" b="1" dirty="0">
                <a:solidFill>
                  <a:srgbClr val="C00000"/>
                </a:solidFill>
                <a:latin typeface="Century Gothic" panose="020B0502020202020204" pitchFamily="34" charset="0"/>
              </a:rPr>
              <a:t>Contraignant</a:t>
            </a:r>
          </a:p>
        </p:txBody>
      </p:sp>
      <p:sp>
        <p:nvSpPr>
          <p:cNvPr id="18" name="Rectangle 17">
            <a:extLst>
              <a:ext uri="{FF2B5EF4-FFF2-40B4-BE49-F238E27FC236}">
                <a16:creationId xmlns:a16="http://schemas.microsoft.com/office/drawing/2014/main" xmlns="" id="{AD58AFFF-2821-2505-C1BC-134D8D14F384}"/>
              </a:ext>
            </a:extLst>
          </p:cNvPr>
          <p:cNvSpPr/>
          <p:nvPr/>
        </p:nvSpPr>
        <p:spPr>
          <a:xfrm>
            <a:off x="9770834" y="5467157"/>
            <a:ext cx="2264228" cy="501874"/>
          </a:xfrm>
          <a:prstGeom prst="rect">
            <a:avLst/>
          </a:prstGeom>
          <a:ln>
            <a:no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just"/>
            <a:endParaRPr lang="fr-FR" sz="1400" b="1" u="sng" dirty="0">
              <a:solidFill>
                <a:schemeClr val="tx1"/>
              </a:solidFill>
              <a:highlight>
                <a:srgbClr val="FFFFFF"/>
              </a:highlight>
              <a:latin typeface="Century Gothic" panose="020B0502020202020204" pitchFamily="34" charset="0"/>
              <a:ea typeface="Times New Roman" panose="02020603050405020304" pitchFamily="18" charset="0"/>
              <a:cs typeface="Open Sans" panose="020B0606030504020204" pitchFamily="34" charset="0"/>
            </a:endParaRPr>
          </a:p>
          <a:p>
            <a:pPr algn="just"/>
            <a:r>
              <a:rPr lang="fr-FR" sz="1300" b="1" u="sng" dirty="0">
                <a:solidFill>
                  <a:schemeClr val="accent3"/>
                </a:solidFill>
                <a:highlight>
                  <a:srgbClr val="FFFFFF"/>
                </a:highlight>
                <a:latin typeface="Century Gothic" panose="020B0502020202020204" pitchFamily="34" charset="0"/>
                <a:ea typeface="Times New Roman" panose="02020603050405020304" pitchFamily="18" charset="0"/>
                <a:cs typeface="Open Sans" panose="020B0606030504020204" pitchFamily="34" charset="0"/>
              </a:rPr>
              <a:t>Rentabilité minimum</a:t>
            </a:r>
          </a:p>
          <a:p>
            <a:pPr algn="just"/>
            <a:r>
              <a:rPr lang="fr-FR" sz="1300" b="1" dirty="0">
                <a:solidFill>
                  <a:schemeClr val="accent3"/>
                </a:solidFill>
                <a:effectLst/>
                <a:highlight>
                  <a:srgbClr val="FFFFFF"/>
                </a:highlight>
                <a:latin typeface="Century Gothic" panose="020B0502020202020204" pitchFamily="34" charset="0"/>
                <a:ea typeface="Times New Roman" panose="02020603050405020304" pitchFamily="18" charset="0"/>
                <a:cs typeface="Open Sans" panose="020B0606030504020204" pitchFamily="34" charset="0"/>
              </a:rPr>
              <a:t>6 à 10 % l’an</a:t>
            </a:r>
            <a:r>
              <a:rPr lang="fr-FR" sz="1300" b="1" dirty="0">
                <a:solidFill>
                  <a:schemeClr val="accent3"/>
                </a:solidFill>
                <a:highlight>
                  <a:srgbClr val="FFFFFF"/>
                </a:highlight>
                <a:latin typeface="Century Gothic" panose="020B0502020202020204" pitchFamily="34" charset="0"/>
                <a:ea typeface="Times New Roman" panose="02020603050405020304" pitchFamily="18" charset="0"/>
                <a:cs typeface="Open Sans" panose="020B0606030504020204" pitchFamily="34" charset="0"/>
              </a:rPr>
              <a:t> net ,</a:t>
            </a:r>
            <a:endParaRPr lang="fr-FR" sz="1300" b="1" dirty="0">
              <a:solidFill>
                <a:schemeClr val="accent3"/>
              </a:solidFill>
              <a:effectLst/>
              <a:latin typeface="Century Gothic" panose="020B0502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fr-FR" sz="1800" dirty="0">
                <a:effectLst/>
                <a:latin typeface="Monotype Corsiva" panose="03010101010201010101" pitchFamily="66" charset="0"/>
                <a:ea typeface="Times New Roman" panose="02020603050405020304" pitchFamily="18" charset="0"/>
                <a:cs typeface="Times New Roman" panose="02020603050405020304" pitchFamily="18" charset="0"/>
              </a:rPr>
              <a:t> </a:t>
            </a:r>
            <a:endParaRPr lang="fr-FR" sz="1100" dirty="0">
              <a:effectLst/>
              <a:ea typeface="Times New Roman" panose="02020603050405020304" pitchFamily="18" charset="0"/>
              <a:cs typeface="Times New Roman" panose="02020603050405020304" pitchFamily="18" charset="0"/>
            </a:endParaRPr>
          </a:p>
        </p:txBody>
      </p:sp>
      <p:sp>
        <p:nvSpPr>
          <p:cNvPr id="21" name="Rectangle 20">
            <a:extLst>
              <a:ext uri="{FF2B5EF4-FFF2-40B4-BE49-F238E27FC236}">
                <a16:creationId xmlns:a16="http://schemas.microsoft.com/office/drawing/2014/main" xmlns="" id="{55EA9FFC-9A27-BA34-4A45-1B9820ED1303}"/>
              </a:ext>
            </a:extLst>
          </p:cNvPr>
          <p:cNvSpPr/>
          <p:nvPr/>
        </p:nvSpPr>
        <p:spPr>
          <a:xfrm>
            <a:off x="9536792" y="1617267"/>
            <a:ext cx="2057399" cy="379767"/>
          </a:xfrm>
          <a:prstGeom prst="rect">
            <a:avLst/>
          </a:prstGeom>
          <a:ln>
            <a:no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just"/>
            <a:endParaRPr lang="fr-FR" sz="1400" b="1" u="sng" dirty="0">
              <a:solidFill>
                <a:schemeClr val="tx1"/>
              </a:solidFill>
              <a:highlight>
                <a:srgbClr val="FFFFFF"/>
              </a:highlight>
              <a:latin typeface="Century Gothic" panose="020B0502020202020204" pitchFamily="34" charset="0"/>
              <a:ea typeface="Times New Roman" panose="02020603050405020304" pitchFamily="18" charset="0"/>
              <a:cs typeface="Open Sans" panose="020B0606030504020204" pitchFamily="34" charset="0"/>
            </a:endParaRPr>
          </a:p>
          <a:p>
            <a:pPr algn="just"/>
            <a:r>
              <a:rPr lang="fr-FR" sz="1400" b="1" u="sng" dirty="0">
                <a:solidFill>
                  <a:schemeClr val="accent1"/>
                </a:solidFill>
                <a:highlight>
                  <a:srgbClr val="FFFFFF"/>
                </a:highlight>
                <a:latin typeface="Century Gothic" panose="020B0502020202020204" pitchFamily="34" charset="0"/>
                <a:ea typeface="Times New Roman" panose="02020603050405020304" pitchFamily="18" charset="0"/>
                <a:cs typeface="Open Sans" panose="020B0606030504020204" pitchFamily="34" charset="0"/>
              </a:rPr>
              <a:t>Rentabilité minimum</a:t>
            </a:r>
          </a:p>
          <a:p>
            <a:pPr algn="just"/>
            <a:r>
              <a:rPr lang="fr-FR" sz="1400" b="1" dirty="0">
                <a:solidFill>
                  <a:schemeClr val="accent1"/>
                </a:solidFill>
                <a:highlight>
                  <a:srgbClr val="FFFFFF"/>
                </a:highlight>
                <a:latin typeface="Century Gothic" panose="020B0502020202020204" pitchFamily="34" charset="0"/>
                <a:ea typeface="Times New Roman" panose="02020603050405020304" pitchFamily="18" charset="0"/>
                <a:cs typeface="Open Sans" panose="020B0606030504020204" pitchFamily="34" charset="0"/>
              </a:rPr>
              <a:t>3,5</a:t>
            </a:r>
            <a:r>
              <a:rPr lang="fr-FR" sz="1400" b="1" dirty="0">
                <a:solidFill>
                  <a:schemeClr val="accent1"/>
                </a:solidFill>
                <a:effectLst/>
                <a:highlight>
                  <a:srgbClr val="FFFFFF"/>
                </a:highlight>
                <a:latin typeface="Century Gothic" panose="020B0502020202020204" pitchFamily="34" charset="0"/>
                <a:ea typeface="Times New Roman" panose="02020603050405020304" pitchFamily="18" charset="0"/>
                <a:cs typeface="Open Sans" panose="020B0606030504020204" pitchFamily="34" charset="0"/>
              </a:rPr>
              <a:t> % l’an </a:t>
            </a:r>
            <a:r>
              <a:rPr lang="fr-FR" sz="1400" b="1" dirty="0">
                <a:solidFill>
                  <a:schemeClr val="accent1"/>
                </a:solidFill>
                <a:highlight>
                  <a:srgbClr val="FFFFFF"/>
                </a:highlight>
                <a:latin typeface="Century Gothic" panose="020B0502020202020204" pitchFamily="34" charset="0"/>
                <a:ea typeface="Times New Roman" panose="02020603050405020304" pitchFamily="18" charset="0"/>
                <a:cs typeface="Open Sans" panose="020B0606030504020204" pitchFamily="34" charset="0"/>
              </a:rPr>
              <a:t>brute,</a:t>
            </a:r>
            <a:endParaRPr lang="fr-FR" sz="1200" b="1" dirty="0">
              <a:solidFill>
                <a:schemeClr val="accent1"/>
              </a:solidFill>
              <a:effectLst/>
              <a:latin typeface="Century Gothic" panose="020B0502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fr-FR" sz="1800" dirty="0">
                <a:effectLst/>
                <a:latin typeface="Monotype Corsiva" panose="03010101010201010101" pitchFamily="66" charset="0"/>
                <a:ea typeface="Times New Roman" panose="02020603050405020304" pitchFamily="18" charset="0"/>
                <a:cs typeface="Times New Roman" panose="02020603050405020304" pitchFamily="18" charset="0"/>
              </a:rPr>
              <a:t> </a:t>
            </a:r>
            <a:endParaRPr lang="fr-FR" sz="1100" dirty="0">
              <a:effectLst/>
              <a:ea typeface="Times New Roman" panose="02020603050405020304" pitchFamily="18" charset="0"/>
              <a:cs typeface="Times New Roman" panose="02020603050405020304" pitchFamily="18" charset="0"/>
            </a:endParaRPr>
          </a:p>
        </p:txBody>
      </p:sp>
      <p:sp>
        <p:nvSpPr>
          <p:cNvPr id="22" name="Rectangle 21">
            <a:extLst>
              <a:ext uri="{FF2B5EF4-FFF2-40B4-BE49-F238E27FC236}">
                <a16:creationId xmlns:a16="http://schemas.microsoft.com/office/drawing/2014/main" xmlns="" id="{DC034D13-3E24-5C42-84C7-61DC993F120B}"/>
              </a:ext>
            </a:extLst>
          </p:cNvPr>
          <p:cNvSpPr/>
          <p:nvPr/>
        </p:nvSpPr>
        <p:spPr bwMode="auto">
          <a:xfrm>
            <a:off x="401864" y="1636214"/>
            <a:ext cx="2650671" cy="325695"/>
          </a:xfrm>
          <a:prstGeom prst="rect">
            <a:avLst/>
          </a:prstGeom>
          <a:ln>
            <a:no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285750" indent="-285750" algn="just">
              <a:buFont typeface="Wingdings" panose="05000000000000000000" pitchFamily="2" charset="2"/>
              <a:buChar char="Ø"/>
            </a:pPr>
            <a:r>
              <a:rPr lang="fr-FR" sz="1600" b="1" dirty="0">
                <a:solidFill>
                  <a:schemeClr val="accent1"/>
                </a:solidFill>
                <a:latin typeface="Century Gothic" panose="020B0502020202020204" pitchFamily="34" charset="0"/>
              </a:rPr>
              <a:t>DAT  </a:t>
            </a:r>
          </a:p>
        </p:txBody>
      </p:sp>
      <p:sp>
        <p:nvSpPr>
          <p:cNvPr id="25" name="Rectangle 24">
            <a:extLst>
              <a:ext uri="{FF2B5EF4-FFF2-40B4-BE49-F238E27FC236}">
                <a16:creationId xmlns:a16="http://schemas.microsoft.com/office/drawing/2014/main" xmlns="" id="{F566C446-8755-03B8-F5DB-43A9F43FEF25}"/>
              </a:ext>
            </a:extLst>
          </p:cNvPr>
          <p:cNvSpPr/>
          <p:nvPr/>
        </p:nvSpPr>
        <p:spPr bwMode="auto">
          <a:xfrm>
            <a:off x="5181600" y="1611652"/>
            <a:ext cx="2650672" cy="296554"/>
          </a:xfrm>
          <a:prstGeom prst="rect">
            <a:avLst/>
          </a:prstGeom>
          <a:ln>
            <a:no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285750" indent="-285750" algn="just">
              <a:buFont typeface="Wingdings" panose="05000000000000000000" pitchFamily="2" charset="2"/>
              <a:buChar char="Ø"/>
            </a:pPr>
            <a:r>
              <a:rPr lang="fr-FR" sz="1600" b="1" dirty="0">
                <a:solidFill>
                  <a:schemeClr val="accent1"/>
                </a:solidFill>
                <a:latin typeface="Century Gothic" panose="020B0502020202020204" pitchFamily="34" charset="0"/>
              </a:rPr>
              <a:t>Non liquide</a:t>
            </a:r>
          </a:p>
        </p:txBody>
      </p:sp>
      <p:sp>
        <p:nvSpPr>
          <p:cNvPr id="26" name="Flèche : droite 25">
            <a:extLst>
              <a:ext uri="{FF2B5EF4-FFF2-40B4-BE49-F238E27FC236}">
                <a16:creationId xmlns:a16="http://schemas.microsoft.com/office/drawing/2014/main" xmlns="" id="{C53B3C73-1F39-3529-6F21-775892E36DA1}"/>
              </a:ext>
            </a:extLst>
          </p:cNvPr>
          <p:cNvSpPr/>
          <p:nvPr/>
        </p:nvSpPr>
        <p:spPr bwMode="auto">
          <a:xfrm>
            <a:off x="8306705" y="1595496"/>
            <a:ext cx="990601" cy="293280"/>
          </a:xfrm>
          <a:prstGeom prst="rightArrow">
            <a:avLst/>
          </a:prstGeom>
          <a:ln>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algn="ctr"/>
            <a:endParaRPr lang="fr-FR"/>
          </a:p>
        </p:txBody>
      </p:sp>
      <p:sp>
        <p:nvSpPr>
          <p:cNvPr id="27" name="Flèche : droite 26">
            <a:extLst>
              <a:ext uri="{FF2B5EF4-FFF2-40B4-BE49-F238E27FC236}">
                <a16:creationId xmlns:a16="http://schemas.microsoft.com/office/drawing/2014/main" xmlns="" id="{C928FCA3-83B7-E583-FB3B-EAA521263E69}"/>
              </a:ext>
            </a:extLst>
          </p:cNvPr>
          <p:cNvSpPr/>
          <p:nvPr/>
        </p:nvSpPr>
        <p:spPr bwMode="auto">
          <a:xfrm>
            <a:off x="3885290" y="1636214"/>
            <a:ext cx="990601" cy="293280"/>
          </a:xfrm>
          <a:prstGeom prst="rightArrow">
            <a:avLst/>
          </a:prstGeom>
          <a:ln>
            <a:headEnd/>
            <a:tailEnd/>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bodyPr>
          <a:lstStyle/>
          <a:p>
            <a:pPr algn="ctr"/>
            <a:endParaRPr lang="fr-FR"/>
          </a:p>
        </p:txBody>
      </p:sp>
      <p:sp>
        <p:nvSpPr>
          <p:cNvPr id="28" name="Flèche : droite 27">
            <a:extLst>
              <a:ext uri="{FF2B5EF4-FFF2-40B4-BE49-F238E27FC236}">
                <a16:creationId xmlns:a16="http://schemas.microsoft.com/office/drawing/2014/main" xmlns="" id="{86456D37-F694-2C13-9D78-7E602FD039BA}"/>
              </a:ext>
            </a:extLst>
          </p:cNvPr>
          <p:cNvSpPr/>
          <p:nvPr/>
        </p:nvSpPr>
        <p:spPr bwMode="auto">
          <a:xfrm>
            <a:off x="3810000" y="3383342"/>
            <a:ext cx="990601" cy="293280"/>
          </a:xfrm>
          <a:prstGeom prst="rightArrow">
            <a:avLst/>
          </a:pr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ctr"/>
            <a:endParaRPr lang="fr-FR"/>
          </a:p>
        </p:txBody>
      </p:sp>
      <p:sp>
        <p:nvSpPr>
          <p:cNvPr id="29" name="Flèche : droite 28">
            <a:extLst>
              <a:ext uri="{FF2B5EF4-FFF2-40B4-BE49-F238E27FC236}">
                <a16:creationId xmlns:a16="http://schemas.microsoft.com/office/drawing/2014/main" xmlns="" id="{999402A9-293E-6ED8-4CB3-FF6041DB1644}"/>
              </a:ext>
            </a:extLst>
          </p:cNvPr>
          <p:cNvSpPr/>
          <p:nvPr/>
        </p:nvSpPr>
        <p:spPr bwMode="auto">
          <a:xfrm>
            <a:off x="8251360" y="3365378"/>
            <a:ext cx="990601" cy="293280"/>
          </a:xfrm>
          <a:prstGeom prst="rightArrow">
            <a:avLst/>
          </a:pr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ctr"/>
            <a:endParaRPr lang="fr-FR"/>
          </a:p>
        </p:txBody>
      </p:sp>
      <p:sp>
        <p:nvSpPr>
          <p:cNvPr id="30" name="Flèche : droite 29">
            <a:extLst>
              <a:ext uri="{FF2B5EF4-FFF2-40B4-BE49-F238E27FC236}">
                <a16:creationId xmlns:a16="http://schemas.microsoft.com/office/drawing/2014/main" xmlns="" id="{78ACCE34-B2A4-668A-85AF-74FE7EC6C5F2}"/>
              </a:ext>
            </a:extLst>
          </p:cNvPr>
          <p:cNvSpPr/>
          <p:nvPr/>
        </p:nvSpPr>
        <p:spPr bwMode="auto">
          <a:xfrm>
            <a:off x="8306705" y="5602320"/>
            <a:ext cx="990601" cy="293280"/>
          </a:xfrm>
          <a:prstGeom prst="rightArrow">
            <a:avLst/>
          </a:prstGeom>
          <a:ln>
            <a:headEnd/>
            <a:tailEn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algn="ctr"/>
            <a:endParaRPr lang="fr-FR"/>
          </a:p>
        </p:txBody>
      </p:sp>
      <p:sp>
        <p:nvSpPr>
          <p:cNvPr id="31" name="Rectangle 30">
            <a:extLst>
              <a:ext uri="{FF2B5EF4-FFF2-40B4-BE49-F238E27FC236}">
                <a16:creationId xmlns:a16="http://schemas.microsoft.com/office/drawing/2014/main" xmlns="" id="{BAF0E7B5-8626-CF23-F8BD-8C44BD5048E8}"/>
              </a:ext>
            </a:extLst>
          </p:cNvPr>
          <p:cNvSpPr/>
          <p:nvPr/>
        </p:nvSpPr>
        <p:spPr>
          <a:xfrm>
            <a:off x="9753600" y="3380593"/>
            <a:ext cx="2057399" cy="379767"/>
          </a:xfrm>
          <a:prstGeom prst="rect">
            <a:avLst/>
          </a:prstGeom>
          <a:ln>
            <a:no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just"/>
            <a:endParaRPr lang="fr-FR" sz="1400" b="1" u="sng" dirty="0">
              <a:solidFill>
                <a:schemeClr val="tx1"/>
              </a:solidFill>
              <a:highlight>
                <a:srgbClr val="FFFFFF"/>
              </a:highlight>
              <a:latin typeface="Century Gothic" panose="020B0502020202020204" pitchFamily="34" charset="0"/>
              <a:ea typeface="Times New Roman" panose="02020603050405020304" pitchFamily="18" charset="0"/>
              <a:cs typeface="Open Sans" panose="020B0606030504020204" pitchFamily="34" charset="0"/>
            </a:endParaRPr>
          </a:p>
          <a:p>
            <a:pPr algn="just"/>
            <a:r>
              <a:rPr lang="fr-FR" sz="1400" b="1" u="sng" dirty="0">
                <a:solidFill>
                  <a:srgbClr val="C00000"/>
                </a:solidFill>
                <a:highlight>
                  <a:srgbClr val="FFFFFF"/>
                </a:highlight>
                <a:latin typeface="Century Gothic" panose="020B0502020202020204" pitchFamily="34" charset="0"/>
                <a:ea typeface="Times New Roman" panose="02020603050405020304" pitchFamily="18" charset="0"/>
                <a:cs typeface="Open Sans" panose="020B0606030504020204" pitchFamily="34" charset="0"/>
              </a:rPr>
              <a:t>Rentabilité minimum</a:t>
            </a:r>
          </a:p>
          <a:p>
            <a:pPr algn="just"/>
            <a:r>
              <a:rPr lang="fr-FR" sz="1400" b="1" dirty="0">
                <a:solidFill>
                  <a:srgbClr val="C00000"/>
                </a:solidFill>
                <a:highlight>
                  <a:srgbClr val="FFFFFF"/>
                </a:highlight>
                <a:latin typeface="Century Gothic" panose="020B0502020202020204" pitchFamily="34" charset="0"/>
                <a:ea typeface="Times New Roman" panose="02020603050405020304" pitchFamily="18" charset="0"/>
                <a:cs typeface="Open Sans" panose="020B0606030504020204" pitchFamily="34" charset="0"/>
              </a:rPr>
              <a:t>3,5</a:t>
            </a:r>
            <a:r>
              <a:rPr lang="fr-FR" sz="1400" b="1" dirty="0">
                <a:solidFill>
                  <a:srgbClr val="C00000"/>
                </a:solidFill>
                <a:effectLst/>
                <a:highlight>
                  <a:srgbClr val="FFFFFF"/>
                </a:highlight>
                <a:latin typeface="Century Gothic" panose="020B0502020202020204" pitchFamily="34" charset="0"/>
                <a:ea typeface="Times New Roman" panose="02020603050405020304" pitchFamily="18" charset="0"/>
                <a:cs typeface="Open Sans" panose="020B0606030504020204" pitchFamily="34" charset="0"/>
              </a:rPr>
              <a:t> % l’an brute,</a:t>
            </a:r>
            <a:endParaRPr lang="fr-FR" sz="1200" b="1" dirty="0">
              <a:solidFill>
                <a:srgbClr val="C00000"/>
              </a:solidFill>
              <a:effectLst/>
              <a:latin typeface="Century Gothic" panose="020B0502020202020204" pitchFamily="34" charset="0"/>
              <a:ea typeface="Times New Roman" panose="02020603050405020304" pitchFamily="18" charset="0"/>
              <a:cs typeface="Times New Roman" panose="02020603050405020304" pitchFamily="18" charset="0"/>
            </a:endParaRPr>
          </a:p>
          <a:p>
            <a:pPr>
              <a:lnSpc>
                <a:spcPct val="107000"/>
              </a:lnSpc>
              <a:spcAft>
                <a:spcPts val="800"/>
              </a:spcAft>
            </a:pPr>
            <a:r>
              <a:rPr lang="fr-FR" sz="1800" dirty="0">
                <a:effectLst/>
                <a:latin typeface="Monotype Corsiva" panose="03010101010201010101" pitchFamily="66" charset="0"/>
                <a:ea typeface="Times New Roman" panose="02020603050405020304" pitchFamily="18" charset="0"/>
                <a:cs typeface="Times New Roman" panose="02020603050405020304" pitchFamily="18" charset="0"/>
              </a:rPr>
              <a:t> </a:t>
            </a:r>
            <a:endParaRPr lang="fr-FR" sz="1100" dirty="0">
              <a:effectLst/>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5097545"/>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xmlns="" id="{C144A5C0-C880-10EB-5AA5-A77F8BD987E5}"/>
              </a:ext>
            </a:extLst>
          </p:cNvPr>
          <p:cNvSpPr txBox="1">
            <a:spLocks/>
          </p:cNvSpPr>
          <p:nvPr/>
        </p:nvSpPr>
        <p:spPr>
          <a:xfrm>
            <a:off x="1727200" y="523259"/>
            <a:ext cx="10464800" cy="399768"/>
          </a:xfrm>
          <a:prstGeom prst="rect">
            <a:avLst/>
          </a:prstGeom>
        </p:spPr>
        <p:style>
          <a:lnRef idx="1">
            <a:schemeClr val="accent3"/>
          </a:lnRef>
          <a:fillRef idx="2">
            <a:schemeClr val="accent3"/>
          </a:fillRef>
          <a:effectRef idx="1">
            <a:schemeClr val="accent3"/>
          </a:effectRef>
          <a:fontRef idx="minor">
            <a:schemeClr val="dk1"/>
          </a:fontRef>
        </p:style>
        <p:txBody>
          <a:bodyPr lIns="0" tIns="0" rIns="0" bIns="0" anchor="ctr"/>
          <a:lstStyle>
            <a:lvl1pPr algn="ctr" defTabSz="914400" rtl="0" eaLnBrk="1" latinLnBrk="0" hangingPunct="1">
              <a:spcBef>
                <a:spcPct val="0"/>
              </a:spcBef>
              <a:buNone/>
              <a:defRPr sz="3200" kern="1200">
                <a:solidFill>
                  <a:schemeClr val="bg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2000" b="1" dirty="0">
                <a:solidFill>
                  <a:schemeClr val="tx1"/>
                </a:solidFill>
                <a:latin typeface="Century Gothic" panose="020B0502020202020204" pitchFamily="34" charset="0"/>
              </a:rPr>
              <a:t>6.2. </a:t>
            </a:r>
            <a:r>
              <a:rPr lang="fr-FR" sz="2000" b="1" dirty="0">
                <a:solidFill>
                  <a:schemeClr val="tx1"/>
                </a:solidFill>
                <a:latin typeface="Century Gothic" panose="020B0502020202020204" pitchFamily="34" charset="0"/>
              </a:rPr>
              <a:t>Quelle sont vos possibilités </a:t>
            </a:r>
          </a:p>
        </p:txBody>
      </p:sp>
      <p:sp>
        <p:nvSpPr>
          <p:cNvPr id="2" name="Rectangle 1">
            <a:extLst>
              <a:ext uri="{FF2B5EF4-FFF2-40B4-BE49-F238E27FC236}">
                <a16:creationId xmlns:a16="http://schemas.microsoft.com/office/drawing/2014/main" xmlns="" id="{84B04FE1-708E-FB88-772F-C130D420B5E6}"/>
              </a:ext>
            </a:extLst>
          </p:cNvPr>
          <p:cNvSpPr/>
          <p:nvPr/>
        </p:nvSpPr>
        <p:spPr bwMode="auto">
          <a:xfrm>
            <a:off x="762000" y="1142999"/>
            <a:ext cx="9753600" cy="5191741"/>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342900" indent="-342900" algn="just">
              <a:buFont typeface="Wingdings" panose="05000000000000000000" pitchFamily="2" charset="2"/>
              <a:buChar char="v"/>
            </a:pPr>
            <a:r>
              <a:rPr lang="fr-FR" b="1" dirty="0">
                <a:solidFill>
                  <a:srgbClr val="0070C0"/>
                </a:solidFill>
                <a:latin typeface="Century Gothic" panose="020B0502020202020204" pitchFamily="34" charset="0"/>
              </a:rPr>
              <a:t>L’investissement : </a:t>
            </a:r>
          </a:p>
          <a:p>
            <a:pPr algn="just">
              <a:lnSpc>
                <a:spcPct val="150000"/>
              </a:lnSpc>
            </a:pPr>
            <a:r>
              <a:rPr lang="fr-FR" sz="2000" b="1" dirty="0">
                <a:solidFill>
                  <a:srgbClr val="0070C0"/>
                </a:solidFill>
                <a:latin typeface="Century Gothic" panose="020B0502020202020204" pitchFamily="34" charset="0"/>
              </a:rPr>
              <a:t>L’investissement désigne une dépense destinée à augmenter la richesse d’une personne physique ou morale. Il s'agit d'une dépense immédiate ayant pour but d'obtenir un effet positif quantifiable à long terme. Décision par laquelle on affecte des ressources propres ou des fonds empruntés à l'accroissement de son stock de biens productifs. Un investissement est un actif ou un élément acquis dans le but de générer un revenu ou une appréciation. L'appréciation fait référence à une augmentation de la valeur d'un actif au fil du temps. </a:t>
            </a:r>
          </a:p>
          <a:p>
            <a:pPr algn="just">
              <a:lnSpc>
                <a:spcPct val="150000"/>
              </a:lnSpc>
            </a:pPr>
            <a:r>
              <a:rPr lang="fr-FR" sz="2000" b="1" dirty="0">
                <a:solidFill>
                  <a:schemeClr val="tx2"/>
                </a:solidFill>
                <a:latin typeface="Century Gothic" panose="020B0502020202020204" pitchFamily="34" charset="0"/>
              </a:rPr>
              <a:t>Investir est un moyen efficace de faire fructifier votre argent et potentiellement de créer de la richesse.</a:t>
            </a:r>
          </a:p>
        </p:txBody>
      </p:sp>
    </p:spTree>
    <p:extLst>
      <p:ext uri="{BB962C8B-B14F-4D97-AF65-F5344CB8AC3E}">
        <p14:creationId xmlns:p14="http://schemas.microsoft.com/office/powerpoint/2010/main" val="3672226247"/>
      </p:ext>
    </p:extLst>
  </p:cSld>
  <p:clrMapOvr>
    <a:masterClrMapping/>
  </p:clrMapOvr>
  <p:transition spd="slow">
    <p:cove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xmlns="" id="{C144A5C0-C880-10EB-5AA5-A77F8BD987E5}"/>
              </a:ext>
            </a:extLst>
          </p:cNvPr>
          <p:cNvSpPr txBox="1">
            <a:spLocks/>
          </p:cNvSpPr>
          <p:nvPr/>
        </p:nvSpPr>
        <p:spPr>
          <a:xfrm>
            <a:off x="1727200" y="523259"/>
            <a:ext cx="10464800" cy="399768"/>
          </a:xfrm>
          <a:prstGeom prst="rect">
            <a:avLst/>
          </a:prstGeom>
        </p:spPr>
        <p:style>
          <a:lnRef idx="1">
            <a:schemeClr val="accent3"/>
          </a:lnRef>
          <a:fillRef idx="2">
            <a:schemeClr val="accent3"/>
          </a:fillRef>
          <a:effectRef idx="1">
            <a:schemeClr val="accent3"/>
          </a:effectRef>
          <a:fontRef idx="minor">
            <a:schemeClr val="dk1"/>
          </a:fontRef>
        </p:style>
        <p:txBody>
          <a:bodyPr lIns="0" tIns="0" rIns="0" bIns="0" anchor="ctr"/>
          <a:lstStyle>
            <a:lvl1pPr algn="ctr" defTabSz="914400" rtl="0" eaLnBrk="1" latinLnBrk="0" hangingPunct="1">
              <a:spcBef>
                <a:spcPct val="0"/>
              </a:spcBef>
              <a:buNone/>
              <a:defRPr sz="3200" kern="1200">
                <a:solidFill>
                  <a:schemeClr val="bg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2000" b="1" dirty="0">
                <a:solidFill>
                  <a:schemeClr val="tx1"/>
                </a:solidFill>
                <a:latin typeface="Century Gothic" panose="020B0502020202020204" pitchFamily="34" charset="0"/>
              </a:rPr>
              <a:t>6.2. </a:t>
            </a:r>
            <a:r>
              <a:rPr lang="fr-FR" sz="2000" b="1" dirty="0">
                <a:solidFill>
                  <a:schemeClr val="tx1"/>
                </a:solidFill>
                <a:latin typeface="Century Gothic" panose="020B0502020202020204" pitchFamily="34" charset="0"/>
              </a:rPr>
              <a:t>Quelle sont vos possibilités </a:t>
            </a:r>
          </a:p>
        </p:txBody>
      </p:sp>
      <p:sp>
        <p:nvSpPr>
          <p:cNvPr id="3" name="Rectangle 2">
            <a:extLst>
              <a:ext uri="{FF2B5EF4-FFF2-40B4-BE49-F238E27FC236}">
                <a16:creationId xmlns:a16="http://schemas.microsoft.com/office/drawing/2014/main" xmlns="" id="{2390CA96-22EC-F35A-CAFD-BB15EFCEAB72}"/>
              </a:ext>
            </a:extLst>
          </p:cNvPr>
          <p:cNvSpPr/>
          <p:nvPr/>
        </p:nvSpPr>
        <p:spPr bwMode="auto">
          <a:xfrm>
            <a:off x="435429" y="3080492"/>
            <a:ext cx="3429000" cy="1082329"/>
          </a:xfrm>
          <a:prstGeom prst="rect">
            <a:avLst/>
          </a:prstGeom>
          <a:ln>
            <a:no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285750" indent="-285750" algn="just">
              <a:buFont typeface="Wingdings" panose="05000000000000000000" pitchFamily="2" charset="2"/>
              <a:buChar char="v"/>
            </a:pPr>
            <a:r>
              <a:rPr lang="fr-FR" sz="1600" b="1" u="sng" dirty="0">
                <a:solidFill>
                  <a:schemeClr val="tx1"/>
                </a:solidFill>
                <a:latin typeface="Century Gothic" panose="020B0502020202020204" pitchFamily="34" charset="0"/>
              </a:rPr>
              <a:t>Business  </a:t>
            </a:r>
          </a:p>
          <a:p>
            <a:pPr marL="285750" indent="-285750" algn="just">
              <a:buFont typeface="Arial" panose="020B0604020202020204" pitchFamily="34" charset="0"/>
              <a:buChar char="•"/>
            </a:pPr>
            <a:r>
              <a:rPr lang="fr-FR" sz="1600" b="1" dirty="0">
                <a:solidFill>
                  <a:schemeClr val="tx1"/>
                </a:solidFill>
                <a:latin typeface="Century Gothic" panose="020B0502020202020204" pitchFamily="34" charset="0"/>
              </a:rPr>
              <a:t>Achat et vente de biens et services</a:t>
            </a:r>
          </a:p>
          <a:p>
            <a:pPr marL="285750" indent="-285750" algn="just">
              <a:buFont typeface="Arial" panose="020B0604020202020204" pitchFamily="34" charset="0"/>
              <a:buChar char="•"/>
            </a:pPr>
            <a:r>
              <a:rPr lang="fr-FR" sz="1600" b="1" dirty="0">
                <a:solidFill>
                  <a:schemeClr val="tx1"/>
                </a:solidFill>
                <a:latin typeface="Century Gothic" panose="020B0502020202020204" pitchFamily="34" charset="0"/>
              </a:rPr>
              <a:t>Prise de participation</a:t>
            </a:r>
          </a:p>
          <a:p>
            <a:pPr algn="just"/>
            <a:endParaRPr lang="fr-FR" sz="1600" dirty="0">
              <a:latin typeface="Century Gothic" panose="020B0502020202020204" pitchFamily="34" charset="0"/>
            </a:endParaRPr>
          </a:p>
        </p:txBody>
      </p:sp>
      <p:sp>
        <p:nvSpPr>
          <p:cNvPr id="4" name="Flèche : droite 3">
            <a:extLst>
              <a:ext uri="{FF2B5EF4-FFF2-40B4-BE49-F238E27FC236}">
                <a16:creationId xmlns:a16="http://schemas.microsoft.com/office/drawing/2014/main" xmlns="" id="{BE46960E-0251-FC79-F207-AAABA1F6DDC8}"/>
              </a:ext>
            </a:extLst>
          </p:cNvPr>
          <p:cNvSpPr/>
          <p:nvPr/>
        </p:nvSpPr>
        <p:spPr bwMode="auto">
          <a:xfrm>
            <a:off x="4299858" y="3330039"/>
            <a:ext cx="3047999" cy="533400"/>
          </a:xfrm>
          <a:prstGeom prst="rightArrow">
            <a:avLst/>
          </a:pr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ctr"/>
            <a:endParaRPr lang="fr-FR"/>
          </a:p>
        </p:txBody>
      </p:sp>
      <p:sp>
        <p:nvSpPr>
          <p:cNvPr id="5" name="Rectangle 4">
            <a:extLst>
              <a:ext uri="{FF2B5EF4-FFF2-40B4-BE49-F238E27FC236}">
                <a16:creationId xmlns:a16="http://schemas.microsoft.com/office/drawing/2014/main" xmlns="" id="{410E737E-6805-A78F-4119-E6293435F71D}"/>
              </a:ext>
            </a:extLst>
          </p:cNvPr>
          <p:cNvSpPr/>
          <p:nvPr/>
        </p:nvSpPr>
        <p:spPr bwMode="auto">
          <a:xfrm>
            <a:off x="7658100" y="3055574"/>
            <a:ext cx="4212771" cy="1082329"/>
          </a:xfrm>
          <a:prstGeom prst="rect">
            <a:avLst/>
          </a:prstGeom>
          <a:ln>
            <a:no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285750" indent="-285750" algn="just">
              <a:buFont typeface="Wingdings" panose="05000000000000000000" pitchFamily="2" charset="2"/>
              <a:buChar char="v"/>
            </a:pPr>
            <a:r>
              <a:rPr lang="fr-FR" sz="1600" b="1" dirty="0">
                <a:solidFill>
                  <a:schemeClr val="tx1"/>
                </a:solidFill>
                <a:latin typeface="Century Gothic" panose="020B0502020202020204" pitchFamily="34" charset="0"/>
              </a:rPr>
              <a:t>Liquide </a:t>
            </a:r>
          </a:p>
          <a:p>
            <a:pPr marL="285750" indent="-285750" algn="just">
              <a:buFont typeface="Wingdings" panose="05000000000000000000" pitchFamily="2" charset="2"/>
              <a:buChar char="v"/>
            </a:pPr>
            <a:r>
              <a:rPr lang="fr-FR" sz="1600" b="1" dirty="0">
                <a:solidFill>
                  <a:schemeClr val="tx1"/>
                </a:solidFill>
                <a:latin typeface="Century Gothic" panose="020B0502020202020204" pitchFamily="34" charset="0"/>
              </a:rPr>
              <a:t>Risqué (profil d’entrepreneur)</a:t>
            </a:r>
          </a:p>
          <a:p>
            <a:pPr marL="285750" indent="-285750" algn="just">
              <a:buFont typeface="Wingdings" panose="05000000000000000000" pitchFamily="2" charset="2"/>
              <a:buChar char="v"/>
            </a:pPr>
            <a:r>
              <a:rPr lang="fr-FR" sz="1600" b="1" dirty="0">
                <a:solidFill>
                  <a:schemeClr val="tx1"/>
                </a:solidFill>
                <a:latin typeface="Century Gothic" panose="020B0502020202020204" pitchFamily="34" charset="0"/>
              </a:rPr>
              <a:t>Rentable à court, moyen, long terme</a:t>
            </a:r>
          </a:p>
          <a:p>
            <a:pPr marL="285750" indent="-285750" algn="just">
              <a:buFont typeface="Wingdings" panose="05000000000000000000" pitchFamily="2" charset="2"/>
              <a:buChar char="v"/>
            </a:pPr>
            <a:r>
              <a:rPr lang="fr-FR" sz="1600" b="1" dirty="0">
                <a:solidFill>
                  <a:schemeClr val="tx1"/>
                </a:solidFill>
                <a:latin typeface="Century Gothic" panose="020B0502020202020204" pitchFamily="34" charset="0"/>
              </a:rPr>
              <a:t>Gros investissement </a:t>
            </a:r>
          </a:p>
          <a:p>
            <a:pPr algn="just"/>
            <a:r>
              <a:rPr lang="fr-FR" sz="1400" dirty="0">
                <a:solidFill>
                  <a:schemeClr val="tx1"/>
                </a:solidFill>
                <a:latin typeface="Century Gothic" panose="020B0502020202020204" pitchFamily="34" charset="0"/>
              </a:rPr>
              <a:t> </a:t>
            </a:r>
          </a:p>
        </p:txBody>
      </p:sp>
      <p:sp>
        <p:nvSpPr>
          <p:cNvPr id="7" name="Rectangle 6">
            <a:extLst>
              <a:ext uri="{FF2B5EF4-FFF2-40B4-BE49-F238E27FC236}">
                <a16:creationId xmlns:a16="http://schemas.microsoft.com/office/drawing/2014/main" xmlns="" id="{B8BBC44E-A18D-DB92-F5A0-8AEC26C11C72}"/>
              </a:ext>
            </a:extLst>
          </p:cNvPr>
          <p:cNvSpPr/>
          <p:nvPr/>
        </p:nvSpPr>
        <p:spPr bwMode="auto">
          <a:xfrm>
            <a:off x="457200" y="5203361"/>
            <a:ext cx="3646714" cy="1088043"/>
          </a:xfrm>
          <a:prstGeom prst="rect">
            <a:avLst/>
          </a:prstGeom>
          <a:ln>
            <a:no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285750" indent="-285750" algn="just">
              <a:buFont typeface="Wingdings" panose="05000000000000000000" pitchFamily="2" charset="2"/>
              <a:buChar char="v"/>
            </a:pPr>
            <a:r>
              <a:rPr lang="fr-FR" sz="1600" b="1" dirty="0">
                <a:solidFill>
                  <a:schemeClr val="accent3"/>
                </a:solidFill>
                <a:latin typeface="Century Gothic" panose="020B0502020202020204" pitchFamily="34" charset="0"/>
              </a:rPr>
              <a:t>Actions</a:t>
            </a:r>
          </a:p>
          <a:p>
            <a:pPr marL="285750" indent="-285750" algn="just">
              <a:buFont typeface="Wingdings" panose="05000000000000000000" pitchFamily="2" charset="2"/>
              <a:buChar char="v"/>
            </a:pPr>
            <a:r>
              <a:rPr lang="fr-FR" sz="1600" b="1" dirty="0">
                <a:solidFill>
                  <a:schemeClr val="accent3"/>
                </a:solidFill>
                <a:latin typeface="Century Gothic" panose="020B0502020202020204" pitchFamily="34" charset="0"/>
              </a:rPr>
              <a:t>Obligations</a:t>
            </a:r>
          </a:p>
          <a:p>
            <a:pPr marL="285750" indent="-285750" algn="just">
              <a:buFont typeface="Wingdings" panose="05000000000000000000" pitchFamily="2" charset="2"/>
              <a:buChar char="v"/>
            </a:pPr>
            <a:r>
              <a:rPr lang="fr-FR" sz="1600" b="1" dirty="0">
                <a:solidFill>
                  <a:schemeClr val="accent3"/>
                </a:solidFill>
                <a:latin typeface="Century Gothic" panose="020B0502020202020204" pitchFamily="34" charset="0"/>
              </a:rPr>
              <a:t>Fonds commun de placement</a:t>
            </a:r>
          </a:p>
          <a:p>
            <a:pPr marL="285750" indent="-285750" algn="just">
              <a:buFont typeface="Wingdings" panose="05000000000000000000" pitchFamily="2" charset="2"/>
              <a:buChar char="v"/>
            </a:pPr>
            <a:r>
              <a:rPr lang="fr-FR" sz="1600" b="1" dirty="0">
                <a:solidFill>
                  <a:schemeClr val="accent3"/>
                </a:solidFill>
                <a:latin typeface="Century Gothic" panose="020B0502020202020204" pitchFamily="34" charset="0"/>
              </a:rPr>
              <a:t>Fonds commun de titrisation</a:t>
            </a:r>
          </a:p>
          <a:p>
            <a:pPr marL="285750" indent="-285750" algn="just">
              <a:buFont typeface="Wingdings" panose="05000000000000000000" pitchFamily="2" charset="2"/>
              <a:buChar char="v"/>
            </a:pPr>
            <a:endParaRPr lang="fr-FR" sz="1600" b="1" dirty="0">
              <a:latin typeface="Century Gothic" panose="020B0502020202020204" pitchFamily="34" charset="0"/>
            </a:endParaRPr>
          </a:p>
        </p:txBody>
      </p:sp>
      <p:sp>
        <p:nvSpPr>
          <p:cNvPr id="10" name="Rectangle 9">
            <a:extLst>
              <a:ext uri="{FF2B5EF4-FFF2-40B4-BE49-F238E27FC236}">
                <a16:creationId xmlns:a16="http://schemas.microsoft.com/office/drawing/2014/main" xmlns="" id="{5C0FAB24-5E83-C525-3A14-F7315F8AE3E5}"/>
              </a:ext>
            </a:extLst>
          </p:cNvPr>
          <p:cNvSpPr/>
          <p:nvPr/>
        </p:nvSpPr>
        <p:spPr bwMode="auto">
          <a:xfrm>
            <a:off x="7826828" y="5152979"/>
            <a:ext cx="3429000" cy="1323336"/>
          </a:xfrm>
          <a:prstGeom prst="rect">
            <a:avLst/>
          </a:prstGeom>
          <a:ln>
            <a:no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285750" indent="-285750" algn="just">
              <a:buFont typeface="Wingdings" panose="05000000000000000000" pitchFamily="2" charset="2"/>
              <a:buChar char="v"/>
            </a:pPr>
            <a:r>
              <a:rPr lang="fr-FR" sz="1600" b="1" dirty="0">
                <a:solidFill>
                  <a:schemeClr val="accent3"/>
                </a:solidFill>
                <a:latin typeface="Century Gothic" panose="020B0502020202020204" pitchFamily="34" charset="0"/>
              </a:rPr>
              <a:t>Liquide , facile à convertir</a:t>
            </a:r>
          </a:p>
          <a:p>
            <a:pPr marL="285750" indent="-285750" algn="just">
              <a:buFont typeface="Wingdings" panose="05000000000000000000" pitchFamily="2" charset="2"/>
              <a:buChar char="v"/>
            </a:pPr>
            <a:r>
              <a:rPr lang="fr-FR" sz="1600" b="1" dirty="0">
                <a:solidFill>
                  <a:schemeClr val="accent3"/>
                </a:solidFill>
                <a:latin typeface="Century Gothic" panose="020B0502020202020204" pitchFamily="34" charset="0"/>
              </a:rPr>
              <a:t>Non risqué selon la valeur mobilière, et rentable</a:t>
            </a:r>
          </a:p>
          <a:p>
            <a:pPr marL="285750" indent="-285750" algn="just">
              <a:buFont typeface="Wingdings" panose="05000000000000000000" pitchFamily="2" charset="2"/>
              <a:buChar char="v"/>
            </a:pPr>
            <a:r>
              <a:rPr lang="fr-FR" sz="1600" b="1" dirty="0">
                <a:solidFill>
                  <a:schemeClr val="accent3"/>
                </a:solidFill>
                <a:latin typeface="Century Gothic" panose="020B0502020202020204" pitchFamily="34" charset="0"/>
              </a:rPr>
              <a:t>Risqué selon la valeur mobilière, et plus rentable </a:t>
            </a:r>
          </a:p>
          <a:p>
            <a:pPr algn="just"/>
            <a:r>
              <a:rPr lang="fr-FR" sz="1400" dirty="0">
                <a:latin typeface="Century Gothic" panose="020B0502020202020204" pitchFamily="34" charset="0"/>
              </a:rPr>
              <a:t> </a:t>
            </a:r>
          </a:p>
        </p:txBody>
      </p:sp>
      <p:sp>
        <p:nvSpPr>
          <p:cNvPr id="11" name="Flèche : droite 10">
            <a:extLst>
              <a:ext uri="{FF2B5EF4-FFF2-40B4-BE49-F238E27FC236}">
                <a16:creationId xmlns:a16="http://schemas.microsoft.com/office/drawing/2014/main" xmlns="" id="{9945B744-CFD1-1455-CFCE-9C2DCA2E7B14}"/>
              </a:ext>
            </a:extLst>
          </p:cNvPr>
          <p:cNvSpPr/>
          <p:nvPr/>
        </p:nvSpPr>
        <p:spPr bwMode="auto">
          <a:xfrm>
            <a:off x="4474028" y="5480682"/>
            <a:ext cx="3047999" cy="533400"/>
          </a:xfrm>
          <a:prstGeom prst="rightArrow">
            <a:avLst/>
          </a:prstGeom>
          <a:ln>
            <a:headEnd/>
            <a:tailEn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algn="ctr"/>
            <a:endParaRPr lang="fr-FR"/>
          </a:p>
        </p:txBody>
      </p:sp>
      <p:sp>
        <p:nvSpPr>
          <p:cNvPr id="6" name="Rectangle 5">
            <a:extLst>
              <a:ext uri="{FF2B5EF4-FFF2-40B4-BE49-F238E27FC236}">
                <a16:creationId xmlns:a16="http://schemas.microsoft.com/office/drawing/2014/main" xmlns="" id="{6DE2FB3C-EF43-5EBD-B8C4-E326EF7884B7}"/>
              </a:ext>
            </a:extLst>
          </p:cNvPr>
          <p:cNvSpPr/>
          <p:nvPr/>
        </p:nvSpPr>
        <p:spPr bwMode="auto">
          <a:xfrm>
            <a:off x="457200" y="1351712"/>
            <a:ext cx="3429000" cy="799076"/>
          </a:xfrm>
          <a:prstGeom prst="rect">
            <a:avLst/>
          </a:prstGeom>
          <a:ln>
            <a:no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285750" indent="-285750" algn="just">
              <a:buFont typeface="Wingdings" panose="05000000000000000000" pitchFamily="2" charset="2"/>
              <a:buChar char="v"/>
            </a:pPr>
            <a:r>
              <a:rPr lang="fr-FR" sz="1600" b="1" u="sng" dirty="0">
                <a:solidFill>
                  <a:srgbClr val="00B050"/>
                </a:solidFill>
                <a:latin typeface="Century Gothic" panose="020B0502020202020204" pitchFamily="34" charset="0"/>
              </a:rPr>
              <a:t>L’immobilier </a:t>
            </a:r>
          </a:p>
          <a:p>
            <a:pPr marL="285750" indent="-285750" algn="just">
              <a:buFont typeface="Arial" panose="020B0604020202020204" pitchFamily="34" charset="0"/>
              <a:buChar char="•"/>
            </a:pPr>
            <a:r>
              <a:rPr lang="fr-FR" sz="1600" b="1" dirty="0">
                <a:solidFill>
                  <a:srgbClr val="00B050"/>
                </a:solidFill>
                <a:latin typeface="Century Gothic" panose="020B0502020202020204" pitchFamily="34" charset="0"/>
              </a:rPr>
              <a:t>Achat terrain</a:t>
            </a:r>
          </a:p>
          <a:p>
            <a:pPr marL="285750" indent="-285750" algn="just">
              <a:buFont typeface="Arial" panose="020B0604020202020204" pitchFamily="34" charset="0"/>
              <a:buChar char="•"/>
            </a:pPr>
            <a:r>
              <a:rPr lang="fr-FR" sz="1600" b="1" dirty="0">
                <a:solidFill>
                  <a:srgbClr val="00B050"/>
                </a:solidFill>
                <a:latin typeface="Century Gothic" panose="020B0502020202020204" pitchFamily="34" charset="0"/>
              </a:rPr>
              <a:t>Construction (Perso, location)</a:t>
            </a:r>
          </a:p>
        </p:txBody>
      </p:sp>
      <p:sp>
        <p:nvSpPr>
          <p:cNvPr id="9" name="Rectangle 8">
            <a:extLst>
              <a:ext uri="{FF2B5EF4-FFF2-40B4-BE49-F238E27FC236}">
                <a16:creationId xmlns:a16="http://schemas.microsoft.com/office/drawing/2014/main" xmlns="" id="{7F386B1A-65AE-B76B-B542-A7F2E7688832}"/>
              </a:ext>
            </a:extLst>
          </p:cNvPr>
          <p:cNvSpPr/>
          <p:nvPr/>
        </p:nvSpPr>
        <p:spPr bwMode="auto">
          <a:xfrm>
            <a:off x="7658100" y="1351712"/>
            <a:ext cx="4076700" cy="799076"/>
          </a:xfrm>
          <a:prstGeom prst="rect">
            <a:avLst/>
          </a:prstGeom>
          <a:ln>
            <a:noFill/>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285750" indent="-285750" algn="just">
              <a:buFont typeface="Wingdings" panose="05000000000000000000" pitchFamily="2" charset="2"/>
              <a:buChar char="v"/>
            </a:pPr>
            <a:r>
              <a:rPr lang="fr-FR" sz="1600" b="1" dirty="0">
                <a:solidFill>
                  <a:srgbClr val="00B050"/>
                </a:solidFill>
                <a:latin typeface="Century Gothic" panose="020B0502020202020204" pitchFamily="34" charset="0"/>
              </a:rPr>
              <a:t>Difficile de convertir en liquidité</a:t>
            </a:r>
          </a:p>
          <a:p>
            <a:pPr marL="285750" indent="-285750" algn="just">
              <a:buFont typeface="Wingdings" panose="05000000000000000000" pitchFamily="2" charset="2"/>
              <a:buChar char="v"/>
            </a:pPr>
            <a:r>
              <a:rPr lang="fr-FR" sz="1600" b="1" dirty="0">
                <a:solidFill>
                  <a:srgbClr val="00B050"/>
                </a:solidFill>
                <a:latin typeface="Century Gothic" panose="020B0502020202020204" pitchFamily="34" charset="0"/>
              </a:rPr>
              <a:t>Risqué (litige, expropriation, </a:t>
            </a:r>
            <a:r>
              <a:rPr lang="fr-FR" sz="1600" b="1" dirty="0" err="1">
                <a:solidFill>
                  <a:srgbClr val="00B050"/>
                </a:solidFill>
                <a:latin typeface="Century Gothic" panose="020B0502020202020204" pitchFamily="34" charset="0"/>
              </a:rPr>
              <a:t>etc</a:t>
            </a:r>
            <a:r>
              <a:rPr lang="fr-FR" sz="1600" b="1" dirty="0">
                <a:solidFill>
                  <a:srgbClr val="00B050"/>
                </a:solidFill>
                <a:latin typeface="Century Gothic" panose="020B0502020202020204" pitchFamily="34" charset="0"/>
              </a:rPr>
              <a:t>)</a:t>
            </a:r>
          </a:p>
          <a:p>
            <a:pPr marL="285750" indent="-285750" algn="just">
              <a:buFont typeface="Wingdings" panose="05000000000000000000" pitchFamily="2" charset="2"/>
              <a:buChar char="v"/>
            </a:pPr>
            <a:r>
              <a:rPr lang="fr-FR" sz="1600" b="1" dirty="0">
                <a:solidFill>
                  <a:srgbClr val="00B050"/>
                </a:solidFill>
                <a:latin typeface="Century Gothic" panose="020B0502020202020204" pitchFamily="34" charset="0"/>
              </a:rPr>
              <a:t>Non rentable ou très long terme</a:t>
            </a:r>
          </a:p>
          <a:p>
            <a:pPr algn="just"/>
            <a:r>
              <a:rPr lang="fr-FR" sz="1400" dirty="0">
                <a:latin typeface="Century Gothic" panose="020B0502020202020204" pitchFamily="34" charset="0"/>
              </a:rPr>
              <a:t> </a:t>
            </a:r>
          </a:p>
        </p:txBody>
      </p:sp>
      <p:sp>
        <p:nvSpPr>
          <p:cNvPr id="12" name="Flèche : droite 11">
            <a:extLst>
              <a:ext uri="{FF2B5EF4-FFF2-40B4-BE49-F238E27FC236}">
                <a16:creationId xmlns:a16="http://schemas.microsoft.com/office/drawing/2014/main" xmlns="" id="{2C305CD6-CE75-42F6-BA17-70EF50F27FF7}"/>
              </a:ext>
            </a:extLst>
          </p:cNvPr>
          <p:cNvSpPr/>
          <p:nvPr/>
        </p:nvSpPr>
        <p:spPr bwMode="auto">
          <a:xfrm>
            <a:off x="4267200" y="1484550"/>
            <a:ext cx="3047999" cy="533400"/>
          </a:xfrm>
          <a:prstGeom prst="rightArrow">
            <a:avLst/>
          </a:prstGeom>
          <a:ln>
            <a:headEnd/>
            <a:tailEn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algn="ctr"/>
            <a:endParaRPr lang="fr-FR"/>
          </a:p>
        </p:txBody>
      </p:sp>
    </p:spTree>
    <p:extLst>
      <p:ext uri="{BB962C8B-B14F-4D97-AF65-F5344CB8AC3E}">
        <p14:creationId xmlns:p14="http://schemas.microsoft.com/office/powerpoint/2010/main" val="3524566691"/>
      </p:ext>
    </p:extLst>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xmlns="" id="{C144A5C0-C880-10EB-5AA5-A77F8BD987E5}"/>
              </a:ext>
            </a:extLst>
          </p:cNvPr>
          <p:cNvSpPr txBox="1">
            <a:spLocks/>
          </p:cNvSpPr>
          <p:nvPr/>
        </p:nvSpPr>
        <p:spPr>
          <a:xfrm>
            <a:off x="1727200" y="523259"/>
            <a:ext cx="10464800" cy="399768"/>
          </a:xfrm>
          <a:prstGeom prst="rect">
            <a:avLst/>
          </a:prstGeom>
        </p:spPr>
        <p:style>
          <a:lnRef idx="1">
            <a:schemeClr val="accent3"/>
          </a:lnRef>
          <a:fillRef idx="2">
            <a:schemeClr val="accent3"/>
          </a:fillRef>
          <a:effectRef idx="1">
            <a:schemeClr val="accent3"/>
          </a:effectRef>
          <a:fontRef idx="minor">
            <a:schemeClr val="dk1"/>
          </a:fontRef>
        </p:style>
        <p:txBody>
          <a:bodyPr lIns="0" tIns="0" rIns="0" bIns="0" anchor="ctr"/>
          <a:lstStyle>
            <a:lvl1pPr algn="ctr" defTabSz="914400" rtl="0" eaLnBrk="1" latinLnBrk="0" hangingPunct="1">
              <a:spcBef>
                <a:spcPct val="0"/>
              </a:spcBef>
              <a:buNone/>
              <a:defRPr sz="3200" kern="1200">
                <a:solidFill>
                  <a:schemeClr val="bg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2000" b="1" dirty="0">
                <a:solidFill>
                  <a:schemeClr val="tx1"/>
                </a:solidFill>
                <a:latin typeface="Century Gothic" panose="020B0502020202020204" pitchFamily="34" charset="0"/>
              </a:rPr>
              <a:t>7. </a:t>
            </a:r>
            <a:r>
              <a:rPr lang="fr-FR" sz="2000" b="1" dirty="0">
                <a:solidFill>
                  <a:schemeClr val="tx1"/>
                </a:solidFill>
                <a:latin typeface="Century Gothic" panose="020B0502020202020204" pitchFamily="34" charset="0"/>
              </a:rPr>
              <a:t>Les règles de répartition de revenus</a:t>
            </a:r>
          </a:p>
        </p:txBody>
      </p:sp>
      <p:sp>
        <p:nvSpPr>
          <p:cNvPr id="12" name="Rectangle 11">
            <a:extLst>
              <a:ext uri="{FF2B5EF4-FFF2-40B4-BE49-F238E27FC236}">
                <a16:creationId xmlns:a16="http://schemas.microsoft.com/office/drawing/2014/main" xmlns="" id="{4B145353-4ACA-47CD-0474-DB24A5ADFE62}"/>
              </a:ext>
            </a:extLst>
          </p:cNvPr>
          <p:cNvSpPr/>
          <p:nvPr/>
        </p:nvSpPr>
        <p:spPr bwMode="auto">
          <a:xfrm>
            <a:off x="3503442" y="1126671"/>
            <a:ext cx="6314621" cy="2209800"/>
          </a:xfrm>
          <a:prstGeom prst="rect">
            <a:avLst/>
          </a:pr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just"/>
            <a:r>
              <a:rPr lang="fr-FR" sz="1800" b="1" dirty="0">
                <a:solidFill>
                  <a:schemeClr val="accent3"/>
                </a:solidFill>
                <a:latin typeface="Century Gothic" panose="020B0502020202020204" pitchFamily="34" charset="0"/>
              </a:rPr>
              <a:t>La règle des 50/30/20 </a:t>
            </a:r>
            <a:r>
              <a:rPr lang="fr-FR" sz="1800" dirty="0">
                <a:latin typeface="Century Gothic" panose="020B0502020202020204" pitchFamily="34" charset="0"/>
              </a:rPr>
              <a:t>est une méthode de gestion budgétaire qui propose de répartir ses revenus de la manière suivante :</a:t>
            </a:r>
          </a:p>
          <a:p>
            <a:pPr marL="285750" indent="-285750" algn="just">
              <a:buFont typeface="Wingdings" panose="05000000000000000000" pitchFamily="2" charset="2"/>
              <a:buChar char="Ø"/>
            </a:pPr>
            <a:r>
              <a:rPr lang="fr-FR" sz="1800" dirty="0">
                <a:latin typeface="Century Gothic" panose="020B0502020202020204" pitchFamily="34" charset="0"/>
              </a:rPr>
              <a:t>50 % consacrés aux dépenses essentielles (logement, nourriture, transports, assurances, etc.)</a:t>
            </a:r>
          </a:p>
          <a:p>
            <a:pPr marL="285750" indent="-285750" algn="just">
              <a:buFont typeface="Wingdings" panose="05000000000000000000" pitchFamily="2" charset="2"/>
              <a:buChar char="Ø"/>
            </a:pPr>
            <a:r>
              <a:rPr lang="fr-FR" sz="1800" dirty="0">
                <a:latin typeface="Century Gothic" panose="020B0502020202020204" pitchFamily="34" charset="0"/>
              </a:rPr>
              <a:t>30 % dédiés aux dépenses personnelles et aux loisirs.</a:t>
            </a:r>
          </a:p>
          <a:p>
            <a:pPr marL="285750" indent="-285750" algn="just">
              <a:buFont typeface="Wingdings" panose="05000000000000000000" pitchFamily="2" charset="2"/>
              <a:buChar char="Ø"/>
            </a:pPr>
            <a:r>
              <a:rPr lang="fr-FR" sz="1800" dirty="0">
                <a:latin typeface="Century Gothic" panose="020B0502020202020204" pitchFamily="34" charset="0"/>
              </a:rPr>
              <a:t>20 % réservés à l'épargne et aux investissements.</a:t>
            </a:r>
          </a:p>
        </p:txBody>
      </p:sp>
      <p:sp>
        <p:nvSpPr>
          <p:cNvPr id="30" name="Rectangle 29">
            <a:extLst>
              <a:ext uri="{FF2B5EF4-FFF2-40B4-BE49-F238E27FC236}">
                <a16:creationId xmlns:a16="http://schemas.microsoft.com/office/drawing/2014/main" xmlns="" id="{825B7257-05A8-82A0-5B92-6DC1F6F67162}"/>
              </a:ext>
            </a:extLst>
          </p:cNvPr>
          <p:cNvSpPr/>
          <p:nvPr/>
        </p:nvSpPr>
        <p:spPr bwMode="auto">
          <a:xfrm>
            <a:off x="5651384" y="3429001"/>
            <a:ext cx="6470538" cy="3029554"/>
          </a:xfrm>
          <a:prstGeom prst="rect">
            <a:avLst/>
          </a:prstGeom>
          <a:ln>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just"/>
            <a:r>
              <a:rPr lang="fr-FR" sz="1600" b="1" dirty="0">
                <a:solidFill>
                  <a:schemeClr val="accent3"/>
                </a:solidFill>
                <a:latin typeface="Century Gothic" panose="020B0502020202020204" pitchFamily="34" charset="0"/>
              </a:rPr>
              <a:t>La règle des 40/40/10/10 </a:t>
            </a:r>
            <a:r>
              <a:rPr lang="fr-FR" sz="1600" dirty="0">
                <a:latin typeface="Century Gothic" panose="020B0502020202020204" pitchFamily="34" charset="0"/>
              </a:rPr>
              <a:t>est une méthode de gestion budgétaire qui propose de répartir ses revenus de la manière suivante :</a:t>
            </a:r>
          </a:p>
          <a:p>
            <a:pPr marL="285750" indent="-285750" algn="just">
              <a:buFont typeface="Wingdings" panose="05000000000000000000" pitchFamily="2" charset="2"/>
              <a:buChar char="Ø"/>
            </a:pPr>
            <a:r>
              <a:rPr lang="fr-FR" sz="1600" dirty="0">
                <a:latin typeface="Century Gothic" panose="020B0502020202020204" pitchFamily="34" charset="0"/>
              </a:rPr>
              <a:t>40% pour couvrir tes charges de fonctionnement : ton loyer, la bouffe, santé, </a:t>
            </a:r>
            <a:r>
              <a:rPr lang="fr-FR" sz="1600" dirty="0" err="1">
                <a:latin typeface="Century Gothic" panose="020B0502020202020204" pitchFamily="34" charset="0"/>
              </a:rPr>
              <a:t>etc</a:t>
            </a:r>
            <a:r>
              <a:rPr lang="fr-FR" sz="1600" dirty="0">
                <a:latin typeface="Century Gothic" panose="020B0502020202020204" pitchFamily="34" charset="0"/>
              </a:rPr>
              <a:t> ;</a:t>
            </a:r>
          </a:p>
          <a:p>
            <a:pPr marL="285750" indent="-285750" algn="just">
              <a:buFont typeface="Wingdings" panose="05000000000000000000" pitchFamily="2" charset="2"/>
              <a:buChar char="Ø"/>
            </a:pPr>
            <a:r>
              <a:rPr lang="fr-FR" sz="1600" dirty="0">
                <a:latin typeface="Century Gothic" panose="020B0502020202020204" pitchFamily="34" charset="0"/>
              </a:rPr>
              <a:t>40% pour destiner uniquement aux actions d'Investissement : ici c'est la formation, les certificats, épargne pour lancer un business, les livres, les immersions cours de langue, le sport, </a:t>
            </a:r>
            <a:r>
              <a:rPr lang="fr-FR" sz="1600" dirty="0" err="1">
                <a:latin typeface="Century Gothic" panose="020B0502020202020204" pitchFamily="34" charset="0"/>
              </a:rPr>
              <a:t>etc</a:t>
            </a:r>
            <a:r>
              <a:rPr lang="fr-FR" sz="1600" dirty="0">
                <a:latin typeface="Century Gothic" panose="020B0502020202020204" pitchFamily="34" charset="0"/>
              </a:rPr>
              <a:t> ;</a:t>
            </a:r>
          </a:p>
          <a:p>
            <a:pPr marL="285750" indent="-285750" algn="just">
              <a:buFont typeface="Wingdings" panose="05000000000000000000" pitchFamily="2" charset="2"/>
              <a:buChar char="Ø"/>
            </a:pPr>
            <a:r>
              <a:rPr lang="fr-FR" sz="1600" dirty="0">
                <a:latin typeface="Century Gothic" panose="020B0502020202020204" pitchFamily="34" charset="0"/>
              </a:rPr>
              <a:t>10% pour couvrir les loisirs, hobbies, vêtements, sorties, </a:t>
            </a:r>
            <a:r>
              <a:rPr lang="fr-FR" sz="1600" dirty="0" err="1">
                <a:latin typeface="Century Gothic" panose="020B0502020202020204" pitchFamily="34" charset="0"/>
              </a:rPr>
              <a:t>etc</a:t>
            </a:r>
            <a:r>
              <a:rPr lang="fr-FR" sz="1600" dirty="0">
                <a:latin typeface="Century Gothic" panose="020B0502020202020204" pitchFamily="34" charset="0"/>
              </a:rPr>
              <a:t> ;</a:t>
            </a:r>
          </a:p>
          <a:p>
            <a:pPr marL="285750" indent="-285750" algn="just">
              <a:buFont typeface="Wingdings" panose="05000000000000000000" pitchFamily="2" charset="2"/>
              <a:buChar char="Ø"/>
            </a:pPr>
            <a:r>
              <a:rPr lang="fr-FR" sz="1600" dirty="0">
                <a:latin typeface="Century Gothic" panose="020B0502020202020204" pitchFamily="34" charset="0"/>
              </a:rPr>
              <a:t>10% réservé aux imprévus, (aumônes/dîmes suivant les dispositions confessionnelles), divers.</a:t>
            </a:r>
          </a:p>
        </p:txBody>
      </p:sp>
      <p:pic>
        <p:nvPicPr>
          <p:cNvPr id="32" name="Image 31" descr="Une image contenant dessin humoristique, texte, logo, Graphique&#10;&#10;Description générée automatiquement">
            <a:extLst>
              <a:ext uri="{FF2B5EF4-FFF2-40B4-BE49-F238E27FC236}">
                <a16:creationId xmlns:a16="http://schemas.microsoft.com/office/drawing/2014/main" xmlns="" id="{6958F41B-4DCF-1F18-9A64-0D3F6EEDE8E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27430" y="1110343"/>
            <a:ext cx="2194492" cy="2242457"/>
          </a:xfrm>
          <a:prstGeom prst="rect">
            <a:avLst/>
          </a:prstGeom>
        </p:spPr>
      </p:pic>
      <p:pic>
        <p:nvPicPr>
          <p:cNvPr id="34" name="Image 33" descr="Une image contenant texte, capture d’écran, Police, graphisme&#10;&#10;Description générée automatiquement">
            <a:extLst>
              <a:ext uri="{FF2B5EF4-FFF2-40B4-BE49-F238E27FC236}">
                <a16:creationId xmlns:a16="http://schemas.microsoft.com/office/drawing/2014/main" xmlns="" id="{2A9D7262-BB7C-4661-02A1-314F6E0AD6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800" y="1110343"/>
            <a:ext cx="2962275" cy="2242457"/>
          </a:xfrm>
          <a:prstGeom prst="rect">
            <a:avLst/>
          </a:prstGeom>
        </p:spPr>
      </p:pic>
      <p:pic>
        <p:nvPicPr>
          <p:cNvPr id="37" name="Image 36" descr="Une image contenant texte, Police, capture d’écran, Graphique&#10;&#10;Description générée automatiquement">
            <a:extLst>
              <a:ext uri="{FF2B5EF4-FFF2-40B4-BE49-F238E27FC236}">
                <a16:creationId xmlns:a16="http://schemas.microsoft.com/office/drawing/2014/main" xmlns="" id="{C2C0C12C-4B96-43E4-3DED-E19BEE6316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1800" y="3429001"/>
            <a:ext cx="5130800" cy="3029554"/>
          </a:xfrm>
          <a:prstGeom prst="rect">
            <a:avLst/>
          </a:prstGeom>
        </p:spPr>
      </p:pic>
    </p:spTree>
    <p:extLst>
      <p:ext uri="{BB962C8B-B14F-4D97-AF65-F5344CB8AC3E}">
        <p14:creationId xmlns:p14="http://schemas.microsoft.com/office/powerpoint/2010/main" val="33679557"/>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xmlns="" id="{C144A5C0-C880-10EB-5AA5-A77F8BD987E5}"/>
              </a:ext>
            </a:extLst>
          </p:cNvPr>
          <p:cNvSpPr txBox="1">
            <a:spLocks/>
          </p:cNvSpPr>
          <p:nvPr/>
        </p:nvSpPr>
        <p:spPr>
          <a:xfrm>
            <a:off x="1727200" y="523259"/>
            <a:ext cx="10464800" cy="399768"/>
          </a:xfrm>
          <a:prstGeom prst="rect">
            <a:avLst/>
          </a:prstGeom>
        </p:spPr>
        <p:style>
          <a:lnRef idx="1">
            <a:schemeClr val="accent3"/>
          </a:lnRef>
          <a:fillRef idx="2">
            <a:schemeClr val="accent3"/>
          </a:fillRef>
          <a:effectRef idx="1">
            <a:schemeClr val="accent3"/>
          </a:effectRef>
          <a:fontRef idx="minor">
            <a:schemeClr val="dk1"/>
          </a:fontRef>
        </p:style>
        <p:txBody>
          <a:bodyPr lIns="0" tIns="0" rIns="0" bIns="0" anchor="ctr"/>
          <a:lstStyle>
            <a:lvl1pPr algn="ctr" defTabSz="914400" rtl="0" eaLnBrk="1" latinLnBrk="0" hangingPunct="1">
              <a:spcBef>
                <a:spcPct val="0"/>
              </a:spcBef>
              <a:buNone/>
              <a:defRPr sz="3200" kern="1200">
                <a:solidFill>
                  <a:schemeClr val="bg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2000" b="1" dirty="0">
                <a:solidFill>
                  <a:schemeClr val="tx1"/>
                </a:solidFill>
                <a:latin typeface="Century Gothic" panose="020B0502020202020204" pitchFamily="34" charset="0"/>
              </a:rPr>
              <a:t>8. </a:t>
            </a:r>
            <a:r>
              <a:rPr lang="fr-FR" sz="2000" b="1" dirty="0">
                <a:solidFill>
                  <a:schemeClr val="tx1"/>
                </a:solidFill>
                <a:latin typeface="Century Gothic" panose="020B0502020202020204" pitchFamily="34" charset="0"/>
              </a:rPr>
              <a:t>Pourquoi épargner ou investir?</a:t>
            </a:r>
          </a:p>
        </p:txBody>
      </p:sp>
      <p:sp>
        <p:nvSpPr>
          <p:cNvPr id="20" name="Rectangle : coins arrondis 19">
            <a:extLst>
              <a:ext uri="{FF2B5EF4-FFF2-40B4-BE49-F238E27FC236}">
                <a16:creationId xmlns:a16="http://schemas.microsoft.com/office/drawing/2014/main" xmlns="" id="{75A48F57-ED60-54C4-754B-7CAFE4C8C42D}"/>
              </a:ext>
            </a:extLst>
          </p:cNvPr>
          <p:cNvSpPr/>
          <p:nvPr/>
        </p:nvSpPr>
        <p:spPr>
          <a:xfrm>
            <a:off x="6226629" y="1142815"/>
            <a:ext cx="5544457" cy="2005599"/>
          </a:xfrm>
          <a:prstGeom prst="roundRect">
            <a:avLst/>
          </a:prstGeom>
          <a:ln>
            <a:noFill/>
          </a:ln>
        </p:spPr>
        <p:style>
          <a:lnRef idx="2">
            <a:schemeClr val="accent2"/>
          </a:lnRef>
          <a:fillRef idx="1">
            <a:schemeClr val="lt1"/>
          </a:fillRef>
          <a:effectRef idx="0">
            <a:schemeClr val="accent2"/>
          </a:effectRef>
          <a:fontRef idx="minor">
            <a:schemeClr val="dk1"/>
          </a:fontRef>
        </p:style>
        <p:txBody>
          <a:bodyPr rtlCol="0" anchor="ctr"/>
          <a:lstStyle/>
          <a:p>
            <a:pPr marL="285750" indent="-285750" algn="just">
              <a:buFont typeface="Wingdings" panose="05000000000000000000" pitchFamily="2" charset="2"/>
              <a:buChar char="v"/>
            </a:pPr>
            <a:r>
              <a:rPr lang="fr-FR" sz="1800" b="1" dirty="0">
                <a:solidFill>
                  <a:schemeClr val="tx2"/>
                </a:solidFill>
                <a:latin typeface="Century Gothic" panose="020B0502020202020204" pitchFamily="34" charset="0"/>
              </a:rPr>
              <a:t>Accès à une bonne formation professionnelle, meilleures universités, et écoles au Bénin et à l’étranger :</a:t>
            </a:r>
          </a:p>
          <a:p>
            <a:pPr algn="just"/>
            <a:r>
              <a:rPr lang="fr-FR" sz="1800" b="1" dirty="0">
                <a:solidFill>
                  <a:schemeClr val="accent3"/>
                </a:solidFill>
                <a:latin typeface="Century Gothic" panose="020B0502020202020204" pitchFamily="34" charset="0"/>
              </a:rPr>
              <a:t>tout parent, est soucieux de l’avenir de ses enfants, souhaitant garantir les études supérieures ou la formation professionnelle a ses enfants, ou même renforcer ses capacités.</a:t>
            </a:r>
          </a:p>
        </p:txBody>
      </p:sp>
      <p:sp>
        <p:nvSpPr>
          <p:cNvPr id="22" name="Rectangle : coins arrondis 21">
            <a:extLst>
              <a:ext uri="{FF2B5EF4-FFF2-40B4-BE49-F238E27FC236}">
                <a16:creationId xmlns:a16="http://schemas.microsoft.com/office/drawing/2014/main" xmlns="" id="{9CA08E69-F3D0-C060-7607-D5389B2A7A1E}"/>
              </a:ext>
            </a:extLst>
          </p:cNvPr>
          <p:cNvSpPr/>
          <p:nvPr/>
        </p:nvSpPr>
        <p:spPr>
          <a:xfrm>
            <a:off x="359229" y="1292111"/>
            <a:ext cx="5939971" cy="1746033"/>
          </a:xfrm>
          <a:prstGeom prst="roundRect">
            <a:avLst/>
          </a:prstGeom>
          <a:ln>
            <a:noFill/>
          </a:ln>
        </p:spPr>
        <p:style>
          <a:lnRef idx="2">
            <a:schemeClr val="accent4"/>
          </a:lnRef>
          <a:fillRef idx="1">
            <a:schemeClr val="lt1"/>
          </a:fillRef>
          <a:effectRef idx="0">
            <a:schemeClr val="accent4"/>
          </a:effectRef>
          <a:fontRef idx="minor">
            <a:schemeClr val="dk1"/>
          </a:fontRef>
        </p:style>
        <p:txBody>
          <a:bodyPr rtlCol="0" anchor="ctr"/>
          <a:lstStyle/>
          <a:p>
            <a:endParaRPr lang="fr-FR" sz="1300" dirty="0">
              <a:solidFill>
                <a:schemeClr val="tx1"/>
              </a:solidFill>
              <a:latin typeface="Century Gothic" panose="020B0502020202020204" pitchFamily="34" charset="0"/>
            </a:endParaRPr>
          </a:p>
          <a:p>
            <a:pPr marL="285750" indent="-285750">
              <a:buFont typeface="Wingdings" panose="05000000000000000000" pitchFamily="2" charset="2"/>
              <a:buChar char="v"/>
            </a:pPr>
            <a:r>
              <a:rPr lang="fr-FR" sz="1800" b="1" dirty="0">
                <a:solidFill>
                  <a:schemeClr val="tx1"/>
                </a:solidFill>
                <a:latin typeface="Century Gothic" panose="020B0502020202020204" pitchFamily="34" charset="0"/>
              </a:rPr>
              <a:t>Acheter/renouveler moto, matériels et équipements, parcelle, construire :</a:t>
            </a:r>
          </a:p>
          <a:p>
            <a:r>
              <a:rPr lang="fr-FR" sz="1800" b="1" dirty="0">
                <a:solidFill>
                  <a:schemeClr val="accent3"/>
                </a:solidFill>
                <a:latin typeface="Century Gothic" panose="020B0502020202020204" pitchFamily="34" charset="0"/>
              </a:rPr>
              <a:t>Vous avez un moyen de déplacement, des équipements qui, d’ici 2, 3, 4 ou 5 ans nécessiteront d’être renouveler, ou parcelle à payer, maison à construire.</a:t>
            </a:r>
          </a:p>
          <a:p>
            <a:pPr marL="285750" indent="-285750">
              <a:buFont typeface="Wingdings" panose="05000000000000000000" pitchFamily="2" charset="2"/>
              <a:buChar char="v"/>
            </a:pPr>
            <a:endParaRPr lang="fr-FR" sz="1300" dirty="0">
              <a:solidFill>
                <a:schemeClr val="tx1"/>
              </a:solidFill>
              <a:latin typeface="Century Gothic" panose="020B0502020202020204" pitchFamily="34" charset="0"/>
            </a:endParaRPr>
          </a:p>
          <a:p>
            <a:endParaRPr lang="fr-FR" sz="1300" dirty="0">
              <a:solidFill>
                <a:schemeClr val="tx1"/>
              </a:solidFill>
              <a:latin typeface="Century Gothic" panose="020B0502020202020204" pitchFamily="34" charset="0"/>
            </a:endParaRPr>
          </a:p>
        </p:txBody>
      </p:sp>
      <p:sp>
        <p:nvSpPr>
          <p:cNvPr id="12" name="Rectangle : coins arrondis 11">
            <a:extLst>
              <a:ext uri="{FF2B5EF4-FFF2-40B4-BE49-F238E27FC236}">
                <a16:creationId xmlns:a16="http://schemas.microsoft.com/office/drawing/2014/main" xmlns="" id="{6AA3F402-25CD-99F3-90E2-1EBBC91E659A}"/>
              </a:ext>
            </a:extLst>
          </p:cNvPr>
          <p:cNvSpPr/>
          <p:nvPr/>
        </p:nvSpPr>
        <p:spPr>
          <a:xfrm>
            <a:off x="6353628" y="3429000"/>
            <a:ext cx="5439229" cy="1066800"/>
          </a:xfrm>
          <a:prstGeom prst="roundRect">
            <a:avLst/>
          </a:prstGeom>
          <a:ln>
            <a:noFill/>
          </a:ln>
        </p:spPr>
        <p:style>
          <a:lnRef idx="2">
            <a:schemeClr val="accent4"/>
          </a:lnRef>
          <a:fillRef idx="1">
            <a:schemeClr val="lt1"/>
          </a:fillRef>
          <a:effectRef idx="0">
            <a:schemeClr val="accent4"/>
          </a:effectRef>
          <a:fontRef idx="minor">
            <a:schemeClr val="dk1"/>
          </a:fontRef>
        </p:style>
        <p:txBody>
          <a:bodyPr rtlCol="0" anchor="ctr"/>
          <a:lstStyle/>
          <a:p>
            <a:pPr marL="285750" indent="-285750">
              <a:buFont typeface="Wingdings" panose="05000000000000000000" pitchFamily="2" charset="2"/>
              <a:buChar char="v"/>
            </a:pPr>
            <a:r>
              <a:rPr lang="fr-FR" sz="1800" b="1" dirty="0">
                <a:solidFill>
                  <a:schemeClr val="tx1"/>
                </a:solidFill>
                <a:latin typeface="Century Gothic" panose="020B0502020202020204" pitchFamily="34" charset="0"/>
              </a:rPr>
              <a:t>Entreprendre (démarrer une activité) :</a:t>
            </a:r>
          </a:p>
          <a:p>
            <a:r>
              <a:rPr lang="fr-FR" sz="1800" b="1" dirty="0">
                <a:solidFill>
                  <a:schemeClr val="accent3"/>
                </a:solidFill>
                <a:latin typeface="Century Gothic" panose="020B0502020202020204" pitchFamily="34" charset="0"/>
              </a:rPr>
              <a:t>Pour disposer du capital nécessaire à une date donnée, pour démarrer un business.</a:t>
            </a:r>
            <a:endParaRPr lang="fr-FR" sz="1800" b="1" dirty="0">
              <a:solidFill>
                <a:schemeClr val="accent3"/>
              </a:solidFill>
            </a:endParaRPr>
          </a:p>
        </p:txBody>
      </p:sp>
      <p:sp>
        <p:nvSpPr>
          <p:cNvPr id="13" name="Rectangle : coins arrondis 12">
            <a:extLst>
              <a:ext uri="{FF2B5EF4-FFF2-40B4-BE49-F238E27FC236}">
                <a16:creationId xmlns:a16="http://schemas.microsoft.com/office/drawing/2014/main" xmlns="" id="{EE9DEA28-9504-3A40-7961-3B3BAF02D4FE}"/>
              </a:ext>
            </a:extLst>
          </p:cNvPr>
          <p:cNvSpPr/>
          <p:nvPr/>
        </p:nvSpPr>
        <p:spPr>
          <a:xfrm>
            <a:off x="399144" y="3466071"/>
            <a:ext cx="5439229" cy="1066800"/>
          </a:xfrm>
          <a:prstGeom prst="roundRect">
            <a:avLst/>
          </a:prstGeom>
          <a:ln>
            <a:noFill/>
          </a:ln>
        </p:spPr>
        <p:style>
          <a:lnRef idx="2">
            <a:schemeClr val="accent4"/>
          </a:lnRef>
          <a:fillRef idx="1">
            <a:schemeClr val="lt1"/>
          </a:fillRef>
          <a:effectRef idx="0">
            <a:schemeClr val="accent4"/>
          </a:effectRef>
          <a:fontRef idx="minor">
            <a:schemeClr val="dk1"/>
          </a:fontRef>
        </p:style>
        <p:txBody>
          <a:bodyPr rtlCol="0" anchor="ctr"/>
          <a:lstStyle/>
          <a:p>
            <a:pPr marL="285750" indent="-285750">
              <a:buFont typeface="Wingdings" panose="05000000000000000000" pitchFamily="2" charset="2"/>
              <a:buChar char="v"/>
            </a:pPr>
            <a:r>
              <a:rPr lang="fr-FR" sz="1800" b="1" dirty="0">
                <a:solidFill>
                  <a:schemeClr val="tx1"/>
                </a:solidFill>
                <a:latin typeface="Century Gothic" panose="020B0502020202020204" pitchFamily="34" charset="0"/>
              </a:rPr>
              <a:t>Planifier des vacances, voyages :</a:t>
            </a:r>
          </a:p>
          <a:p>
            <a:r>
              <a:rPr lang="fr-FR" sz="1800" b="1" dirty="0">
                <a:solidFill>
                  <a:schemeClr val="accent3"/>
                </a:solidFill>
                <a:latin typeface="Century Gothic" panose="020B0502020202020204" pitchFamily="34" charset="0"/>
              </a:rPr>
              <a:t>Offrez-vous des voyages, congés, visites touristiques, immigration, seul ou en famille.</a:t>
            </a:r>
            <a:endParaRPr lang="fr-FR" sz="1800" b="1" dirty="0">
              <a:solidFill>
                <a:schemeClr val="accent3"/>
              </a:solidFill>
            </a:endParaRPr>
          </a:p>
        </p:txBody>
      </p:sp>
      <p:sp>
        <p:nvSpPr>
          <p:cNvPr id="2" name="Rectangle : coins arrondis 1">
            <a:extLst>
              <a:ext uri="{FF2B5EF4-FFF2-40B4-BE49-F238E27FC236}">
                <a16:creationId xmlns:a16="http://schemas.microsoft.com/office/drawing/2014/main" xmlns="" id="{F26C821D-2B62-1ADA-957D-6AD0A72BBE47}"/>
              </a:ext>
            </a:extLst>
          </p:cNvPr>
          <p:cNvSpPr/>
          <p:nvPr/>
        </p:nvSpPr>
        <p:spPr>
          <a:xfrm>
            <a:off x="359229" y="4932449"/>
            <a:ext cx="5439229" cy="983274"/>
          </a:xfrm>
          <a:prstGeom prst="roundRect">
            <a:avLst/>
          </a:prstGeom>
          <a:ln>
            <a:noFill/>
          </a:ln>
        </p:spPr>
        <p:style>
          <a:lnRef idx="2">
            <a:schemeClr val="accent4"/>
          </a:lnRef>
          <a:fillRef idx="1">
            <a:schemeClr val="lt1"/>
          </a:fillRef>
          <a:effectRef idx="0">
            <a:schemeClr val="accent4"/>
          </a:effectRef>
          <a:fontRef idx="minor">
            <a:schemeClr val="dk1"/>
          </a:fontRef>
        </p:style>
        <p:txBody>
          <a:bodyPr rtlCol="0" anchor="ctr"/>
          <a:lstStyle/>
          <a:p>
            <a:pPr marL="285750" indent="-285750">
              <a:buFont typeface="Wingdings" panose="05000000000000000000" pitchFamily="2" charset="2"/>
              <a:buChar char="v"/>
            </a:pPr>
            <a:r>
              <a:rPr lang="fr-FR" sz="1800" b="1" dirty="0">
                <a:solidFill>
                  <a:schemeClr val="tx1"/>
                </a:solidFill>
                <a:latin typeface="Century Gothic" panose="020B0502020202020204" pitchFamily="34" charset="0"/>
              </a:rPr>
              <a:t>Preparer ou compléter sa retraite :</a:t>
            </a:r>
          </a:p>
          <a:p>
            <a:r>
              <a:rPr lang="fr-FR" sz="1800" b="1" dirty="0">
                <a:solidFill>
                  <a:schemeClr val="accent3"/>
                </a:solidFill>
                <a:latin typeface="Century Gothic" panose="020B0502020202020204" pitchFamily="34" charset="0"/>
              </a:rPr>
              <a:t>S’offrir une retraite paisible, agréable ou augmenter sa rente.</a:t>
            </a:r>
            <a:endParaRPr lang="fr-FR" sz="1800" b="1" dirty="0">
              <a:solidFill>
                <a:schemeClr val="accent3"/>
              </a:solidFill>
            </a:endParaRPr>
          </a:p>
        </p:txBody>
      </p:sp>
      <p:sp>
        <p:nvSpPr>
          <p:cNvPr id="3" name="Rectangle : coins arrondis 2">
            <a:extLst>
              <a:ext uri="{FF2B5EF4-FFF2-40B4-BE49-F238E27FC236}">
                <a16:creationId xmlns:a16="http://schemas.microsoft.com/office/drawing/2014/main" xmlns="" id="{BD989E00-FFE4-412F-50AB-B0442F582A35}"/>
              </a:ext>
            </a:extLst>
          </p:cNvPr>
          <p:cNvSpPr/>
          <p:nvPr/>
        </p:nvSpPr>
        <p:spPr>
          <a:xfrm>
            <a:off x="6331857" y="4776386"/>
            <a:ext cx="5439229" cy="1295400"/>
          </a:xfrm>
          <a:prstGeom prst="roundRect">
            <a:avLst/>
          </a:prstGeom>
          <a:ln>
            <a:noFill/>
          </a:ln>
        </p:spPr>
        <p:style>
          <a:lnRef idx="2">
            <a:schemeClr val="accent4"/>
          </a:lnRef>
          <a:fillRef idx="1">
            <a:schemeClr val="lt1"/>
          </a:fillRef>
          <a:effectRef idx="0">
            <a:schemeClr val="accent4"/>
          </a:effectRef>
          <a:fontRef idx="minor">
            <a:schemeClr val="dk1"/>
          </a:fontRef>
        </p:style>
        <p:txBody>
          <a:bodyPr rtlCol="0" anchor="ctr"/>
          <a:lstStyle/>
          <a:p>
            <a:pPr marL="285750" indent="-285750">
              <a:buFont typeface="Wingdings" panose="05000000000000000000" pitchFamily="2" charset="2"/>
              <a:buChar char="v"/>
            </a:pPr>
            <a:r>
              <a:rPr lang="fr-FR" sz="1800" b="1" dirty="0">
                <a:solidFill>
                  <a:schemeClr val="tx1"/>
                </a:solidFill>
                <a:latin typeface="Century Gothic" panose="020B0502020202020204" pitchFamily="34" charset="0"/>
              </a:rPr>
              <a:t>Planifier divers évènements de la vie :</a:t>
            </a:r>
          </a:p>
          <a:p>
            <a:r>
              <a:rPr lang="fr-FR" sz="1800" b="1" dirty="0">
                <a:solidFill>
                  <a:schemeClr val="accent3"/>
                </a:solidFill>
                <a:latin typeface="Century Gothic" panose="020B0502020202020204" pitchFamily="34" charset="0"/>
              </a:rPr>
              <a:t>Financer sa dote, son mariage, les baptêmes et anniversaires, obtention de diplômes, et meme les décès des parents.</a:t>
            </a:r>
            <a:endParaRPr lang="fr-FR" sz="1800" b="1" dirty="0">
              <a:solidFill>
                <a:schemeClr val="accent3"/>
              </a:solidFill>
            </a:endParaRPr>
          </a:p>
        </p:txBody>
      </p:sp>
    </p:spTree>
    <p:extLst>
      <p:ext uri="{BB962C8B-B14F-4D97-AF65-F5344CB8AC3E}">
        <p14:creationId xmlns:p14="http://schemas.microsoft.com/office/powerpoint/2010/main" val="2988515837"/>
      </p:ext>
    </p:extLst>
  </p:cSld>
  <p:clrMapOvr>
    <a:masterClrMapping/>
  </p:clrMapOvr>
  <mc:AlternateContent xmlns:mc="http://schemas.openxmlformats.org/markup-compatibility/2006">
    <mc:Choice xmlns:p14="http://schemas.microsoft.com/office/powerpoint/2010/main" Requires="p14">
      <p:transition spd="slow" p14:dur="800">
        <p:circle/>
      </p:transition>
    </mc:Choice>
    <mc:Fallback>
      <p:transition spd="slow">
        <p:circl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xmlns="" id="{C144A5C0-C880-10EB-5AA5-A77F8BD987E5}"/>
              </a:ext>
            </a:extLst>
          </p:cNvPr>
          <p:cNvSpPr txBox="1">
            <a:spLocks/>
          </p:cNvSpPr>
          <p:nvPr/>
        </p:nvSpPr>
        <p:spPr>
          <a:xfrm>
            <a:off x="1727200" y="523259"/>
            <a:ext cx="10464800" cy="399768"/>
          </a:xfrm>
          <a:prstGeom prst="rect">
            <a:avLst/>
          </a:prstGeom>
        </p:spPr>
        <p:style>
          <a:lnRef idx="1">
            <a:schemeClr val="accent3"/>
          </a:lnRef>
          <a:fillRef idx="2">
            <a:schemeClr val="accent3"/>
          </a:fillRef>
          <a:effectRef idx="1">
            <a:schemeClr val="accent3"/>
          </a:effectRef>
          <a:fontRef idx="minor">
            <a:schemeClr val="dk1"/>
          </a:fontRef>
        </p:style>
        <p:txBody>
          <a:bodyPr lIns="0" tIns="0" rIns="0" bIns="0" anchor="ctr"/>
          <a:lstStyle>
            <a:lvl1pPr algn="ctr" defTabSz="914400" rtl="0" eaLnBrk="1" latinLnBrk="0" hangingPunct="1">
              <a:spcBef>
                <a:spcPct val="0"/>
              </a:spcBef>
              <a:buNone/>
              <a:defRPr sz="3200" kern="1200">
                <a:solidFill>
                  <a:schemeClr val="bg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2400" b="1" dirty="0">
                <a:solidFill>
                  <a:schemeClr val="tx1"/>
                </a:solidFill>
                <a:latin typeface="Century Gothic" panose="020B0502020202020204" pitchFamily="34" charset="0"/>
              </a:rPr>
              <a:t>9. </a:t>
            </a:r>
            <a:r>
              <a:rPr lang="fr-FR" sz="2400" b="1" dirty="0">
                <a:solidFill>
                  <a:schemeClr val="tx1"/>
                </a:solidFill>
                <a:latin typeface="Century Gothic" panose="020B0502020202020204" pitchFamily="34" charset="0"/>
              </a:rPr>
              <a:t>Votre epargne est-elle sécurisée?</a:t>
            </a:r>
          </a:p>
        </p:txBody>
      </p:sp>
      <p:sp>
        <p:nvSpPr>
          <p:cNvPr id="10" name="Rectangle 9">
            <a:extLst>
              <a:ext uri="{FF2B5EF4-FFF2-40B4-BE49-F238E27FC236}">
                <a16:creationId xmlns:a16="http://schemas.microsoft.com/office/drawing/2014/main" xmlns="" id="{3B1EA70B-AD33-FA31-61FD-2022DDFCD2CE}"/>
              </a:ext>
            </a:extLst>
          </p:cNvPr>
          <p:cNvSpPr/>
          <p:nvPr/>
        </p:nvSpPr>
        <p:spPr>
          <a:xfrm>
            <a:off x="322762" y="1022127"/>
            <a:ext cx="5562600" cy="2025873"/>
          </a:xfrm>
          <a:prstGeom prst="rect">
            <a:avLst/>
          </a:prstGeom>
          <a:ln>
            <a:noFill/>
          </a:ln>
        </p:spPr>
        <p:style>
          <a:lnRef idx="2">
            <a:schemeClr val="accent6"/>
          </a:lnRef>
          <a:fillRef idx="1">
            <a:schemeClr val="lt1"/>
          </a:fillRef>
          <a:effectRef idx="0">
            <a:schemeClr val="accent6"/>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just"/>
            <a:r>
              <a:rPr lang="fr-FR" sz="1800" b="1" u="sng" dirty="0">
                <a:solidFill>
                  <a:srgbClr val="0070C0"/>
                </a:solidFill>
                <a:highlight>
                  <a:srgbClr val="FFFFFF"/>
                </a:highlight>
                <a:latin typeface="Century Gothic" panose="020B0502020202020204" pitchFamily="34" charset="0"/>
                <a:ea typeface="Times New Roman" panose="02020603050405020304" pitchFamily="18" charset="0"/>
                <a:cs typeface="Open Sans" panose="020B0606030504020204" pitchFamily="34" charset="0"/>
              </a:rPr>
              <a:t>Risque</a:t>
            </a:r>
          </a:p>
          <a:p>
            <a:pPr algn="just"/>
            <a:r>
              <a:rPr lang="fr-FR" sz="1800" dirty="0">
                <a:solidFill>
                  <a:srgbClr val="333C4A"/>
                </a:solidFill>
                <a:effectLst/>
                <a:highlight>
                  <a:srgbClr val="FFFFFF"/>
                </a:highlight>
                <a:latin typeface="Century Gothic" panose="020B0502020202020204" pitchFamily="34" charset="0"/>
                <a:ea typeface="Times New Roman" panose="02020603050405020304" pitchFamily="18" charset="0"/>
                <a:cs typeface="Open Sans" panose="020B0606030504020204" pitchFamily="34" charset="0"/>
              </a:rPr>
              <a:t>-</a:t>
            </a:r>
            <a:r>
              <a:rPr lang="fr-FR" sz="1800" b="1" u="sng" dirty="0">
                <a:solidFill>
                  <a:schemeClr val="tx2"/>
                </a:solidFill>
                <a:effectLst/>
                <a:highlight>
                  <a:srgbClr val="FFFFFF"/>
                </a:highlight>
                <a:latin typeface="Century Gothic" panose="020B0502020202020204" pitchFamily="34" charset="0"/>
                <a:ea typeface="Times New Roman" panose="02020603050405020304" pitchFamily="18" charset="0"/>
                <a:cs typeface="Open Sans" panose="020B0606030504020204" pitchFamily="34" charset="0"/>
              </a:rPr>
              <a:t>Actions</a:t>
            </a:r>
            <a:r>
              <a:rPr lang="fr-FR" sz="1800" dirty="0">
                <a:solidFill>
                  <a:schemeClr val="tx2"/>
                </a:solidFill>
                <a:effectLst/>
                <a:highlight>
                  <a:srgbClr val="FFFFFF"/>
                </a:highlight>
                <a:latin typeface="Century Gothic" panose="020B0502020202020204" pitchFamily="34" charset="0"/>
                <a:ea typeface="Times New Roman" panose="02020603050405020304" pitchFamily="18" charset="0"/>
                <a:cs typeface="Open Sans" panose="020B0606030504020204" pitchFamily="34" charset="0"/>
              </a:rPr>
              <a:t>: risque élevé</a:t>
            </a:r>
            <a:r>
              <a:rPr lang="fr-FR" sz="1800" dirty="0">
                <a:solidFill>
                  <a:schemeClr val="tx2"/>
                </a:solidFill>
                <a:highlight>
                  <a:srgbClr val="FFFFFF"/>
                </a:highlight>
                <a:latin typeface="Century Gothic" panose="020B0502020202020204" pitchFamily="34" charset="0"/>
                <a:ea typeface="Times New Roman" panose="02020603050405020304" pitchFamily="18" charset="0"/>
                <a:cs typeface="Open Sans" panose="020B0606030504020204" pitchFamily="34" charset="0"/>
              </a:rPr>
              <a:t>, car soumises à des fluctuations sur le marché</a:t>
            </a:r>
            <a:endParaRPr lang="fr-FR" sz="1800" dirty="0">
              <a:solidFill>
                <a:schemeClr val="tx2"/>
              </a:solidFill>
              <a:effectLst/>
              <a:latin typeface="Century Gothic" panose="020B0502020202020204" pitchFamily="34" charset="0"/>
              <a:ea typeface="Times New Roman" panose="02020603050405020304" pitchFamily="18" charset="0"/>
              <a:cs typeface="Times New Roman" panose="02020603050405020304" pitchFamily="18" charset="0"/>
            </a:endParaRPr>
          </a:p>
          <a:p>
            <a:pPr algn="just"/>
            <a:r>
              <a:rPr lang="fr-FR" sz="1800" dirty="0">
                <a:solidFill>
                  <a:schemeClr val="tx2"/>
                </a:solidFill>
                <a:effectLst/>
                <a:highlight>
                  <a:srgbClr val="FFFFFF"/>
                </a:highlight>
                <a:latin typeface="Century Gothic" panose="020B0502020202020204" pitchFamily="34" charset="0"/>
                <a:ea typeface="Times New Roman" panose="02020603050405020304" pitchFamily="18" charset="0"/>
                <a:cs typeface="Open Sans" panose="020B0606030504020204" pitchFamily="34" charset="0"/>
              </a:rPr>
              <a:t>-</a:t>
            </a:r>
            <a:r>
              <a:rPr lang="fr-FR" sz="1800" b="1" u="sng" dirty="0">
                <a:solidFill>
                  <a:schemeClr val="tx2"/>
                </a:solidFill>
                <a:effectLst/>
                <a:highlight>
                  <a:srgbClr val="FFFFFF"/>
                </a:highlight>
                <a:latin typeface="Century Gothic" panose="020B0502020202020204" pitchFamily="34" charset="0"/>
                <a:ea typeface="Times New Roman" panose="02020603050405020304" pitchFamily="18" charset="0"/>
                <a:cs typeface="Open Sans" panose="020B0606030504020204" pitchFamily="34" charset="0"/>
              </a:rPr>
              <a:t>Obligations</a:t>
            </a:r>
            <a:r>
              <a:rPr lang="fr-FR" sz="1800" dirty="0">
                <a:solidFill>
                  <a:schemeClr val="tx2"/>
                </a:solidFill>
                <a:effectLst/>
                <a:highlight>
                  <a:srgbClr val="FFFFFF"/>
                </a:highlight>
                <a:latin typeface="Century Gothic" panose="020B0502020202020204" pitchFamily="34" charset="0"/>
                <a:ea typeface="Times New Roman" panose="02020603050405020304" pitchFamily="18" charset="0"/>
                <a:cs typeface="Open Sans" panose="020B0606030504020204" pitchFamily="34" charset="0"/>
              </a:rPr>
              <a:t>: non risqué,</a:t>
            </a:r>
          </a:p>
          <a:p>
            <a:pPr algn="just"/>
            <a:r>
              <a:rPr lang="fr-FR" sz="1800" dirty="0">
                <a:solidFill>
                  <a:schemeClr val="tx2"/>
                </a:solidFill>
                <a:highlight>
                  <a:srgbClr val="FFFFFF"/>
                </a:highlight>
                <a:latin typeface="Century Gothic" panose="020B0502020202020204" pitchFamily="34" charset="0"/>
                <a:ea typeface="Times New Roman" panose="02020603050405020304" pitchFamily="18" charset="0"/>
                <a:cs typeface="Open Sans" panose="020B0606030504020204" pitchFamily="34" charset="0"/>
              </a:rPr>
              <a:t>-</a:t>
            </a:r>
            <a:r>
              <a:rPr lang="fr-FR" sz="1800" b="1" u="sng" dirty="0">
                <a:solidFill>
                  <a:schemeClr val="tx2"/>
                </a:solidFill>
                <a:highlight>
                  <a:srgbClr val="FFFFFF"/>
                </a:highlight>
                <a:latin typeface="Century Gothic" panose="020B0502020202020204" pitchFamily="34" charset="0"/>
                <a:ea typeface="Times New Roman" panose="02020603050405020304" pitchFamily="18" charset="0"/>
                <a:cs typeface="Open Sans" panose="020B0606030504020204" pitchFamily="34" charset="0"/>
              </a:rPr>
              <a:t>FCP actions</a:t>
            </a:r>
            <a:r>
              <a:rPr lang="fr-FR" sz="1800" dirty="0">
                <a:solidFill>
                  <a:schemeClr val="tx2"/>
                </a:solidFill>
                <a:highlight>
                  <a:srgbClr val="FFFFFF"/>
                </a:highlight>
                <a:latin typeface="Century Gothic" panose="020B0502020202020204" pitchFamily="34" charset="0"/>
                <a:ea typeface="Times New Roman" panose="02020603050405020304" pitchFamily="18" charset="0"/>
                <a:cs typeface="Open Sans" panose="020B0606030504020204" pitchFamily="34" charset="0"/>
              </a:rPr>
              <a:t>: </a:t>
            </a:r>
            <a:r>
              <a:rPr lang="fr-FR" sz="1800" dirty="0">
                <a:solidFill>
                  <a:schemeClr val="tx2"/>
                </a:solidFill>
                <a:effectLst/>
                <a:highlight>
                  <a:srgbClr val="FFFFFF"/>
                </a:highlight>
                <a:latin typeface="Century Gothic" panose="020B0502020202020204" pitchFamily="34" charset="0"/>
                <a:ea typeface="Times New Roman" panose="02020603050405020304" pitchFamily="18" charset="0"/>
                <a:cs typeface="Open Sans" panose="020B0606030504020204" pitchFamily="34" charset="0"/>
              </a:rPr>
              <a:t>risque élevé</a:t>
            </a:r>
            <a:r>
              <a:rPr lang="fr-FR" sz="1800" dirty="0">
                <a:solidFill>
                  <a:schemeClr val="tx2"/>
                </a:solidFill>
                <a:highlight>
                  <a:srgbClr val="FFFFFF"/>
                </a:highlight>
                <a:latin typeface="Century Gothic" panose="020B0502020202020204" pitchFamily="34" charset="0"/>
                <a:ea typeface="Times New Roman" panose="02020603050405020304" pitchFamily="18" charset="0"/>
                <a:cs typeface="Open Sans" panose="020B0606030504020204" pitchFamily="34" charset="0"/>
              </a:rPr>
              <a:t>, car sous-jacents soumis à des fluctuations sur le marché</a:t>
            </a:r>
          </a:p>
          <a:p>
            <a:pPr algn="just"/>
            <a:r>
              <a:rPr lang="fr-FR" sz="1800" dirty="0">
                <a:solidFill>
                  <a:schemeClr val="tx2"/>
                </a:solidFill>
                <a:highlight>
                  <a:srgbClr val="FFFFFF"/>
                </a:highlight>
                <a:latin typeface="Century Gothic" panose="020B0502020202020204" pitchFamily="34" charset="0"/>
                <a:ea typeface="Times New Roman" panose="02020603050405020304" pitchFamily="18" charset="0"/>
                <a:cs typeface="Open Sans" panose="020B0606030504020204" pitchFamily="34" charset="0"/>
              </a:rPr>
              <a:t>-</a:t>
            </a:r>
            <a:r>
              <a:rPr lang="fr-FR" sz="1800" b="1" u="sng" dirty="0">
                <a:solidFill>
                  <a:schemeClr val="tx2"/>
                </a:solidFill>
                <a:highlight>
                  <a:srgbClr val="FFFFFF"/>
                </a:highlight>
                <a:latin typeface="Century Gothic" panose="020B0502020202020204" pitchFamily="34" charset="0"/>
                <a:ea typeface="Times New Roman" panose="02020603050405020304" pitchFamily="18" charset="0"/>
                <a:cs typeface="Open Sans" panose="020B0606030504020204" pitchFamily="34" charset="0"/>
              </a:rPr>
              <a:t>FCP obligation</a:t>
            </a:r>
            <a:r>
              <a:rPr lang="fr-FR" sz="1800" dirty="0">
                <a:solidFill>
                  <a:schemeClr val="tx2"/>
                </a:solidFill>
                <a:highlight>
                  <a:srgbClr val="FFFFFF"/>
                </a:highlight>
                <a:latin typeface="Century Gothic" panose="020B0502020202020204" pitchFamily="34" charset="0"/>
                <a:ea typeface="Times New Roman" panose="02020603050405020304" pitchFamily="18" charset="0"/>
                <a:cs typeface="Open Sans" panose="020B0606030504020204" pitchFamily="34" charset="0"/>
              </a:rPr>
              <a:t>: non </a:t>
            </a:r>
            <a:r>
              <a:rPr lang="fr-FR" sz="1800" dirty="0">
                <a:solidFill>
                  <a:schemeClr val="tx2"/>
                </a:solidFill>
                <a:effectLst/>
                <a:highlight>
                  <a:srgbClr val="FFFFFF"/>
                </a:highlight>
                <a:latin typeface="Century Gothic" panose="020B0502020202020204" pitchFamily="34" charset="0"/>
                <a:ea typeface="Times New Roman" panose="02020603050405020304" pitchFamily="18" charset="0"/>
                <a:cs typeface="Open Sans" panose="020B0606030504020204" pitchFamily="34" charset="0"/>
              </a:rPr>
              <a:t>risqué</a:t>
            </a:r>
            <a:endParaRPr lang="fr-FR" sz="1100" dirty="0">
              <a:solidFill>
                <a:schemeClr val="tx2"/>
              </a:solidFill>
              <a:highlight>
                <a:srgbClr val="FFFFFF"/>
              </a:highlight>
              <a:latin typeface="Century Gothic" panose="020B0502020202020204" pitchFamily="34" charset="0"/>
              <a:ea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xmlns="" id="{1D200F91-984F-8DEF-A7B2-CAA843A2FBD7}"/>
              </a:ext>
            </a:extLst>
          </p:cNvPr>
          <p:cNvSpPr/>
          <p:nvPr/>
        </p:nvSpPr>
        <p:spPr bwMode="auto">
          <a:xfrm>
            <a:off x="6230438" y="989183"/>
            <a:ext cx="5732962" cy="1426775"/>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just"/>
            <a:r>
              <a:rPr lang="fr-FR" sz="1800" b="1" u="sng" dirty="0">
                <a:solidFill>
                  <a:srgbClr val="0070C0"/>
                </a:solidFill>
                <a:latin typeface="Century Gothic" panose="020B0502020202020204" pitchFamily="34" charset="0"/>
              </a:rPr>
              <a:t>Sécurité?</a:t>
            </a:r>
          </a:p>
          <a:p>
            <a:pPr marL="285750" indent="-285750" algn="just">
              <a:buFont typeface="Wingdings" panose="05000000000000000000" pitchFamily="2" charset="2"/>
              <a:buChar char="v"/>
            </a:pPr>
            <a:r>
              <a:rPr lang="fr-FR" sz="1800" dirty="0">
                <a:latin typeface="Century Gothic" panose="020B0502020202020204" pitchFamily="34" charset="0"/>
              </a:rPr>
              <a:t>Activité réglementée, </a:t>
            </a:r>
            <a:r>
              <a:rPr lang="fr-FR" sz="1800" b="1" dirty="0">
                <a:latin typeface="Century Gothic" panose="020B0502020202020204" pitchFamily="34" charset="0"/>
              </a:rPr>
              <a:t>soumise au contrôle de l’Autorité des marchés financiers (AMF) UMOA</a:t>
            </a:r>
            <a:r>
              <a:rPr lang="fr-FR" sz="1800" dirty="0">
                <a:latin typeface="Century Gothic" panose="020B0502020202020204" pitchFamily="34" charset="0"/>
              </a:rPr>
              <a:t>;</a:t>
            </a:r>
          </a:p>
          <a:p>
            <a:pPr marL="285750" indent="-285750" algn="just">
              <a:buFont typeface="Wingdings" panose="05000000000000000000" pitchFamily="2" charset="2"/>
              <a:buChar char="v"/>
            </a:pPr>
            <a:r>
              <a:rPr lang="fr-FR" sz="1800" dirty="0">
                <a:latin typeface="Century Gothic" panose="020B0502020202020204" pitchFamily="34" charset="0"/>
              </a:rPr>
              <a:t>Le Marché Financier a démarré ses activités depuis 1996, donc, aujourhui  28 année deja</a:t>
            </a:r>
          </a:p>
          <a:p>
            <a:pPr algn="just"/>
            <a:endParaRPr lang="fr-FR" sz="1600" dirty="0">
              <a:latin typeface="Century Gothic" panose="020B0502020202020204" pitchFamily="34" charset="0"/>
            </a:endParaRPr>
          </a:p>
        </p:txBody>
      </p:sp>
      <p:sp>
        <p:nvSpPr>
          <p:cNvPr id="3" name="Rectangle 2">
            <a:extLst>
              <a:ext uri="{FF2B5EF4-FFF2-40B4-BE49-F238E27FC236}">
                <a16:creationId xmlns:a16="http://schemas.microsoft.com/office/drawing/2014/main" xmlns="" id="{9AE63A5D-C155-2D6A-5D5B-D74E878E3F21}"/>
              </a:ext>
            </a:extLst>
          </p:cNvPr>
          <p:cNvSpPr/>
          <p:nvPr/>
        </p:nvSpPr>
        <p:spPr bwMode="auto">
          <a:xfrm>
            <a:off x="6284866" y="2389729"/>
            <a:ext cx="5562598" cy="1567544"/>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just"/>
            <a:r>
              <a:rPr lang="fr-FR" sz="1600" b="1" u="sng" dirty="0">
                <a:solidFill>
                  <a:srgbClr val="0070C0"/>
                </a:solidFill>
                <a:latin typeface="Century Gothic" panose="020B0502020202020204" pitchFamily="34" charset="0"/>
              </a:rPr>
              <a:t>Vous gagnez quoi?</a:t>
            </a:r>
            <a:endParaRPr lang="fr-FR" sz="1600" u="sng" dirty="0">
              <a:latin typeface="Century Gothic" panose="020B0502020202020204" pitchFamily="34" charset="0"/>
            </a:endParaRPr>
          </a:p>
          <a:p>
            <a:pPr marL="285750" indent="-285750" algn="just">
              <a:buFont typeface="Wingdings" panose="05000000000000000000" pitchFamily="2" charset="2"/>
              <a:buChar char="v"/>
            </a:pPr>
            <a:r>
              <a:rPr lang="fr-FR" sz="1600" dirty="0">
                <a:latin typeface="Century Gothic" panose="020B0502020202020204" pitchFamily="34" charset="0"/>
              </a:rPr>
              <a:t>Plus-value très intéressantes, défiscalisée, </a:t>
            </a:r>
          </a:p>
          <a:p>
            <a:pPr marL="285750" indent="-285750" algn="just">
              <a:buFont typeface="Wingdings" panose="05000000000000000000" pitchFamily="2" charset="2"/>
              <a:buChar char="v"/>
            </a:pPr>
            <a:r>
              <a:rPr lang="fr-FR" sz="1600" dirty="0">
                <a:latin typeface="Century Gothic" panose="020B0502020202020204" pitchFamily="34" charset="0"/>
              </a:rPr>
              <a:t>Intérêts /dividendes défiscalisés,</a:t>
            </a:r>
          </a:p>
          <a:p>
            <a:pPr marL="285750" indent="-285750" algn="just">
              <a:buFont typeface="Wingdings" panose="05000000000000000000" pitchFamily="2" charset="2"/>
              <a:buChar char="v"/>
            </a:pPr>
            <a:r>
              <a:rPr lang="fr-FR" sz="1600" b="1" dirty="0">
                <a:latin typeface="Century Gothic" panose="020B0502020202020204" pitchFamily="34" charset="0"/>
              </a:rPr>
              <a:t>Possibilité de nantir ce compte pour faire un prêt auprès d’une banque partenaire de la SGI à des condictions  préférentielles;</a:t>
            </a:r>
          </a:p>
        </p:txBody>
      </p:sp>
      <p:sp>
        <p:nvSpPr>
          <p:cNvPr id="15" name="Rectangle 14">
            <a:extLst>
              <a:ext uri="{FF2B5EF4-FFF2-40B4-BE49-F238E27FC236}">
                <a16:creationId xmlns:a16="http://schemas.microsoft.com/office/drawing/2014/main" xmlns="" id="{79F8D527-F574-3BBA-BC5D-4BF474094E6A}"/>
              </a:ext>
            </a:extLst>
          </p:cNvPr>
          <p:cNvSpPr/>
          <p:nvPr/>
        </p:nvSpPr>
        <p:spPr bwMode="auto">
          <a:xfrm>
            <a:off x="344536" y="3173500"/>
            <a:ext cx="5562598" cy="2025873"/>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just"/>
            <a:r>
              <a:rPr lang="fr-FR" sz="1600" b="1" u="sng" dirty="0">
                <a:solidFill>
                  <a:srgbClr val="0070C0"/>
                </a:solidFill>
                <a:latin typeface="Century Gothic" panose="020B0502020202020204" pitchFamily="34" charset="0"/>
              </a:rPr>
              <a:t>Commission</a:t>
            </a:r>
          </a:p>
          <a:p>
            <a:pPr marL="285750" indent="-285750" algn="just">
              <a:buFont typeface="Wingdings" panose="05000000000000000000" pitchFamily="2" charset="2"/>
              <a:buChar char="v"/>
            </a:pPr>
            <a:r>
              <a:rPr lang="fr-FR" sz="1600" dirty="0">
                <a:latin typeface="Century Gothic" panose="020B0502020202020204" pitchFamily="34" charset="0"/>
              </a:rPr>
              <a:t> Commission de souscription : 0,5% à 2% , </a:t>
            </a:r>
          </a:p>
          <a:p>
            <a:pPr marL="285750" indent="-285750" algn="just">
              <a:buFont typeface="Wingdings" panose="05000000000000000000" pitchFamily="2" charset="2"/>
              <a:buChar char="v"/>
            </a:pPr>
            <a:r>
              <a:rPr lang="fr-FR" sz="1600" dirty="0">
                <a:latin typeface="Century Gothic" panose="020B0502020202020204" pitchFamily="34" charset="0"/>
              </a:rPr>
              <a:t>Commission de rachat : 0,5% à 2% , </a:t>
            </a:r>
          </a:p>
          <a:p>
            <a:pPr marL="285750" indent="-285750" algn="just">
              <a:buFont typeface="Wingdings" panose="05000000000000000000" pitchFamily="2" charset="2"/>
              <a:buChar char="v"/>
            </a:pPr>
            <a:r>
              <a:rPr lang="fr-FR" sz="1600" dirty="0">
                <a:latin typeface="Century Gothic" panose="020B0502020202020204" pitchFamily="34" charset="0"/>
              </a:rPr>
              <a:t>Horizon d’epargne recommander est de 3 ans</a:t>
            </a:r>
          </a:p>
          <a:p>
            <a:pPr marL="285750" indent="-285750" algn="just">
              <a:buFont typeface="Wingdings" panose="05000000000000000000" pitchFamily="2" charset="2"/>
              <a:buChar char="v"/>
            </a:pPr>
            <a:r>
              <a:rPr lang="fr-FR" sz="1600" dirty="0">
                <a:latin typeface="Century Gothic" panose="020B0502020202020204" pitchFamily="34" charset="0"/>
              </a:rPr>
              <a:t>Possibilité de prendre son argent à tout moment , </a:t>
            </a:r>
          </a:p>
          <a:p>
            <a:pPr marL="285750" indent="-285750" algn="just">
              <a:buFont typeface="Wingdings" panose="05000000000000000000" pitchFamily="2" charset="2"/>
              <a:buChar char="v"/>
            </a:pPr>
            <a:r>
              <a:rPr lang="fr-FR" sz="1600" dirty="0">
                <a:latin typeface="Century Gothic" panose="020B0502020202020204" pitchFamily="34" charset="0"/>
              </a:rPr>
              <a:t>Possibilité d’épargner à partir de 5.000 f</a:t>
            </a:r>
          </a:p>
          <a:p>
            <a:pPr marL="285750" indent="-285750" algn="just">
              <a:buFont typeface="Wingdings" panose="05000000000000000000" pitchFamily="2" charset="2"/>
              <a:buChar char="v"/>
            </a:pPr>
            <a:r>
              <a:rPr lang="fr-FR" sz="1600" dirty="0">
                <a:latin typeface="Century Gothic" panose="020B0502020202020204" pitchFamily="34" charset="0"/>
              </a:rPr>
              <a:t>Pas de frais de tenue de compte pour les FCP, </a:t>
            </a:r>
          </a:p>
          <a:p>
            <a:pPr marL="285750" indent="-285750" algn="just">
              <a:buFont typeface="Wingdings" panose="05000000000000000000" pitchFamily="2" charset="2"/>
              <a:buChar char="v"/>
            </a:pPr>
            <a:r>
              <a:rPr lang="fr-FR" sz="1600" dirty="0">
                <a:latin typeface="Century Gothic" panose="020B0502020202020204" pitchFamily="34" charset="0"/>
              </a:rPr>
              <a:t>Principe d’intérêt composé</a:t>
            </a:r>
          </a:p>
          <a:p>
            <a:pPr algn="just"/>
            <a:endParaRPr lang="fr-FR" sz="1600" dirty="0">
              <a:latin typeface="Century Gothic" panose="020B0502020202020204" pitchFamily="34" charset="0"/>
            </a:endParaRPr>
          </a:p>
        </p:txBody>
      </p:sp>
      <p:sp>
        <p:nvSpPr>
          <p:cNvPr id="17" name="Légende : flèche vers le bas 16">
            <a:extLst>
              <a:ext uri="{FF2B5EF4-FFF2-40B4-BE49-F238E27FC236}">
                <a16:creationId xmlns:a16="http://schemas.microsoft.com/office/drawing/2014/main" xmlns="" id="{26A98C64-1E11-65C3-B3E3-01359168694D}"/>
              </a:ext>
            </a:extLst>
          </p:cNvPr>
          <p:cNvSpPr/>
          <p:nvPr/>
        </p:nvSpPr>
        <p:spPr>
          <a:xfrm>
            <a:off x="6317523" y="3885216"/>
            <a:ext cx="5562600" cy="1426775"/>
          </a:xfrm>
          <a:prstGeom prst="downArrowCallout">
            <a:avLst/>
          </a:prstGeom>
          <a:ln>
            <a:noFill/>
          </a:ln>
        </p:spPr>
        <p:style>
          <a:lnRef idx="2">
            <a:schemeClr val="accent5"/>
          </a:lnRef>
          <a:fillRef idx="1">
            <a:schemeClr val="lt1"/>
          </a:fillRef>
          <a:effectRef idx="0">
            <a:schemeClr val="accent5"/>
          </a:effectRef>
          <a:fontRef idx="minor">
            <a:schemeClr val="dk1"/>
          </a:fontRef>
        </p:style>
        <p:txBody>
          <a:bodyPr rtlCol="0" anchor="ctr"/>
          <a:lstStyle/>
          <a:p>
            <a:pPr marL="285750" indent="-285750">
              <a:buFont typeface="Wingdings" panose="05000000000000000000" pitchFamily="2" charset="2"/>
              <a:buChar char="v"/>
            </a:pPr>
            <a:endParaRPr lang="fr-FR" sz="1400" b="1" dirty="0">
              <a:latin typeface="Century Gothic" panose="020B0502020202020204" pitchFamily="34" charset="0"/>
            </a:endParaRPr>
          </a:p>
          <a:p>
            <a:endParaRPr lang="fr-FR" sz="1800" b="1" u="sng" dirty="0">
              <a:solidFill>
                <a:srgbClr val="0070C0"/>
              </a:solidFill>
              <a:latin typeface="Century Gothic" panose="020B0502020202020204" pitchFamily="34" charset="0"/>
            </a:endParaRPr>
          </a:p>
          <a:p>
            <a:endParaRPr lang="fr-FR" sz="1800" b="1" u="sng" dirty="0">
              <a:solidFill>
                <a:srgbClr val="0070C0"/>
              </a:solidFill>
              <a:latin typeface="Century Gothic" panose="020B0502020202020204" pitchFamily="34" charset="0"/>
            </a:endParaRPr>
          </a:p>
          <a:p>
            <a:r>
              <a:rPr lang="fr-FR" sz="1800" b="1" u="sng" dirty="0">
                <a:solidFill>
                  <a:srgbClr val="0070C0"/>
                </a:solidFill>
                <a:latin typeface="Century Gothic" panose="020B0502020202020204" pitchFamily="34" charset="0"/>
              </a:rPr>
              <a:t>Qui ? (Cibles) </a:t>
            </a:r>
            <a:r>
              <a:rPr lang="fr-FR" sz="1800" b="1" dirty="0">
                <a:latin typeface="Century Gothic" panose="020B0502020202020204" pitchFamily="34" charset="0"/>
              </a:rPr>
              <a:t>:</a:t>
            </a:r>
          </a:p>
          <a:p>
            <a:pPr marL="285750" indent="-285750">
              <a:buFont typeface="Wingdings" panose="05000000000000000000" pitchFamily="2" charset="2"/>
              <a:buChar char="v"/>
            </a:pPr>
            <a:r>
              <a:rPr lang="fr-FR" sz="1800" b="1" dirty="0">
                <a:latin typeface="Century Gothic" panose="020B0502020202020204" pitchFamily="34" charset="0"/>
              </a:rPr>
              <a:t>Personne physique ou morale </a:t>
            </a:r>
          </a:p>
          <a:p>
            <a:pPr marL="285750" indent="-285750">
              <a:buFont typeface="Wingdings" panose="05000000000000000000" pitchFamily="2" charset="2"/>
              <a:buChar char="v"/>
            </a:pPr>
            <a:r>
              <a:rPr lang="fr-FR" sz="1800" b="1" dirty="0">
                <a:latin typeface="Century Gothic" panose="020B0502020202020204" pitchFamily="34" charset="0"/>
              </a:rPr>
              <a:t>Fonctionnaires/salarier / Artisans/ Revendeurs</a:t>
            </a:r>
          </a:p>
          <a:p>
            <a:pPr marL="285750" indent="-285750">
              <a:buFont typeface="Wingdings" panose="05000000000000000000" pitchFamily="2" charset="2"/>
              <a:buChar char="v"/>
            </a:pPr>
            <a:r>
              <a:rPr lang="fr-FR" sz="1800" b="1" dirty="0">
                <a:latin typeface="Century Gothic" panose="020B0502020202020204" pitchFamily="34" charset="0"/>
              </a:rPr>
              <a:t>TPE/PME/GE, Association/ONG de tout  secteur d’activité </a:t>
            </a:r>
          </a:p>
          <a:p>
            <a:endParaRPr lang="fr-FR" sz="1400" b="1" dirty="0">
              <a:latin typeface="Century Gothic" panose="020B0502020202020204" pitchFamily="34" charset="0"/>
            </a:endParaRPr>
          </a:p>
        </p:txBody>
      </p:sp>
      <p:sp>
        <p:nvSpPr>
          <p:cNvPr id="18" name="Rectangle : coins arrondis 17">
            <a:extLst>
              <a:ext uri="{FF2B5EF4-FFF2-40B4-BE49-F238E27FC236}">
                <a16:creationId xmlns:a16="http://schemas.microsoft.com/office/drawing/2014/main" xmlns="" id="{3940C5D3-55BE-C333-F493-793107D10F04}"/>
              </a:ext>
            </a:extLst>
          </p:cNvPr>
          <p:cNvSpPr/>
          <p:nvPr/>
        </p:nvSpPr>
        <p:spPr>
          <a:xfrm>
            <a:off x="6284866" y="5297316"/>
            <a:ext cx="4800600" cy="1143001"/>
          </a:xfrm>
          <a:prstGeom prst="roundRect">
            <a:avLst/>
          </a:prstGeom>
          <a:ln>
            <a:noFill/>
          </a:ln>
        </p:spPr>
        <p:style>
          <a:lnRef idx="2">
            <a:schemeClr val="accent4"/>
          </a:lnRef>
          <a:fillRef idx="1">
            <a:schemeClr val="lt1"/>
          </a:fillRef>
          <a:effectRef idx="0">
            <a:schemeClr val="accent4"/>
          </a:effectRef>
          <a:fontRef idx="minor">
            <a:schemeClr val="dk1"/>
          </a:fontRef>
        </p:style>
        <p:txBody>
          <a:bodyPr rtlCol="0" anchor="ctr"/>
          <a:lstStyle/>
          <a:p>
            <a:endParaRPr lang="fr-FR" sz="1800" b="1" u="sng" dirty="0">
              <a:solidFill>
                <a:srgbClr val="0070C0"/>
              </a:solidFill>
              <a:latin typeface="Century Gothic" panose="020B0502020202020204" pitchFamily="34" charset="0"/>
            </a:endParaRPr>
          </a:p>
          <a:p>
            <a:r>
              <a:rPr lang="fr-FR" sz="1800" b="1" u="sng" dirty="0">
                <a:solidFill>
                  <a:srgbClr val="0070C0"/>
                </a:solidFill>
                <a:latin typeface="Century Gothic" panose="020B0502020202020204" pitchFamily="34" charset="0"/>
              </a:rPr>
              <a:t>Pour investir ou épargner :</a:t>
            </a:r>
          </a:p>
          <a:p>
            <a:pPr marL="285750" indent="-285750">
              <a:buFont typeface="Wingdings" panose="05000000000000000000" pitchFamily="2" charset="2"/>
              <a:buChar char="v"/>
            </a:pPr>
            <a:r>
              <a:rPr lang="fr-FR" sz="1800" dirty="0">
                <a:solidFill>
                  <a:schemeClr val="tx1"/>
                </a:solidFill>
                <a:latin typeface="Century Gothic" panose="020B0502020202020204" pitchFamily="34" charset="0"/>
              </a:rPr>
              <a:t>De définir son objectif clairement,</a:t>
            </a:r>
          </a:p>
          <a:p>
            <a:pPr marL="285750" indent="-285750">
              <a:buFont typeface="Wingdings" panose="05000000000000000000" pitchFamily="2" charset="2"/>
              <a:buChar char="v"/>
            </a:pPr>
            <a:r>
              <a:rPr lang="fr-FR" sz="1800" dirty="0">
                <a:solidFill>
                  <a:schemeClr val="tx1"/>
                </a:solidFill>
                <a:latin typeface="Century Gothic" panose="020B0502020202020204" pitchFamily="34" charset="0"/>
              </a:rPr>
              <a:t>Définir un horizon d’epargne</a:t>
            </a:r>
          </a:p>
          <a:p>
            <a:pPr marL="285750" indent="-285750">
              <a:buFont typeface="Wingdings" panose="05000000000000000000" pitchFamily="2" charset="2"/>
              <a:buChar char="v"/>
            </a:pPr>
            <a:r>
              <a:rPr lang="fr-FR" sz="1800" dirty="0">
                <a:solidFill>
                  <a:schemeClr val="tx1"/>
                </a:solidFill>
                <a:latin typeface="Century Gothic" panose="020B0502020202020204" pitchFamily="34" charset="0"/>
              </a:rPr>
              <a:t>Définir le montant et la périodicité</a:t>
            </a:r>
          </a:p>
          <a:p>
            <a:endParaRPr lang="fr-FR" sz="1300" dirty="0">
              <a:solidFill>
                <a:schemeClr val="tx1"/>
              </a:solidFill>
            </a:endParaRPr>
          </a:p>
        </p:txBody>
      </p:sp>
      <p:sp>
        <p:nvSpPr>
          <p:cNvPr id="19" name="Rectangle : coins arrondis 18">
            <a:extLst>
              <a:ext uri="{FF2B5EF4-FFF2-40B4-BE49-F238E27FC236}">
                <a16:creationId xmlns:a16="http://schemas.microsoft.com/office/drawing/2014/main" xmlns="" id="{77564795-53C7-B2D7-3FF9-1FBD18C21CD2}"/>
              </a:ext>
            </a:extLst>
          </p:cNvPr>
          <p:cNvSpPr/>
          <p:nvPr/>
        </p:nvSpPr>
        <p:spPr>
          <a:xfrm>
            <a:off x="322762" y="5480072"/>
            <a:ext cx="5054600" cy="960245"/>
          </a:xfrm>
          <a:prstGeom prst="roundRect">
            <a:avLst/>
          </a:prstGeom>
          <a:ln>
            <a:noFill/>
          </a:ln>
        </p:spPr>
        <p:style>
          <a:lnRef idx="2">
            <a:schemeClr val="accent4"/>
          </a:lnRef>
          <a:fillRef idx="1">
            <a:schemeClr val="lt1"/>
          </a:fillRef>
          <a:effectRef idx="0">
            <a:schemeClr val="accent4"/>
          </a:effectRef>
          <a:fontRef idx="minor">
            <a:schemeClr val="dk1"/>
          </a:fontRef>
        </p:style>
        <p:txBody>
          <a:bodyPr rtlCol="0" anchor="ctr"/>
          <a:lstStyle/>
          <a:p>
            <a:r>
              <a:rPr lang="fr-FR" sz="1800" b="1" u="sng" dirty="0">
                <a:solidFill>
                  <a:srgbClr val="0070C0"/>
                </a:solidFill>
                <a:latin typeface="Century Gothic" panose="020B0502020202020204" pitchFamily="34" charset="0"/>
              </a:rPr>
              <a:t>Liste de pièces:</a:t>
            </a:r>
          </a:p>
          <a:p>
            <a:pPr marL="285750" indent="-285750">
              <a:buFont typeface="Wingdings" panose="05000000000000000000" pitchFamily="2" charset="2"/>
              <a:buChar char="v"/>
            </a:pPr>
            <a:r>
              <a:rPr lang="fr-FR" sz="1800" dirty="0">
                <a:solidFill>
                  <a:schemeClr val="tx1"/>
                </a:solidFill>
                <a:latin typeface="Century Gothic" panose="020B0502020202020204" pitchFamily="34" charset="0"/>
              </a:rPr>
              <a:t>Photos d’identité, CNI, CIP, IFU</a:t>
            </a:r>
          </a:p>
          <a:p>
            <a:pPr marL="285750" indent="-285750">
              <a:buFont typeface="Wingdings" panose="05000000000000000000" pitchFamily="2" charset="2"/>
              <a:buChar char="v"/>
            </a:pPr>
            <a:r>
              <a:rPr lang="fr-FR" sz="1800" dirty="0">
                <a:solidFill>
                  <a:schemeClr val="tx1"/>
                </a:solidFill>
                <a:latin typeface="Century Gothic" panose="020B0502020202020204" pitchFamily="34" charset="0"/>
              </a:rPr>
              <a:t>Fiche de souscription à remplir et signer</a:t>
            </a:r>
          </a:p>
          <a:p>
            <a:endParaRPr lang="fr-FR" sz="1300" dirty="0">
              <a:solidFill>
                <a:schemeClr val="tx1"/>
              </a:solidFill>
            </a:endParaRPr>
          </a:p>
        </p:txBody>
      </p:sp>
    </p:spTree>
    <p:extLst>
      <p:ext uri="{BB962C8B-B14F-4D97-AF65-F5344CB8AC3E}">
        <p14:creationId xmlns:p14="http://schemas.microsoft.com/office/powerpoint/2010/main" val="2274072029"/>
      </p:ext>
    </p:extLst>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xmlns="" id="{E9D1C708-71BF-D811-B6A4-363AE3385ABF}"/>
              </a:ext>
            </a:extLst>
          </p:cNvPr>
          <p:cNvSpPr txBox="1">
            <a:spLocks/>
          </p:cNvSpPr>
          <p:nvPr/>
        </p:nvSpPr>
        <p:spPr>
          <a:xfrm>
            <a:off x="1727200" y="510065"/>
            <a:ext cx="10464800" cy="399768"/>
          </a:xfrm>
          <a:prstGeom prst="rect">
            <a:avLst/>
          </a:prstGeom>
        </p:spPr>
        <p:style>
          <a:lnRef idx="1">
            <a:schemeClr val="accent3"/>
          </a:lnRef>
          <a:fillRef idx="2">
            <a:schemeClr val="accent3"/>
          </a:fillRef>
          <a:effectRef idx="1">
            <a:schemeClr val="accent3"/>
          </a:effectRef>
          <a:fontRef idx="minor">
            <a:schemeClr val="dk1"/>
          </a:fontRef>
        </p:style>
        <p:txBody>
          <a:bodyPr lIns="0" tIns="0" rIns="0" bIns="0" anchor="ctr"/>
          <a:lstStyle>
            <a:lvl1pPr algn="ctr" defTabSz="914400" rtl="0" eaLnBrk="1" latinLnBrk="0" hangingPunct="1">
              <a:spcBef>
                <a:spcPct val="0"/>
              </a:spcBef>
              <a:buNone/>
              <a:defRPr sz="3200" kern="1200">
                <a:solidFill>
                  <a:schemeClr val="bg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2000" b="1" dirty="0">
                <a:solidFill>
                  <a:schemeClr val="tx1"/>
                </a:solidFill>
                <a:latin typeface="Century Gothic" panose="020B0502020202020204" pitchFamily="34" charset="0"/>
              </a:rPr>
              <a:t>10. </a:t>
            </a:r>
            <a:r>
              <a:rPr lang="fr-FR" sz="2000" b="1" dirty="0">
                <a:solidFill>
                  <a:schemeClr val="tx1"/>
                </a:solidFill>
                <a:latin typeface="Century Gothic" panose="020B0502020202020204" pitchFamily="34" charset="0"/>
              </a:rPr>
              <a:t>Simulation</a:t>
            </a:r>
          </a:p>
        </p:txBody>
      </p:sp>
      <p:graphicFrame>
        <p:nvGraphicFramePr>
          <p:cNvPr id="4" name="Tableau 3">
            <a:extLst>
              <a:ext uri="{FF2B5EF4-FFF2-40B4-BE49-F238E27FC236}">
                <a16:creationId xmlns:a16="http://schemas.microsoft.com/office/drawing/2014/main" xmlns="" id="{3177AB5B-7D42-0092-B7C8-874D84612F14}"/>
              </a:ext>
            </a:extLst>
          </p:cNvPr>
          <p:cNvGraphicFramePr>
            <a:graphicFrameLocks noGrp="1"/>
          </p:cNvGraphicFramePr>
          <p:nvPr>
            <p:extLst>
              <p:ext uri="{D42A27DB-BD31-4B8C-83A1-F6EECF244321}">
                <p14:modId xmlns:p14="http://schemas.microsoft.com/office/powerpoint/2010/main" val="273910197"/>
              </p:ext>
            </p:extLst>
          </p:nvPr>
        </p:nvGraphicFramePr>
        <p:xfrm>
          <a:off x="457200" y="1133149"/>
          <a:ext cx="4800600" cy="914400"/>
        </p:xfrm>
        <a:graphic>
          <a:graphicData uri="http://schemas.openxmlformats.org/drawingml/2006/table">
            <a:tbl>
              <a:tblPr>
                <a:tableStyleId>{5C22544A-7EE6-4342-B048-85BDC9FD1C3A}</a:tableStyleId>
              </a:tblPr>
              <a:tblGrid>
                <a:gridCol w="3804810">
                  <a:extLst>
                    <a:ext uri="{9D8B030D-6E8A-4147-A177-3AD203B41FA5}">
                      <a16:colId xmlns:a16="http://schemas.microsoft.com/office/drawing/2014/main" xmlns="" val="1223433524"/>
                    </a:ext>
                  </a:extLst>
                </a:gridCol>
                <a:gridCol w="995790">
                  <a:extLst>
                    <a:ext uri="{9D8B030D-6E8A-4147-A177-3AD203B41FA5}">
                      <a16:colId xmlns:a16="http://schemas.microsoft.com/office/drawing/2014/main" xmlns="" val="1079069392"/>
                    </a:ext>
                  </a:extLst>
                </a:gridCol>
              </a:tblGrid>
              <a:tr h="228600">
                <a:tc>
                  <a:txBody>
                    <a:bodyPr/>
                    <a:lstStyle/>
                    <a:p>
                      <a:pPr algn="l" fontAlgn="b"/>
                      <a:r>
                        <a:rPr lang="fr-FR" sz="1400" u="none" strike="noStrike">
                          <a:effectLst/>
                        </a:rPr>
                        <a:t>Compte épargne ouvert par mois</a:t>
                      </a:r>
                      <a:endParaRPr lang="fr-FR" sz="1400" b="1" i="0" u="none" strike="noStrike">
                        <a:solidFill>
                          <a:srgbClr val="2F75B5"/>
                        </a:solidFill>
                        <a:effectLst/>
                        <a:latin typeface="Garamond" panose="02020404030301010803" pitchFamily="18" charset="0"/>
                      </a:endParaRPr>
                    </a:p>
                  </a:txBody>
                  <a:tcPr marL="6350" marR="6350" marT="6350" marB="0" anchor="b"/>
                </a:tc>
                <a:tc>
                  <a:txBody>
                    <a:bodyPr/>
                    <a:lstStyle/>
                    <a:p>
                      <a:pPr algn="l" fontAlgn="b"/>
                      <a:r>
                        <a:rPr lang="fr-FR" sz="1400" u="none" strike="noStrike">
                          <a:effectLst/>
                        </a:rPr>
                        <a:t>           200 </a:t>
                      </a:r>
                      <a:endParaRPr lang="fr-FR" sz="1400" b="1" i="0" u="none" strike="noStrike">
                        <a:solidFill>
                          <a:srgbClr val="2F75B5"/>
                        </a:solidFill>
                        <a:effectLst/>
                        <a:latin typeface="Garamond" panose="02020404030301010803" pitchFamily="18" charset="0"/>
                      </a:endParaRPr>
                    </a:p>
                  </a:txBody>
                  <a:tcPr marL="6350" marR="6350" marT="6350" marB="0" anchor="b"/>
                </a:tc>
                <a:extLst>
                  <a:ext uri="{0D108BD9-81ED-4DB2-BD59-A6C34878D82A}">
                    <a16:rowId xmlns:a16="http://schemas.microsoft.com/office/drawing/2014/main" xmlns="" val="3901086356"/>
                  </a:ext>
                </a:extLst>
              </a:tr>
              <a:tr h="228600">
                <a:tc>
                  <a:txBody>
                    <a:bodyPr/>
                    <a:lstStyle/>
                    <a:p>
                      <a:pPr algn="l" fontAlgn="b"/>
                      <a:r>
                        <a:rPr lang="fr-FR" sz="1400" u="none" strike="noStrike" dirty="0">
                          <a:effectLst/>
                        </a:rPr>
                        <a:t>Montant minimum à l'ouverture par mois</a:t>
                      </a:r>
                      <a:endParaRPr lang="fr-FR" sz="1400" b="1" i="0" u="none" strike="noStrike" dirty="0">
                        <a:solidFill>
                          <a:srgbClr val="2F75B5"/>
                        </a:solidFill>
                        <a:effectLst/>
                        <a:latin typeface="Garamond" panose="02020404030301010803" pitchFamily="18" charset="0"/>
                      </a:endParaRPr>
                    </a:p>
                  </a:txBody>
                  <a:tcPr marL="6350" marR="6350" marT="6350" marB="0" anchor="b"/>
                </a:tc>
                <a:tc>
                  <a:txBody>
                    <a:bodyPr/>
                    <a:lstStyle/>
                    <a:p>
                      <a:pPr algn="l" fontAlgn="b"/>
                      <a:r>
                        <a:rPr lang="fr-FR" sz="1400" u="none" strike="noStrike">
                          <a:effectLst/>
                        </a:rPr>
                        <a:t>        5 000 </a:t>
                      </a:r>
                      <a:endParaRPr lang="fr-FR" sz="1400" b="1" i="0" u="none" strike="noStrike">
                        <a:solidFill>
                          <a:srgbClr val="2F75B5"/>
                        </a:solidFill>
                        <a:effectLst/>
                        <a:latin typeface="Garamond" panose="02020404030301010803" pitchFamily="18" charset="0"/>
                      </a:endParaRPr>
                    </a:p>
                  </a:txBody>
                  <a:tcPr marL="6350" marR="6350" marT="6350" marB="0" anchor="b"/>
                </a:tc>
                <a:extLst>
                  <a:ext uri="{0D108BD9-81ED-4DB2-BD59-A6C34878D82A}">
                    <a16:rowId xmlns:a16="http://schemas.microsoft.com/office/drawing/2014/main" xmlns="" val="12965186"/>
                  </a:ext>
                </a:extLst>
              </a:tr>
              <a:tr h="228600">
                <a:tc>
                  <a:txBody>
                    <a:bodyPr/>
                    <a:lstStyle/>
                    <a:p>
                      <a:pPr algn="l" fontAlgn="b"/>
                      <a:r>
                        <a:rPr lang="fr-FR" sz="1400" u="none" strike="noStrike">
                          <a:effectLst/>
                        </a:rPr>
                        <a:t>Montant total à l'ouverture par mois</a:t>
                      </a:r>
                      <a:endParaRPr lang="fr-FR" sz="1400" b="1" i="0" u="none" strike="noStrike">
                        <a:solidFill>
                          <a:srgbClr val="2F75B5"/>
                        </a:solidFill>
                        <a:effectLst/>
                        <a:latin typeface="Garamond" panose="02020404030301010803" pitchFamily="18" charset="0"/>
                      </a:endParaRPr>
                    </a:p>
                  </a:txBody>
                  <a:tcPr marL="6350" marR="6350" marT="6350" marB="0" anchor="b"/>
                </a:tc>
                <a:tc>
                  <a:txBody>
                    <a:bodyPr/>
                    <a:lstStyle/>
                    <a:p>
                      <a:pPr algn="l" fontAlgn="b"/>
                      <a:r>
                        <a:rPr lang="fr-FR" sz="1400" u="none" strike="noStrike">
                          <a:effectLst/>
                        </a:rPr>
                        <a:t>  1 000 000 </a:t>
                      </a:r>
                      <a:endParaRPr lang="fr-FR" sz="1400" b="1" i="0" u="none" strike="noStrike">
                        <a:solidFill>
                          <a:srgbClr val="2F75B5"/>
                        </a:solidFill>
                        <a:effectLst/>
                        <a:latin typeface="Garamond" panose="02020404030301010803" pitchFamily="18" charset="0"/>
                      </a:endParaRPr>
                    </a:p>
                  </a:txBody>
                  <a:tcPr marL="6350" marR="6350" marT="6350" marB="0" anchor="b"/>
                </a:tc>
                <a:extLst>
                  <a:ext uri="{0D108BD9-81ED-4DB2-BD59-A6C34878D82A}">
                    <a16:rowId xmlns:a16="http://schemas.microsoft.com/office/drawing/2014/main" xmlns="" val="2275923340"/>
                  </a:ext>
                </a:extLst>
              </a:tr>
              <a:tr h="228600">
                <a:tc>
                  <a:txBody>
                    <a:bodyPr/>
                    <a:lstStyle/>
                    <a:p>
                      <a:pPr algn="l" fontAlgn="b"/>
                      <a:r>
                        <a:rPr lang="fr-FR" sz="1400" u="none" strike="noStrike">
                          <a:effectLst/>
                        </a:rPr>
                        <a:t>Epargne collectée par mois</a:t>
                      </a:r>
                      <a:endParaRPr lang="fr-FR" sz="1400" b="1" i="0" u="none" strike="noStrike">
                        <a:solidFill>
                          <a:srgbClr val="2F75B5"/>
                        </a:solidFill>
                        <a:effectLst/>
                        <a:latin typeface="Garamond" panose="02020404030301010803" pitchFamily="18" charset="0"/>
                      </a:endParaRPr>
                    </a:p>
                  </a:txBody>
                  <a:tcPr marL="6350" marR="6350" marT="6350" marB="0" anchor="b"/>
                </a:tc>
                <a:tc>
                  <a:txBody>
                    <a:bodyPr/>
                    <a:lstStyle/>
                    <a:p>
                      <a:pPr algn="l" fontAlgn="b"/>
                      <a:r>
                        <a:rPr lang="fr-FR" sz="1400" u="none" strike="noStrike" dirty="0">
                          <a:effectLst/>
                        </a:rPr>
                        <a:t>  1 000 000 </a:t>
                      </a:r>
                      <a:endParaRPr lang="fr-FR" sz="1400" b="1" i="0" u="none" strike="noStrike" dirty="0">
                        <a:solidFill>
                          <a:srgbClr val="2F75B5"/>
                        </a:solidFill>
                        <a:effectLst/>
                        <a:latin typeface="Garamond" panose="02020404030301010803" pitchFamily="18" charset="0"/>
                      </a:endParaRPr>
                    </a:p>
                  </a:txBody>
                  <a:tcPr marL="6350" marR="6350" marT="6350" marB="0" anchor="b"/>
                </a:tc>
                <a:extLst>
                  <a:ext uri="{0D108BD9-81ED-4DB2-BD59-A6C34878D82A}">
                    <a16:rowId xmlns:a16="http://schemas.microsoft.com/office/drawing/2014/main" xmlns="" val="747501776"/>
                  </a:ext>
                </a:extLst>
              </a:tr>
            </a:tbl>
          </a:graphicData>
        </a:graphic>
      </p:graphicFrame>
      <p:graphicFrame>
        <p:nvGraphicFramePr>
          <p:cNvPr id="5" name="Tableau 4">
            <a:extLst>
              <a:ext uri="{FF2B5EF4-FFF2-40B4-BE49-F238E27FC236}">
                <a16:creationId xmlns:a16="http://schemas.microsoft.com/office/drawing/2014/main" xmlns="" id="{792AF6A6-FA42-0CFA-DB31-C4A5C26A8B9A}"/>
              </a:ext>
            </a:extLst>
          </p:cNvPr>
          <p:cNvGraphicFramePr>
            <a:graphicFrameLocks noGrp="1"/>
          </p:cNvGraphicFramePr>
          <p:nvPr>
            <p:extLst>
              <p:ext uri="{D42A27DB-BD31-4B8C-83A1-F6EECF244321}">
                <p14:modId xmlns:p14="http://schemas.microsoft.com/office/powerpoint/2010/main" val="490988501"/>
              </p:ext>
            </p:extLst>
          </p:nvPr>
        </p:nvGraphicFramePr>
        <p:xfrm>
          <a:off x="6324601" y="1116820"/>
          <a:ext cx="4635500" cy="914400"/>
        </p:xfrm>
        <a:graphic>
          <a:graphicData uri="http://schemas.openxmlformats.org/drawingml/2006/table">
            <a:tbl>
              <a:tblPr>
                <a:tableStyleId>{5C22544A-7EE6-4342-B048-85BDC9FD1C3A}</a:tableStyleId>
              </a:tblPr>
              <a:tblGrid>
                <a:gridCol w="3606955">
                  <a:extLst>
                    <a:ext uri="{9D8B030D-6E8A-4147-A177-3AD203B41FA5}">
                      <a16:colId xmlns:a16="http://schemas.microsoft.com/office/drawing/2014/main" xmlns="" val="1402342011"/>
                    </a:ext>
                  </a:extLst>
                </a:gridCol>
                <a:gridCol w="1028545">
                  <a:extLst>
                    <a:ext uri="{9D8B030D-6E8A-4147-A177-3AD203B41FA5}">
                      <a16:colId xmlns:a16="http://schemas.microsoft.com/office/drawing/2014/main" xmlns="" val="2305955893"/>
                    </a:ext>
                  </a:extLst>
                </a:gridCol>
              </a:tblGrid>
              <a:tr h="304800">
                <a:tc>
                  <a:txBody>
                    <a:bodyPr/>
                    <a:lstStyle/>
                    <a:p>
                      <a:pPr algn="l" fontAlgn="b"/>
                      <a:r>
                        <a:rPr lang="fr-FR" sz="1400" u="none" strike="noStrike">
                          <a:effectLst/>
                        </a:rPr>
                        <a:t>Compte épargne ouvert par an</a:t>
                      </a:r>
                      <a:endParaRPr lang="fr-FR" sz="1400" b="1" i="0" u="none" strike="noStrike">
                        <a:solidFill>
                          <a:srgbClr val="2F75B5"/>
                        </a:solidFill>
                        <a:effectLst/>
                        <a:latin typeface="Garamond" panose="02020404030301010803" pitchFamily="18" charset="0"/>
                      </a:endParaRPr>
                    </a:p>
                  </a:txBody>
                  <a:tcPr marL="6350" marR="6350" marT="6350" marB="0" anchor="b"/>
                </a:tc>
                <a:tc>
                  <a:txBody>
                    <a:bodyPr/>
                    <a:lstStyle/>
                    <a:p>
                      <a:pPr algn="l" fontAlgn="b"/>
                      <a:r>
                        <a:rPr lang="fr-FR" sz="1400" u="none" strike="noStrike">
                          <a:effectLst/>
                        </a:rPr>
                        <a:t>          2 400 </a:t>
                      </a:r>
                      <a:endParaRPr lang="fr-FR" sz="1400" b="1" i="0" u="none" strike="noStrike">
                        <a:solidFill>
                          <a:srgbClr val="2F75B5"/>
                        </a:solidFill>
                        <a:effectLst/>
                        <a:latin typeface="Garamond" panose="02020404030301010803" pitchFamily="18" charset="0"/>
                      </a:endParaRPr>
                    </a:p>
                  </a:txBody>
                  <a:tcPr marL="6350" marR="6350" marT="6350" marB="0" anchor="b"/>
                </a:tc>
                <a:extLst>
                  <a:ext uri="{0D108BD9-81ED-4DB2-BD59-A6C34878D82A}">
                    <a16:rowId xmlns:a16="http://schemas.microsoft.com/office/drawing/2014/main" xmlns="" val="660759405"/>
                  </a:ext>
                </a:extLst>
              </a:tr>
              <a:tr h="304800">
                <a:tc>
                  <a:txBody>
                    <a:bodyPr/>
                    <a:lstStyle/>
                    <a:p>
                      <a:pPr algn="l" fontAlgn="b"/>
                      <a:r>
                        <a:rPr lang="fr-FR" sz="1400" u="none" strike="noStrike">
                          <a:effectLst/>
                        </a:rPr>
                        <a:t>Montant collecté à l'ouverture par an</a:t>
                      </a:r>
                      <a:endParaRPr lang="fr-FR" sz="1400" b="1" i="0" u="none" strike="noStrike">
                        <a:solidFill>
                          <a:srgbClr val="2F75B5"/>
                        </a:solidFill>
                        <a:effectLst/>
                        <a:latin typeface="Garamond" panose="02020404030301010803" pitchFamily="18" charset="0"/>
                      </a:endParaRPr>
                    </a:p>
                  </a:txBody>
                  <a:tcPr marL="6350" marR="6350" marT="6350" marB="0" anchor="b"/>
                </a:tc>
                <a:tc>
                  <a:txBody>
                    <a:bodyPr/>
                    <a:lstStyle/>
                    <a:p>
                      <a:pPr algn="l" fontAlgn="b"/>
                      <a:r>
                        <a:rPr lang="fr-FR" sz="1400" u="none" strike="noStrike">
                          <a:effectLst/>
                        </a:rPr>
                        <a:t>  12 000 000 </a:t>
                      </a:r>
                      <a:endParaRPr lang="fr-FR" sz="1400" b="1" i="0" u="none" strike="noStrike">
                        <a:solidFill>
                          <a:srgbClr val="2F75B5"/>
                        </a:solidFill>
                        <a:effectLst/>
                        <a:latin typeface="Garamond" panose="02020404030301010803" pitchFamily="18" charset="0"/>
                      </a:endParaRPr>
                    </a:p>
                  </a:txBody>
                  <a:tcPr marL="6350" marR="6350" marT="6350" marB="0" anchor="b"/>
                </a:tc>
                <a:extLst>
                  <a:ext uri="{0D108BD9-81ED-4DB2-BD59-A6C34878D82A}">
                    <a16:rowId xmlns:a16="http://schemas.microsoft.com/office/drawing/2014/main" xmlns="" val="557612144"/>
                  </a:ext>
                </a:extLst>
              </a:tr>
              <a:tr h="304800">
                <a:tc>
                  <a:txBody>
                    <a:bodyPr/>
                    <a:lstStyle/>
                    <a:p>
                      <a:pPr algn="l" fontAlgn="b"/>
                      <a:r>
                        <a:rPr lang="fr-FR" sz="1400" u="none" strike="noStrike">
                          <a:effectLst/>
                        </a:rPr>
                        <a:t>Epargne totale collectée par an</a:t>
                      </a:r>
                      <a:endParaRPr lang="fr-FR" sz="1400" b="1" i="0" u="none" strike="noStrike">
                        <a:solidFill>
                          <a:srgbClr val="2F75B5"/>
                        </a:solidFill>
                        <a:effectLst/>
                        <a:latin typeface="Garamond" panose="02020404030301010803" pitchFamily="18" charset="0"/>
                      </a:endParaRPr>
                    </a:p>
                  </a:txBody>
                  <a:tcPr marL="6350" marR="6350" marT="6350" marB="0" anchor="b"/>
                </a:tc>
                <a:tc>
                  <a:txBody>
                    <a:bodyPr/>
                    <a:lstStyle/>
                    <a:p>
                      <a:pPr algn="l" fontAlgn="b"/>
                      <a:r>
                        <a:rPr lang="fr-FR" sz="1400" u="none" strike="noStrike" dirty="0">
                          <a:effectLst/>
                        </a:rPr>
                        <a:t>  78 000 000 </a:t>
                      </a:r>
                      <a:endParaRPr lang="fr-FR" sz="1400" b="1" i="0" u="none" strike="noStrike" dirty="0">
                        <a:solidFill>
                          <a:srgbClr val="2F75B5"/>
                        </a:solidFill>
                        <a:effectLst/>
                        <a:latin typeface="Garamond" panose="02020404030301010803" pitchFamily="18" charset="0"/>
                      </a:endParaRPr>
                    </a:p>
                  </a:txBody>
                  <a:tcPr marL="6350" marR="6350" marT="6350" marB="0" anchor="b"/>
                </a:tc>
                <a:extLst>
                  <a:ext uri="{0D108BD9-81ED-4DB2-BD59-A6C34878D82A}">
                    <a16:rowId xmlns:a16="http://schemas.microsoft.com/office/drawing/2014/main" xmlns="" val="3854605282"/>
                  </a:ext>
                </a:extLst>
              </a:tr>
            </a:tbl>
          </a:graphicData>
        </a:graphic>
      </p:graphicFrame>
      <p:graphicFrame>
        <p:nvGraphicFramePr>
          <p:cNvPr id="14" name="Tableau 13">
            <a:extLst>
              <a:ext uri="{FF2B5EF4-FFF2-40B4-BE49-F238E27FC236}">
                <a16:creationId xmlns:a16="http://schemas.microsoft.com/office/drawing/2014/main" xmlns="" id="{204B5F3C-6726-405C-025D-683254694FDD}"/>
              </a:ext>
            </a:extLst>
          </p:cNvPr>
          <p:cNvGraphicFramePr>
            <a:graphicFrameLocks noGrp="1"/>
          </p:cNvGraphicFramePr>
          <p:nvPr>
            <p:extLst>
              <p:ext uri="{D42A27DB-BD31-4B8C-83A1-F6EECF244321}">
                <p14:modId xmlns:p14="http://schemas.microsoft.com/office/powerpoint/2010/main" val="3429442989"/>
              </p:ext>
            </p:extLst>
          </p:nvPr>
        </p:nvGraphicFramePr>
        <p:xfrm>
          <a:off x="6324601" y="2238207"/>
          <a:ext cx="4657272" cy="2235200"/>
        </p:xfrm>
        <a:graphic>
          <a:graphicData uri="http://schemas.openxmlformats.org/drawingml/2006/table">
            <a:tbl>
              <a:tblPr>
                <a:tableStyleId>{5C22544A-7EE6-4342-B048-85BDC9FD1C3A}</a:tableStyleId>
              </a:tblPr>
              <a:tblGrid>
                <a:gridCol w="1268854">
                  <a:extLst>
                    <a:ext uri="{9D8B030D-6E8A-4147-A177-3AD203B41FA5}">
                      <a16:colId xmlns:a16="http://schemas.microsoft.com/office/drawing/2014/main" xmlns="" val="2219876439"/>
                    </a:ext>
                  </a:extLst>
                </a:gridCol>
                <a:gridCol w="1139085">
                  <a:extLst>
                    <a:ext uri="{9D8B030D-6E8A-4147-A177-3AD203B41FA5}">
                      <a16:colId xmlns:a16="http://schemas.microsoft.com/office/drawing/2014/main" xmlns="" val="1883834594"/>
                    </a:ext>
                  </a:extLst>
                </a:gridCol>
                <a:gridCol w="865128">
                  <a:extLst>
                    <a:ext uri="{9D8B030D-6E8A-4147-A177-3AD203B41FA5}">
                      <a16:colId xmlns:a16="http://schemas.microsoft.com/office/drawing/2014/main" xmlns="" val="720951518"/>
                    </a:ext>
                  </a:extLst>
                </a:gridCol>
                <a:gridCol w="1384205">
                  <a:extLst>
                    <a:ext uri="{9D8B030D-6E8A-4147-A177-3AD203B41FA5}">
                      <a16:colId xmlns:a16="http://schemas.microsoft.com/office/drawing/2014/main" xmlns="" val="2189015279"/>
                    </a:ext>
                  </a:extLst>
                </a:gridCol>
              </a:tblGrid>
              <a:tr h="196850">
                <a:tc gridSpan="4">
                  <a:txBody>
                    <a:bodyPr/>
                    <a:lstStyle/>
                    <a:p>
                      <a:pPr algn="ctr" fontAlgn="ctr"/>
                      <a:r>
                        <a:rPr lang="fr-FR" sz="1000" u="none" strike="noStrike">
                          <a:effectLst/>
                          <a:highlight>
                            <a:srgbClr val="5B9BD5"/>
                          </a:highlight>
                        </a:rPr>
                        <a:t>SIMULATION DE DEPÔS MENSUEL PENDANT 12 MOIS </a:t>
                      </a:r>
                      <a:endParaRPr lang="fr-FR" sz="1000" b="1" i="0" u="none" strike="noStrike">
                        <a:solidFill>
                          <a:srgbClr val="000000"/>
                        </a:solidFill>
                        <a:effectLst/>
                        <a:highlight>
                          <a:srgbClr val="5B9BD5"/>
                        </a:highlight>
                        <a:latin typeface="Garamond" panose="02020404030301010803" pitchFamily="18" charset="0"/>
                      </a:endParaRPr>
                    </a:p>
                  </a:txBody>
                  <a:tcPr marL="6350" marR="6350" marT="6350" marB="0" anchor="ct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xmlns="" val="3943773900"/>
                  </a:ext>
                </a:extLst>
              </a:tr>
              <a:tr h="196850">
                <a:tc>
                  <a:txBody>
                    <a:bodyPr/>
                    <a:lstStyle/>
                    <a:p>
                      <a:pPr algn="ctr" fontAlgn="ctr"/>
                      <a:r>
                        <a:rPr lang="fr-FR" sz="1000" u="none" strike="noStrike">
                          <a:effectLst/>
                        </a:rPr>
                        <a:t> </a:t>
                      </a:r>
                      <a:endParaRPr lang="fr-FR" sz="1000" b="1" i="0" u="none" strike="noStrike">
                        <a:solidFill>
                          <a:srgbClr val="000000"/>
                        </a:solidFill>
                        <a:effectLst/>
                        <a:latin typeface="Garamond" panose="02020404030301010803" pitchFamily="18" charset="0"/>
                      </a:endParaRPr>
                    </a:p>
                  </a:txBody>
                  <a:tcPr marL="6350" marR="6350" marT="6350" marB="0" anchor="ctr"/>
                </a:tc>
                <a:tc gridSpan="2">
                  <a:txBody>
                    <a:bodyPr/>
                    <a:lstStyle/>
                    <a:p>
                      <a:pPr algn="ctr" fontAlgn="ctr"/>
                      <a:r>
                        <a:rPr lang="fr-FR" sz="1000" u="none" strike="noStrike">
                          <a:effectLst/>
                        </a:rPr>
                        <a:t>BANQUE/ASSURANCE</a:t>
                      </a:r>
                      <a:endParaRPr lang="fr-FR" sz="1000" b="1" i="0" u="none" strike="noStrike">
                        <a:solidFill>
                          <a:srgbClr val="000000"/>
                        </a:solidFill>
                        <a:effectLst/>
                        <a:latin typeface="Garamond" panose="02020404030301010803" pitchFamily="18" charset="0"/>
                      </a:endParaRPr>
                    </a:p>
                  </a:txBody>
                  <a:tcPr marL="6350" marR="6350" marT="6350" marB="0" anchor="ctr"/>
                </a:tc>
                <a:tc hMerge="1">
                  <a:txBody>
                    <a:bodyPr/>
                    <a:lstStyle/>
                    <a:p>
                      <a:endParaRPr lang="fr-FR"/>
                    </a:p>
                  </a:txBody>
                  <a:tcPr/>
                </a:tc>
                <a:tc>
                  <a:txBody>
                    <a:bodyPr/>
                    <a:lstStyle/>
                    <a:p>
                      <a:pPr algn="ctr" fontAlgn="ctr"/>
                      <a:r>
                        <a:rPr lang="fr-FR" sz="800" u="none" strike="noStrike">
                          <a:effectLst/>
                        </a:rPr>
                        <a:t>Interêts soumis à la TAFA</a:t>
                      </a:r>
                      <a:endParaRPr lang="fr-FR" sz="800" b="1" i="0" u="none" strike="noStrike">
                        <a:solidFill>
                          <a:srgbClr val="FF0000"/>
                        </a:solidFill>
                        <a:effectLst/>
                        <a:latin typeface="Garamond" panose="02020404030301010803" pitchFamily="18" charset="0"/>
                      </a:endParaRPr>
                    </a:p>
                  </a:txBody>
                  <a:tcPr marL="6350" marR="6350" marT="6350" marB="0" anchor="ctr"/>
                </a:tc>
                <a:extLst>
                  <a:ext uri="{0D108BD9-81ED-4DB2-BD59-A6C34878D82A}">
                    <a16:rowId xmlns:a16="http://schemas.microsoft.com/office/drawing/2014/main" xmlns="" val="728276943"/>
                  </a:ext>
                </a:extLst>
              </a:tr>
              <a:tr h="196850">
                <a:tc>
                  <a:txBody>
                    <a:bodyPr/>
                    <a:lstStyle/>
                    <a:p>
                      <a:pPr algn="l" fontAlgn="ctr"/>
                      <a:r>
                        <a:rPr lang="fr-FR" sz="1200" u="none" strike="noStrike">
                          <a:effectLst/>
                        </a:rPr>
                        <a:t>Taux annuel </a:t>
                      </a:r>
                      <a:endParaRPr lang="fr-FR" sz="1200" b="1" i="0" u="none" strike="noStrike">
                        <a:solidFill>
                          <a:srgbClr val="2F75B5"/>
                        </a:solidFill>
                        <a:effectLst/>
                        <a:latin typeface="Garamond" panose="02020404030301010803" pitchFamily="18" charset="0"/>
                      </a:endParaRPr>
                    </a:p>
                  </a:txBody>
                  <a:tcPr marL="6350" marR="6350" marT="6350" marB="0" anchor="ctr"/>
                </a:tc>
                <a:tc>
                  <a:txBody>
                    <a:bodyPr/>
                    <a:lstStyle/>
                    <a:p>
                      <a:pPr algn="r" fontAlgn="b"/>
                      <a:r>
                        <a:rPr lang="fr-FR" sz="1200" u="none" strike="noStrike">
                          <a:effectLst/>
                        </a:rPr>
                        <a:t> </a:t>
                      </a:r>
                      <a:endParaRPr lang="fr-FR" sz="1200" b="0" i="0" u="none" strike="noStrike">
                        <a:solidFill>
                          <a:srgbClr val="2F75B5"/>
                        </a:solidFill>
                        <a:effectLst/>
                        <a:latin typeface="Garamond" panose="02020404030301010803" pitchFamily="18" charset="0"/>
                      </a:endParaRPr>
                    </a:p>
                  </a:txBody>
                  <a:tcPr marL="6350" marR="6350" marT="6350" marB="0" anchor="b"/>
                </a:tc>
                <a:tc>
                  <a:txBody>
                    <a:bodyPr/>
                    <a:lstStyle/>
                    <a:p>
                      <a:pPr algn="l" fontAlgn="ctr"/>
                      <a:r>
                        <a:rPr lang="fr-FR" sz="1200" u="none" strike="noStrike">
                          <a:effectLst/>
                        </a:rPr>
                        <a:t> </a:t>
                      </a:r>
                      <a:endParaRPr lang="fr-FR" sz="1200" b="1" i="0" u="none" strike="noStrike">
                        <a:solidFill>
                          <a:srgbClr val="2F75B5"/>
                        </a:solidFill>
                        <a:effectLst/>
                        <a:latin typeface="Garamond" panose="02020404030301010803" pitchFamily="18" charset="0"/>
                      </a:endParaRPr>
                    </a:p>
                  </a:txBody>
                  <a:tcPr marL="6350" marR="6350" marT="6350" marB="0" anchor="ctr"/>
                </a:tc>
                <a:tc>
                  <a:txBody>
                    <a:bodyPr/>
                    <a:lstStyle/>
                    <a:p>
                      <a:pPr algn="r" fontAlgn="b"/>
                      <a:r>
                        <a:rPr lang="fr-FR" sz="1200" u="none" strike="noStrike">
                          <a:effectLst/>
                        </a:rPr>
                        <a:t>3,5</a:t>
                      </a:r>
                      <a:endParaRPr lang="fr-FR" sz="1200" b="0" i="0" u="none" strike="noStrike">
                        <a:solidFill>
                          <a:srgbClr val="2F75B5"/>
                        </a:solidFill>
                        <a:effectLst/>
                        <a:latin typeface="Garamond" panose="02020404030301010803" pitchFamily="18" charset="0"/>
                      </a:endParaRPr>
                    </a:p>
                  </a:txBody>
                  <a:tcPr marL="6350" marR="6350" marT="6350" marB="0" anchor="b"/>
                </a:tc>
                <a:extLst>
                  <a:ext uri="{0D108BD9-81ED-4DB2-BD59-A6C34878D82A}">
                    <a16:rowId xmlns:a16="http://schemas.microsoft.com/office/drawing/2014/main" xmlns="" val="50031356"/>
                  </a:ext>
                </a:extLst>
              </a:tr>
              <a:tr h="196850">
                <a:tc>
                  <a:txBody>
                    <a:bodyPr/>
                    <a:lstStyle/>
                    <a:p>
                      <a:pPr algn="l" fontAlgn="ctr"/>
                      <a:r>
                        <a:rPr lang="fr-FR" sz="1200" u="none" strike="noStrike">
                          <a:effectLst/>
                        </a:rPr>
                        <a:t>Taux mensuel </a:t>
                      </a:r>
                      <a:endParaRPr lang="fr-FR" sz="1200" b="1" i="0" u="none" strike="noStrike">
                        <a:solidFill>
                          <a:srgbClr val="2F75B5"/>
                        </a:solidFill>
                        <a:effectLst/>
                        <a:latin typeface="Garamond" panose="02020404030301010803" pitchFamily="18" charset="0"/>
                      </a:endParaRPr>
                    </a:p>
                  </a:txBody>
                  <a:tcPr marL="6350" marR="6350" marT="6350" marB="0" anchor="ctr"/>
                </a:tc>
                <a:tc>
                  <a:txBody>
                    <a:bodyPr/>
                    <a:lstStyle/>
                    <a:p>
                      <a:pPr algn="r" fontAlgn="b"/>
                      <a:r>
                        <a:rPr lang="fr-FR" sz="1200" u="none" strike="noStrike">
                          <a:effectLst/>
                        </a:rPr>
                        <a:t> </a:t>
                      </a:r>
                      <a:endParaRPr lang="fr-FR" sz="1200" b="0" i="0" u="none" strike="noStrike">
                        <a:solidFill>
                          <a:srgbClr val="2F75B5"/>
                        </a:solidFill>
                        <a:effectLst/>
                        <a:latin typeface="Garamond" panose="02020404030301010803" pitchFamily="18" charset="0"/>
                      </a:endParaRPr>
                    </a:p>
                  </a:txBody>
                  <a:tcPr marL="6350" marR="6350" marT="6350" marB="0" anchor="b"/>
                </a:tc>
                <a:tc>
                  <a:txBody>
                    <a:bodyPr/>
                    <a:lstStyle/>
                    <a:p>
                      <a:pPr algn="l" fontAlgn="ctr"/>
                      <a:r>
                        <a:rPr lang="fr-FR" sz="1200" u="none" strike="noStrike">
                          <a:effectLst/>
                        </a:rPr>
                        <a:t> </a:t>
                      </a:r>
                      <a:endParaRPr lang="fr-FR" sz="1200" b="1" i="0" u="none" strike="noStrike">
                        <a:solidFill>
                          <a:srgbClr val="2F75B5"/>
                        </a:solidFill>
                        <a:effectLst/>
                        <a:latin typeface="Garamond" panose="02020404030301010803" pitchFamily="18" charset="0"/>
                      </a:endParaRPr>
                    </a:p>
                  </a:txBody>
                  <a:tcPr marL="6350" marR="6350" marT="6350" marB="0" anchor="ctr"/>
                </a:tc>
                <a:tc>
                  <a:txBody>
                    <a:bodyPr/>
                    <a:lstStyle/>
                    <a:p>
                      <a:pPr algn="r" fontAlgn="b"/>
                      <a:r>
                        <a:rPr lang="fr-FR" sz="1200" u="none" strike="noStrike">
                          <a:effectLst/>
                        </a:rPr>
                        <a:t>0,003</a:t>
                      </a:r>
                      <a:endParaRPr lang="fr-FR" sz="1200" b="0" i="0" u="none" strike="noStrike">
                        <a:solidFill>
                          <a:srgbClr val="2F75B5"/>
                        </a:solidFill>
                        <a:effectLst/>
                        <a:latin typeface="Garamond" panose="02020404030301010803" pitchFamily="18" charset="0"/>
                      </a:endParaRPr>
                    </a:p>
                  </a:txBody>
                  <a:tcPr marL="6350" marR="6350" marT="6350" marB="0" anchor="b"/>
                </a:tc>
                <a:extLst>
                  <a:ext uri="{0D108BD9-81ED-4DB2-BD59-A6C34878D82A}">
                    <a16:rowId xmlns:a16="http://schemas.microsoft.com/office/drawing/2014/main" xmlns="" val="2712409337"/>
                  </a:ext>
                </a:extLst>
              </a:tr>
              <a:tr h="196850">
                <a:tc>
                  <a:txBody>
                    <a:bodyPr/>
                    <a:lstStyle/>
                    <a:p>
                      <a:pPr algn="l" fontAlgn="ctr"/>
                      <a:r>
                        <a:rPr lang="fr-FR" sz="1200" u="none" strike="noStrike">
                          <a:effectLst/>
                        </a:rPr>
                        <a:t>Durée (Mois)</a:t>
                      </a:r>
                      <a:endParaRPr lang="fr-FR" sz="1200" b="1" i="0" u="none" strike="noStrike">
                        <a:solidFill>
                          <a:srgbClr val="2F75B5"/>
                        </a:solidFill>
                        <a:effectLst/>
                        <a:latin typeface="Garamond" panose="02020404030301010803" pitchFamily="18" charset="0"/>
                      </a:endParaRPr>
                    </a:p>
                  </a:txBody>
                  <a:tcPr marL="6350" marR="6350" marT="6350" marB="0" anchor="ctr"/>
                </a:tc>
                <a:tc>
                  <a:txBody>
                    <a:bodyPr/>
                    <a:lstStyle/>
                    <a:p>
                      <a:pPr algn="r" fontAlgn="b"/>
                      <a:r>
                        <a:rPr lang="fr-FR" sz="1200" u="none" strike="noStrike">
                          <a:effectLst/>
                        </a:rPr>
                        <a:t> </a:t>
                      </a:r>
                      <a:endParaRPr lang="fr-FR" sz="1200" b="0" i="0" u="none" strike="noStrike">
                        <a:solidFill>
                          <a:srgbClr val="2F75B5"/>
                        </a:solidFill>
                        <a:effectLst/>
                        <a:latin typeface="Garamond" panose="02020404030301010803" pitchFamily="18" charset="0"/>
                      </a:endParaRPr>
                    </a:p>
                  </a:txBody>
                  <a:tcPr marL="6350" marR="6350" marT="6350" marB="0" anchor="b"/>
                </a:tc>
                <a:tc>
                  <a:txBody>
                    <a:bodyPr/>
                    <a:lstStyle/>
                    <a:p>
                      <a:pPr algn="l" fontAlgn="ctr"/>
                      <a:r>
                        <a:rPr lang="fr-FR" sz="1200" u="none" strike="noStrike">
                          <a:effectLst/>
                        </a:rPr>
                        <a:t> </a:t>
                      </a:r>
                      <a:endParaRPr lang="fr-FR" sz="1200" b="1" i="0" u="none" strike="noStrike">
                        <a:solidFill>
                          <a:srgbClr val="2F75B5"/>
                        </a:solidFill>
                        <a:effectLst/>
                        <a:latin typeface="Garamond" panose="02020404030301010803" pitchFamily="18" charset="0"/>
                      </a:endParaRPr>
                    </a:p>
                  </a:txBody>
                  <a:tcPr marL="6350" marR="6350" marT="6350" marB="0" anchor="ctr"/>
                </a:tc>
                <a:tc>
                  <a:txBody>
                    <a:bodyPr/>
                    <a:lstStyle/>
                    <a:p>
                      <a:pPr algn="r" fontAlgn="b"/>
                      <a:r>
                        <a:rPr lang="fr-FR" sz="1200" u="none" strike="noStrike">
                          <a:effectLst/>
                        </a:rPr>
                        <a:t>12</a:t>
                      </a:r>
                      <a:endParaRPr lang="fr-FR" sz="1200" b="0" i="0" u="none" strike="noStrike">
                        <a:solidFill>
                          <a:srgbClr val="2F75B5"/>
                        </a:solidFill>
                        <a:effectLst/>
                        <a:latin typeface="Garamond" panose="02020404030301010803" pitchFamily="18" charset="0"/>
                      </a:endParaRPr>
                    </a:p>
                  </a:txBody>
                  <a:tcPr marL="6350" marR="6350" marT="6350" marB="0" anchor="b"/>
                </a:tc>
                <a:extLst>
                  <a:ext uri="{0D108BD9-81ED-4DB2-BD59-A6C34878D82A}">
                    <a16:rowId xmlns:a16="http://schemas.microsoft.com/office/drawing/2014/main" xmlns="" val="2640206555"/>
                  </a:ext>
                </a:extLst>
              </a:tr>
              <a:tr h="266700">
                <a:tc>
                  <a:txBody>
                    <a:bodyPr/>
                    <a:lstStyle/>
                    <a:p>
                      <a:pPr algn="ctr" fontAlgn="ctr"/>
                      <a:r>
                        <a:rPr lang="fr-FR" sz="800" u="none" strike="noStrike">
                          <a:effectLst/>
                          <a:highlight>
                            <a:srgbClr val="9BC2E6"/>
                          </a:highlight>
                        </a:rPr>
                        <a:t>EPARGNE PERIODIQUE (MOIS)</a:t>
                      </a:r>
                      <a:endParaRPr lang="fr-FR" sz="800" b="1" i="0" u="none" strike="noStrike">
                        <a:solidFill>
                          <a:srgbClr val="000000"/>
                        </a:solidFill>
                        <a:effectLst/>
                        <a:highlight>
                          <a:srgbClr val="9BC2E6"/>
                        </a:highlight>
                        <a:latin typeface="Garamond" panose="02020404030301010803" pitchFamily="18" charset="0"/>
                      </a:endParaRPr>
                    </a:p>
                  </a:txBody>
                  <a:tcPr marL="6350" marR="6350" marT="6350" marB="0" anchor="ctr"/>
                </a:tc>
                <a:tc>
                  <a:txBody>
                    <a:bodyPr/>
                    <a:lstStyle/>
                    <a:p>
                      <a:pPr algn="ctr" fontAlgn="ctr"/>
                      <a:r>
                        <a:rPr lang="fr-FR" sz="800" u="none" strike="noStrike">
                          <a:effectLst/>
                          <a:highlight>
                            <a:srgbClr val="9BC2E6"/>
                          </a:highlight>
                        </a:rPr>
                        <a:t>MONTANT TOTAL EPARGNE</a:t>
                      </a:r>
                      <a:endParaRPr lang="fr-FR" sz="800" b="1" i="0" u="none" strike="noStrike">
                        <a:solidFill>
                          <a:srgbClr val="000000"/>
                        </a:solidFill>
                        <a:effectLst/>
                        <a:highlight>
                          <a:srgbClr val="9BC2E6"/>
                        </a:highlight>
                        <a:latin typeface="Garamond" panose="02020404030301010803" pitchFamily="18" charset="0"/>
                      </a:endParaRPr>
                    </a:p>
                  </a:txBody>
                  <a:tcPr marL="6350" marR="6350" marT="6350" marB="0" anchor="ctr"/>
                </a:tc>
                <a:tc>
                  <a:txBody>
                    <a:bodyPr/>
                    <a:lstStyle/>
                    <a:p>
                      <a:pPr algn="ctr" fontAlgn="ctr"/>
                      <a:r>
                        <a:rPr lang="fr-FR" sz="800" u="none" strike="noStrike">
                          <a:effectLst/>
                          <a:highlight>
                            <a:srgbClr val="9BC2E6"/>
                          </a:highlight>
                        </a:rPr>
                        <a:t>INTERETS TOTAUX</a:t>
                      </a:r>
                      <a:endParaRPr lang="fr-FR" sz="800" b="1" i="0" u="none" strike="noStrike">
                        <a:solidFill>
                          <a:srgbClr val="000000"/>
                        </a:solidFill>
                        <a:effectLst/>
                        <a:highlight>
                          <a:srgbClr val="9BC2E6"/>
                        </a:highlight>
                        <a:latin typeface="Garamond" panose="02020404030301010803" pitchFamily="18" charset="0"/>
                      </a:endParaRPr>
                    </a:p>
                  </a:txBody>
                  <a:tcPr marL="6350" marR="6350" marT="6350" marB="0" anchor="ctr"/>
                </a:tc>
                <a:tc>
                  <a:txBody>
                    <a:bodyPr/>
                    <a:lstStyle/>
                    <a:p>
                      <a:pPr algn="ctr" fontAlgn="ctr"/>
                      <a:r>
                        <a:rPr lang="fr-FR" sz="800" u="none" strike="noStrike">
                          <a:effectLst/>
                          <a:highlight>
                            <a:srgbClr val="9BC2E6"/>
                          </a:highlight>
                        </a:rPr>
                        <a:t>MONTANT TOTAL OBTENU</a:t>
                      </a:r>
                      <a:endParaRPr lang="fr-FR" sz="800" b="1" i="0" u="none" strike="noStrike">
                        <a:solidFill>
                          <a:srgbClr val="000000"/>
                        </a:solidFill>
                        <a:effectLst/>
                        <a:highlight>
                          <a:srgbClr val="9BC2E6"/>
                        </a:highlight>
                        <a:latin typeface="Garamond" panose="02020404030301010803" pitchFamily="18" charset="0"/>
                      </a:endParaRPr>
                    </a:p>
                  </a:txBody>
                  <a:tcPr marL="6350" marR="6350" marT="6350" marB="0" anchor="ctr"/>
                </a:tc>
                <a:extLst>
                  <a:ext uri="{0D108BD9-81ED-4DB2-BD59-A6C34878D82A}">
                    <a16:rowId xmlns:a16="http://schemas.microsoft.com/office/drawing/2014/main" xmlns="" val="505506095"/>
                  </a:ext>
                </a:extLst>
              </a:tr>
              <a:tr h="196850">
                <a:tc>
                  <a:txBody>
                    <a:bodyPr/>
                    <a:lstStyle/>
                    <a:p>
                      <a:pPr algn="ctr" fontAlgn="ctr"/>
                      <a:r>
                        <a:rPr lang="fr-FR" sz="1200" u="none" strike="noStrike">
                          <a:effectLst/>
                          <a:highlight>
                            <a:srgbClr val="DDEBF7"/>
                          </a:highlight>
                        </a:rPr>
                        <a:t>            1 000 000 </a:t>
                      </a:r>
                      <a:endParaRPr lang="fr-FR" sz="1200" b="1"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r" fontAlgn="b"/>
                      <a:r>
                        <a:rPr lang="fr-FR" sz="1200" u="none" strike="noStrike">
                          <a:effectLst/>
                          <a:highlight>
                            <a:srgbClr val="DDEBF7"/>
                          </a:highlight>
                        </a:rPr>
                        <a:t>12000000</a:t>
                      </a:r>
                      <a:endParaRPr lang="fr-FR" sz="1200" b="0" i="0" u="none" strike="noStrike">
                        <a:solidFill>
                          <a:srgbClr val="808080"/>
                        </a:solidFill>
                        <a:effectLst/>
                        <a:highlight>
                          <a:srgbClr val="DDEBF7"/>
                        </a:highlight>
                        <a:latin typeface="Garamond" panose="02020404030301010803" pitchFamily="18" charset="0"/>
                      </a:endParaRPr>
                    </a:p>
                  </a:txBody>
                  <a:tcPr marL="6350" marR="6350" marT="6350" marB="0" anchor="b"/>
                </a:tc>
                <a:tc>
                  <a:txBody>
                    <a:bodyPr/>
                    <a:lstStyle/>
                    <a:p>
                      <a:pPr algn="ctr" fontAlgn="ctr"/>
                      <a:r>
                        <a:rPr lang="fr-FR" sz="1200" u="none" strike="noStrike">
                          <a:effectLst/>
                          <a:highlight>
                            <a:srgbClr val="DDEBF7"/>
                          </a:highlight>
                        </a:rPr>
                        <a:t>194 384</a:t>
                      </a:r>
                      <a:endParaRPr lang="fr-FR" sz="1200" b="0"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ctr" fontAlgn="ctr"/>
                      <a:r>
                        <a:rPr lang="fr-FR" sz="1200" u="sng" strike="noStrike">
                          <a:effectLst/>
                          <a:highlight>
                            <a:srgbClr val="DDEBF7"/>
                          </a:highlight>
                        </a:rPr>
                        <a:t>12 194 384</a:t>
                      </a:r>
                      <a:endParaRPr lang="fr-FR" sz="1200" b="1" i="0" u="sng" strike="noStrike">
                        <a:solidFill>
                          <a:srgbClr val="00B050"/>
                        </a:solidFill>
                        <a:effectLst/>
                        <a:highlight>
                          <a:srgbClr val="DDEBF7"/>
                        </a:highlight>
                        <a:latin typeface="Garamond" panose="02020404030301010803" pitchFamily="18" charset="0"/>
                      </a:endParaRPr>
                    </a:p>
                  </a:txBody>
                  <a:tcPr marL="6350" marR="6350" marT="6350" marB="0" anchor="ctr"/>
                </a:tc>
                <a:extLst>
                  <a:ext uri="{0D108BD9-81ED-4DB2-BD59-A6C34878D82A}">
                    <a16:rowId xmlns:a16="http://schemas.microsoft.com/office/drawing/2014/main" xmlns="" val="3141489335"/>
                  </a:ext>
                </a:extLst>
              </a:tr>
              <a:tr h="196850">
                <a:tc>
                  <a:txBody>
                    <a:bodyPr/>
                    <a:lstStyle/>
                    <a:p>
                      <a:pPr algn="ctr" fontAlgn="ctr"/>
                      <a:r>
                        <a:rPr lang="fr-FR" sz="1200" u="none" strike="noStrike">
                          <a:effectLst/>
                          <a:highlight>
                            <a:srgbClr val="DDEBF7"/>
                          </a:highlight>
                        </a:rPr>
                        <a:t>            2 000 000 </a:t>
                      </a:r>
                      <a:endParaRPr lang="fr-FR" sz="1200" b="1"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r" fontAlgn="b"/>
                      <a:r>
                        <a:rPr lang="fr-FR" sz="1200" u="none" strike="noStrike">
                          <a:effectLst/>
                          <a:highlight>
                            <a:srgbClr val="DDEBF7"/>
                          </a:highlight>
                        </a:rPr>
                        <a:t>24000000</a:t>
                      </a:r>
                      <a:endParaRPr lang="fr-FR" sz="1200" b="0" i="0" u="none" strike="noStrike">
                        <a:solidFill>
                          <a:srgbClr val="808080"/>
                        </a:solidFill>
                        <a:effectLst/>
                        <a:highlight>
                          <a:srgbClr val="DDEBF7"/>
                        </a:highlight>
                        <a:latin typeface="Garamond" panose="02020404030301010803" pitchFamily="18" charset="0"/>
                      </a:endParaRPr>
                    </a:p>
                  </a:txBody>
                  <a:tcPr marL="6350" marR="6350" marT="6350" marB="0" anchor="b"/>
                </a:tc>
                <a:tc>
                  <a:txBody>
                    <a:bodyPr/>
                    <a:lstStyle/>
                    <a:p>
                      <a:pPr algn="ctr" fontAlgn="ctr"/>
                      <a:r>
                        <a:rPr lang="fr-FR" sz="1200" u="none" strike="noStrike">
                          <a:effectLst/>
                          <a:highlight>
                            <a:srgbClr val="DDEBF7"/>
                          </a:highlight>
                        </a:rPr>
                        <a:t>388 768</a:t>
                      </a:r>
                      <a:endParaRPr lang="fr-FR" sz="1200" b="0"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ctr" fontAlgn="ctr"/>
                      <a:r>
                        <a:rPr lang="fr-FR" sz="1200" u="sng" strike="noStrike">
                          <a:effectLst/>
                          <a:highlight>
                            <a:srgbClr val="DDEBF7"/>
                          </a:highlight>
                        </a:rPr>
                        <a:t>24 388 768</a:t>
                      </a:r>
                      <a:endParaRPr lang="fr-FR" sz="1200" b="1" i="0" u="sng" strike="noStrike">
                        <a:solidFill>
                          <a:srgbClr val="00B050"/>
                        </a:solidFill>
                        <a:effectLst/>
                        <a:highlight>
                          <a:srgbClr val="DDEBF7"/>
                        </a:highlight>
                        <a:latin typeface="Garamond" panose="02020404030301010803" pitchFamily="18" charset="0"/>
                      </a:endParaRPr>
                    </a:p>
                  </a:txBody>
                  <a:tcPr marL="6350" marR="6350" marT="6350" marB="0" anchor="ctr"/>
                </a:tc>
                <a:extLst>
                  <a:ext uri="{0D108BD9-81ED-4DB2-BD59-A6C34878D82A}">
                    <a16:rowId xmlns:a16="http://schemas.microsoft.com/office/drawing/2014/main" xmlns="" val="817700921"/>
                  </a:ext>
                </a:extLst>
              </a:tr>
              <a:tr h="196850">
                <a:tc>
                  <a:txBody>
                    <a:bodyPr/>
                    <a:lstStyle/>
                    <a:p>
                      <a:pPr algn="ctr" fontAlgn="ctr"/>
                      <a:r>
                        <a:rPr lang="fr-FR" sz="1200" u="none" strike="noStrike">
                          <a:effectLst/>
                          <a:highlight>
                            <a:srgbClr val="DDEBF7"/>
                          </a:highlight>
                        </a:rPr>
                        <a:t>            4 000 000 </a:t>
                      </a:r>
                      <a:endParaRPr lang="fr-FR" sz="1200" b="1"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r" fontAlgn="b"/>
                      <a:r>
                        <a:rPr lang="fr-FR" sz="1200" u="none" strike="noStrike">
                          <a:effectLst/>
                          <a:highlight>
                            <a:srgbClr val="DDEBF7"/>
                          </a:highlight>
                        </a:rPr>
                        <a:t>48000000</a:t>
                      </a:r>
                      <a:endParaRPr lang="fr-FR" sz="1200" b="0" i="0" u="none" strike="noStrike">
                        <a:solidFill>
                          <a:srgbClr val="808080"/>
                        </a:solidFill>
                        <a:effectLst/>
                        <a:highlight>
                          <a:srgbClr val="DDEBF7"/>
                        </a:highlight>
                        <a:latin typeface="Garamond" panose="02020404030301010803" pitchFamily="18" charset="0"/>
                      </a:endParaRPr>
                    </a:p>
                  </a:txBody>
                  <a:tcPr marL="6350" marR="6350" marT="6350" marB="0" anchor="b"/>
                </a:tc>
                <a:tc>
                  <a:txBody>
                    <a:bodyPr/>
                    <a:lstStyle/>
                    <a:p>
                      <a:pPr algn="ctr" fontAlgn="ctr"/>
                      <a:r>
                        <a:rPr lang="fr-FR" sz="1200" u="none" strike="noStrike">
                          <a:effectLst/>
                          <a:highlight>
                            <a:srgbClr val="DDEBF7"/>
                          </a:highlight>
                        </a:rPr>
                        <a:t>777 535</a:t>
                      </a:r>
                      <a:endParaRPr lang="fr-FR" sz="1200" b="0"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ctr" fontAlgn="ctr"/>
                      <a:r>
                        <a:rPr lang="fr-FR" sz="1200" u="sng" strike="noStrike">
                          <a:effectLst/>
                          <a:highlight>
                            <a:srgbClr val="DDEBF7"/>
                          </a:highlight>
                        </a:rPr>
                        <a:t>48 777 535</a:t>
                      </a:r>
                      <a:endParaRPr lang="fr-FR" sz="1200" b="1" i="0" u="sng" strike="noStrike">
                        <a:solidFill>
                          <a:srgbClr val="00B050"/>
                        </a:solidFill>
                        <a:effectLst/>
                        <a:highlight>
                          <a:srgbClr val="DDEBF7"/>
                        </a:highlight>
                        <a:latin typeface="Garamond" panose="02020404030301010803" pitchFamily="18" charset="0"/>
                      </a:endParaRPr>
                    </a:p>
                  </a:txBody>
                  <a:tcPr marL="6350" marR="6350" marT="6350" marB="0" anchor="ctr"/>
                </a:tc>
                <a:extLst>
                  <a:ext uri="{0D108BD9-81ED-4DB2-BD59-A6C34878D82A}">
                    <a16:rowId xmlns:a16="http://schemas.microsoft.com/office/drawing/2014/main" xmlns="" val="455168871"/>
                  </a:ext>
                </a:extLst>
              </a:tr>
              <a:tr h="196850">
                <a:tc>
                  <a:txBody>
                    <a:bodyPr/>
                    <a:lstStyle/>
                    <a:p>
                      <a:pPr algn="ctr" fontAlgn="ctr"/>
                      <a:r>
                        <a:rPr lang="fr-FR" sz="1200" u="none" strike="noStrike">
                          <a:effectLst/>
                          <a:highlight>
                            <a:srgbClr val="DDEBF7"/>
                          </a:highlight>
                        </a:rPr>
                        <a:t>            5 000 000 </a:t>
                      </a:r>
                      <a:endParaRPr lang="fr-FR" sz="1200" b="1"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r" fontAlgn="b"/>
                      <a:r>
                        <a:rPr lang="fr-FR" sz="1200" u="none" strike="noStrike">
                          <a:effectLst/>
                          <a:highlight>
                            <a:srgbClr val="DDEBF7"/>
                          </a:highlight>
                        </a:rPr>
                        <a:t>60000000</a:t>
                      </a:r>
                      <a:endParaRPr lang="fr-FR" sz="1200" b="0" i="0" u="none" strike="noStrike">
                        <a:solidFill>
                          <a:srgbClr val="808080"/>
                        </a:solidFill>
                        <a:effectLst/>
                        <a:highlight>
                          <a:srgbClr val="DDEBF7"/>
                        </a:highlight>
                        <a:latin typeface="Garamond" panose="02020404030301010803" pitchFamily="18" charset="0"/>
                      </a:endParaRPr>
                    </a:p>
                  </a:txBody>
                  <a:tcPr marL="6350" marR="6350" marT="6350" marB="0" anchor="b"/>
                </a:tc>
                <a:tc>
                  <a:txBody>
                    <a:bodyPr/>
                    <a:lstStyle/>
                    <a:p>
                      <a:pPr algn="ctr" fontAlgn="ctr"/>
                      <a:r>
                        <a:rPr lang="fr-FR" sz="1200" u="none" strike="noStrike">
                          <a:effectLst/>
                          <a:highlight>
                            <a:srgbClr val="DDEBF7"/>
                          </a:highlight>
                        </a:rPr>
                        <a:t>971 919</a:t>
                      </a:r>
                      <a:endParaRPr lang="fr-FR" sz="1200" b="0"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ctr" fontAlgn="ctr"/>
                      <a:r>
                        <a:rPr lang="fr-FR" sz="1200" u="sng" strike="noStrike">
                          <a:effectLst/>
                          <a:highlight>
                            <a:srgbClr val="DDEBF7"/>
                          </a:highlight>
                        </a:rPr>
                        <a:t>60 971 919</a:t>
                      </a:r>
                      <a:endParaRPr lang="fr-FR" sz="1200" b="1" i="0" u="sng" strike="noStrike">
                        <a:solidFill>
                          <a:srgbClr val="00B050"/>
                        </a:solidFill>
                        <a:effectLst/>
                        <a:highlight>
                          <a:srgbClr val="DDEBF7"/>
                        </a:highlight>
                        <a:latin typeface="Garamond" panose="02020404030301010803" pitchFamily="18" charset="0"/>
                      </a:endParaRPr>
                    </a:p>
                  </a:txBody>
                  <a:tcPr marL="6350" marR="6350" marT="6350" marB="0" anchor="ctr"/>
                </a:tc>
                <a:extLst>
                  <a:ext uri="{0D108BD9-81ED-4DB2-BD59-A6C34878D82A}">
                    <a16:rowId xmlns:a16="http://schemas.microsoft.com/office/drawing/2014/main" xmlns="" val="3544665255"/>
                  </a:ext>
                </a:extLst>
              </a:tr>
              <a:tr h="196850">
                <a:tc>
                  <a:txBody>
                    <a:bodyPr/>
                    <a:lstStyle/>
                    <a:p>
                      <a:pPr algn="r" fontAlgn="ctr"/>
                      <a:r>
                        <a:rPr lang="fr-FR" sz="1200" u="none" strike="noStrike">
                          <a:effectLst/>
                          <a:highlight>
                            <a:srgbClr val="DDEBF7"/>
                          </a:highlight>
                        </a:rPr>
                        <a:t>            6 500 000 </a:t>
                      </a:r>
                      <a:endParaRPr lang="fr-FR" sz="1200" b="1"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r" fontAlgn="b"/>
                      <a:r>
                        <a:rPr lang="fr-FR" sz="1200" u="none" strike="noStrike">
                          <a:effectLst/>
                          <a:highlight>
                            <a:srgbClr val="DDEBF7"/>
                          </a:highlight>
                        </a:rPr>
                        <a:t>78000000</a:t>
                      </a:r>
                      <a:endParaRPr lang="fr-FR" sz="1200" b="0" i="0" u="none" strike="noStrike">
                        <a:solidFill>
                          <a:srgbClr val="808080"/>
                        </a:solidFill>
                        <a:effectLst/>
                        <a:highlight>
                          <a:srgbClr val="DDEBF7"/>
                        </a:highlight>
                        <a:latin typeface="Garamond" panose="02020404030301010803" pitchFamily="18" charset="0"/>
                      </a:endParaRPr>
                    </a:p>
                  </a:txBody>
                  <a:tcPr marL="6350" marR="6350" marT="6350" marB="0" anchor="b"/>
                </a:tc>
                <a:tc>
                  <a:txBody>
                    <a:bodyPr/>
                    <a:lstStyle/>
                    <a:p>
                      <a:pPr algn="ctr" fontAlgn="ctr"/>
                      <a:r>
                        <a:rPr lang="fr-FR" sz="1200" u="none" strike="noStrike">
                          <a:effectLst/>
                          <a:highlight>
                            <a:srgbClr val="DDEBF7"/>
                          </a:highlight>
                        </a:rPr>
                        <a:t>1 263 495</a:t>
                      </a:r>
                      <a:endParaRPr lang="fr-FR" sz="1200" b="0"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ctr" fontAlgn="ctr"/>
                      <a:r>
                        <a:rPr lang="fr-FR" sz="1200" u="sng" strike="noStrike" dirty="0">
                          <a:effectLst/>
                          <a:highlight>
                            <a:srgbClr val="DDEBF7"/>
                          </a:highlight>
                        </a:rPr>
                        <a:t>79 263 495</a:t>
                      </a:r>
                      <a:endParaRPr lang="fr-FR" sz="1200" b="1" i="0" u="sng" strike="noStrike" dirty="0">
                        <a:solidFill>
                          <a:srgbClr val="00B050"/>
                        </a:solidFill>
                        <a:effectLst/>
                        <a:highlight>
                          <a:srgbClr val="DDEBF7"/>
                        </a:highlight>
                        <a:latin typeface="Garamond" panose="02020404030301010803" pitchFamily="18" charset="0"/>
                      </a:endParaRPr>
                    </a:p>
                  </a:txBody>
                  <a:tcPr marL="6350" marR="6350" marT="6350" marB="0" anchor="ctr"/>
                </a:tc>
                <a:extLst>
                  <a:ext uri="{0D108BD9-81ED-4DB2-BD59-A6C34878D82A}">
                    <a16:rowId xmlns:a16="http://schemas.microsoft.com/office/drawing/2014/main" xmlns="" val="2530348644"/>
                  </a:ext>
                </a:extLst>
              </a:tr>
            </a:tbl>
          </a:graphicData>
        </a:graphic>
      </p:graphicFrame>
      <p:graphicFrame>
        <p:nvGraphicFramePr>
          <p:cNvPr id="16" name="Tableau 15">
            <a:extLst>
              <a:ext uri="{FF2B5EF4-FFF2-40B4-BE49-F238E27FC236}">
                <a16:creationId xmlns:a16="http://schemas.microsoft.com/office/drawing/2014/main" xmlns="" id="{19774FCC-BA71-4DF2-754B-A09E5FECE56E}"/>
              </a:ext>
            </a:extLst>
          </p:cNvPr>
          <p:cNvGraphicFramePr>
            <a:graphicFrameLocks noGrp="1"/>
          </p:cNvGraphicFramePr>
          <p:nvPr>
            <p:extLst>
              <p:ext uri="{D42A27DB-BD31-4B8C-83A1-F6EECF244321}">
                <p14:modId xmlns:p14="http://schemas.microsoft.com/office/powerpoint/2010/main" val="1513622082"/>
              </p:ext>
            </p:extLst>
          </p:nvPr>
        </p:nvGraphicFramePr>
        <p:xfrm>
          <a:off x="457200" y="2238208"/>
          <a:ext cx="4800600" cy="2266950"/>
        </p:xfrm>
        <a:graphic>
          <a:graphicData uri="http://schemas.openxmlformats.org/drawingml/2006/table">
            <a:tbl>
              <a:tblPr>
                <a:tableStyleId>{5C22544A-7EE6-4342-B048-85BDC9FD1C3A}</a:tableStyleId>
              </a:tblPr>
              <a:tblGrid>
                <a:gridCol w="1307903">
                  <a:extLst>
                    <a:ext uri="{9D8B030D-6E8A-4147-A177-3AD203B41FA5}">
                      <a16:colId xmlns:a16="http://schemas.microsoft.com/office/drawing/2014/main" xmlns="" val="176308662"/>
                    </a:ext>
                  </a:extLst>
                </a:gridCol>
                <a:gridCol w="1174141">
                  <a:extLst>
                    <a:ext uri="{9D8B030D-6E8A-4147-A177-3AD203B41FA5}">
                      <a16:colId xmlns:a16="http://schemas.microsoft.com/office/drawing/2014/main" xmlns="" val="131369012"/>
                    </a:ext>
                  </a:extLst>
                </a:gridCol>
                <a:gridCol w="891752">
                  <a:extLst>
                    <a:ext uri="{9D8B030D-6E8A-4147-A177-3AD203B41FA5}">
                      <a16:colId xmlns:a16="http://schemas.microsoft.com/office/drawing/2014/main" xmlns="" val="782786179"/>
                    </a:ext>
                  </a:extLst>
                </a:gridCol>
                <a:gridCol w="1426804">
                  <a:extLst>
                    <a:ext uri="{9D8B030D-6E8A-4147-A177-3AD203B41FA5}">
                      <a16:colId xmlns:a16="http://schemas.microsoft.com/office/drawing/2014/main" xmlns="" val="2850877051"/>
                    </a:ext>
                  </a:extLst>
                </a:gridCol>
              </a:tblGrid>
              <a:tr h="196850">
                <a:tc gridSpan="4">
                  <a:txBody>
                    <a:bodyPr/>
                    <a:lstStyle/>
                    <a:p>
                      <a:pPr algn="ctr" fontAlgn="ctr"/>
                      <a:r>
                        <a:rPr lang="fr-FR" sz="1000" u="none" strike="noStrike">
                          <a:effectLst/>
                          <a:highlight>
                            <a:srgbClr val="5B9BD5"/>
                          </a:highlight>
                        </a:rPr>
                        <a:t>SIMULATION DE DEPÔS MENSUEL PENDANT 12 MOIS </a:t>
                      </a:r>
                      <a:endParaRPr lang="fr-FR" sz="1000" b="1" i="0" u="none" strike="noStrike">
                        <a:solidFill>
                          <a:srgbClr val="000000"/>
                        </a:solidFill>
                        <a:effectLst/>
                        <a:highlight>
                          <a:srgbClr val="5B9BD5"/>
                        </a:highlight>
                        <a:latin typeface="Garamond" panose="02020404030301010803" pitchFamily="18" charset="0"/>
                      </a:endParaRPr>
                    </a:p>
                  </a:txBody>
                  <a:tcPr marL="6350" marR="6350" marT="6350" marB="0" anchor="ct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xmlns="" val="4167468357"/>
                  </a:ext>
                </a:extLst>
              </a:tr>
              <a:tr h="196850">
                <a:tc>
                  <a:txBody>
                    <a:bodyPr/>
                    <a:lstStyle/>
                    <a:p>
                      <a:pPr algn="ctr" fontAlgn="ctr"/>
                      <a:r>
                        <a:rPr lang="fr-FR" sz="1000" u="none" strike="noStrike">
                          <a:effectLst/>
                        </a:rPr>
                        <a:t> </a:t>
                      </a:r>
                      <a:endParaRPr lang="fr-FR" sz="1000" b="1" i="0" u="none" strike="noStrike">
                        <a:solidFill>
                          <a:srgbClr val="000000"/>
                        </a:solidFill>
                        <a:effectLst/>
                        <a:latin typeface="Garamond" panose="02020404030301010803" pitchFamily="18" charset="0"/>
                      </a:endParaRPr>
                    </a:p>
                  </a:txBody>
                  <a:tcPr marL="6350" marR="6350" marT="6350" marB="0" anchor="ctr"/>
                </a:tc>
                <a:tc gridSpan="2">
                  <a:txBody>
                    <a:bodyPr/>
                    <a:lstStyle/>
                    <a:p>
                      <a:pPr algn="ctr" fontAlgn="ctr"/>
                      <a:r>
                        <a:rPr lang="fr-FR" sz="1000" u="none" strike="noStrike">
                          <a:effectLst/>
                        </a:rPr>
                        <a:t>SGI</a:t>
                      </a:r>
                      <a:endParaRPr lang="fr-FR" sz="1000" b="1" i="0" u="none" strike="noStrike">
                        <a:solidFill>
                          <a:srgbClr val="000000"/>
                        </a:solidFill>
                        <a:effectLst/>
                        <a:latin typeface="Garamond" panose="02020404030301010803" pitchFamily="18" charset="0"/>
                      </a:endParaRPr>
                    </a:p>
                  </a:txBody>
                  <a:tcPr marL="6350" marR="6350" marT="6350" marB="0" anchor="ctr"/>
                </a:tc>
                <a:tc hMerge="1">
                  <a:txBody>
                    <a:bodyPr/>
                    <a:lstStyle/>
                    <a:p>
                      <a:endParaRPr lang="fr-FR"/>
                    </a:p>
                  </a:txBody>
                  <a:tcPr/>
                </a:tc>
                <a:tc>
                  <a:txBody>
                    <a:bodyPr/>
                    <a:lstStyle/>
                    <a:p>
                      <a:pPr algn="ctr" fontAlgn="ctr"/>
                      <a:r>
                        <a:rPr lang="fr-FR" sz="800" u="none" strike="noStrike">
                          <a:effectLst/>
                        </a:rPr>
                        <a:t>Interêts défiscalisés</a:t>
                      </a:r>
                      <a:endParaRPr lang="fr-FR" sz="800" b="1" i="0" u="none" strike="noStrike">
                        <a:solidFill>
                          <a:srgbClr val="FF0000"/>
                        </a:solidFill>
                        <a:effectLst/>
                        <a:latin typeface="Garamond" panose="02020404030301010803" pitchFamily="18" charset="0"/>
                      </a:endParaRPr>
                    </a:p>
                  </a:txBody>
                  <a:tcPr marL="6350" marR="6350" marT="6350" marB="0" anchor="ctr"/>
                </a:tc>
                <a:extLst>
                  <a:ext uri="{0D108BD9-81ED-4DB2-BD59-A6C34878D82A}">
                    <a16:rowId xmlns:a16="http://schemas.microsoft.com/office/drawing/2014/main" xmlns="" val="2028713036"/>
                  </a:ext>
                </a:extLst>
              </a:tr>
              <a:tr h="196850">
                <a:tc>
                  <a:txBody>
                    <a:bodyPr/>
                    <a:lstStyle/>
                    <a:p>
                      <a:pPr algn="l" fontAlgn="ctr"/>
                      <a:r>
                        <a:rPr lang="fr-FR" sz="1200" u="none" strike="noStrike">
                          <a:effectLst/>
                        </a:rPr>
                        <a:t>Taux annuel </a:t>
                      </a:r>
                      <a:endParaRPr lang="fr-FR" sz="1200" b="1" i="0" u="none" strike="noStrike">
                        <a:solidFill>
                          <a:srgbClr val="2F75B5"/>
                        </a:solidFill>
                        <a:effectLst/>
                        <a:latin typeface="Garamond" panose="02020404030301010803" pitchFamily="18" charset="0"/>
                      </a:endParaRPr>
                    </a:p>
                  </a:txBody>
                  <a:tcPr marL="6350" marR="6350" marT="6350" marB="0" anchor="ctr"/>
                </a:tc>
                <a:tc>
                  <a:txBody>
                    <a:bodyPr/>
                    <a:lstStyle/>
                    <a:p>
                      <a:pPr algn="r" fontAlgn="b"/>
                      <a:r>
                        <a:rPr lang="fr-FR" sz="1200" u="none" strike="noStrike">
                          <a:effectLst/>
                        </a:rPr>
                        <a:t> </a:t>
                      </a:r>
                      <a:endParaRPr lang="fr-FR" sz="1200" b="0" i="0" u="none" strike="noStrike">
                        <a:solidFill>
                          <a:srgbClr val="2F75B5"/>
                        </a:solidFill>
                        <a:effectLst/>
                        <a:latin typeface="Garamond" panose="02020404030301010803" pitchFamily="18" charset="0"/>
                      </a:endParaRPr>
                    </a:p>
                  </a:txBody>
                  <a:tcPr marL="6350" marR="6350" marT="6350" marB="0" anchor="b"/>
                </a:tc>
                <a:tc>
                  <a:txBody>
                    <a:bodyPr/>
                    <a:lstStyle/>
                    <a:p>
                      <a:pPr algn="l" fontAlgn="ctr"/>
                      <a:r>
                        <a:rPr lang="fr-FR" sz="1200" u="none" strike="noStrike">
                          <a:effectLst/>
                        </a:rPr>
                        <a:t> </a:t>
                      </a:r>
                      <a:endParaRPr lang="fr-FR" sz="1200" b="1" i="0" u="none" strike="noStrike">
                        <a:solidFill>
                          <a:srgbClr val="2F75B5"/>
                        </a:solidFill>
                        <a:effectLst/>
                        <a:latin typeface="Garamond" panose="02020404030301010803" pitchFamily="18" charset="0"/>
                      </a:endParaRPr>
                    </a:p>
                  </a:txBody>
                  <a:tcPr marL="6350" marR="6350" marT="6350" marB="0" anchor="ctr"/>
                </a:tc>
                <a:tc>
                  <a:txBody>
                    <a:bodyPr/>
                    <a:lstStyle/>
                    <a:p>
                      <a:pPr algn="r" fontAlgn="b"/>
                      <a:r>
                        <a:rPr lang="fr-FR" sz="1200" u="none" strike="noStrike">
                          <a:effectLst/>
                        </a:rPr>
                        <a:t>7</a:t>
                      </a:r>
                      <a:endParaRPr lang="fr-FR" sz="1200" b="0" i="0" u="none" strike="noStrike">
                        <a:solidFill>
                          <a:srgbClr val="2F75B5"/>
                        </a:solidFill>
                        <a:effectLst/>
                        <a:latin typeface="Garamond" panose="02020404030301010803" pitchFamily="18" charset="0"/>
                      </a:endParaRPr>
                    </a:p>
                  </a:txBody>
                  <a:tcPr marL="6350" marR="6350" marT="6350" marB="0" anchor="b"/>
                </a:tc>
                <a:extLst>
                  <a:ext uri="{0D108BD9-81ED-4DB2-BD59-A6C34878D82A}">
                    <a16:rowId xmlns:a16="http://schemas.microsoft.com/office/drawing/2014/main" xmlns="" val="4188364834"/>
                  </a:ext>
                </a:extLst>
              </a:tr>
              <a:tr h="196850">
                <a:tc>
                  <a:txBody>
                    <a:bodyPr/>
                    <a:lstStyle/>
                    <a:p>
                      <a:pPr algn="l" fontAlgn="ctr"/>
                      <a:r>
                        <a:rPr lang="fr-FR" sz="1200" u="none" strike="noStrike">
                          <a:effectLst/>
                        </a:rPr>
                        <a:t>Taux mensuel </a:t>
                      </a:r>
                      <a:endParaRPr lang="fr-FR" sz="1200" b="1" i="0" u="none" strike="noStrike">
                        <a:solidFill>
                          <a:srgbClr val="2F75B5"/>
                        </a:solidFill>
                        <a:effectLst/>
                        <a:latin typeface="Garamond" panose="02020404030301010803" pitchFamily="18" charset="0"/>
                      </a:endParaRPr>
                    </a:p>
                  </a:txBody>
                  <a:tcPr marL="6350" marR="6350" marT="6350" marB="0" anchor="ctr"/>
                </a:tc>
                <a:tc>
                  <a:txBody>
                    <a:bodyPr/>
                    <a:lstStyle/>
                    <a:p>
                      <a:pPr algn="r" fontAlgn="b"/>
                      <a:r>
                        <a:rPr lang="fr-FR" sz="1200" u="none" strike="noStrike">
                          <a:effectLst/>
                        </a:rPr>
                        <a:t> </a:t>
                      </a:r>
                      <a:endParaRPr lang="fr-FR" sz="1200" b="0" i="0" u="none" strike="noStrike">
                        <a:solidFill>
                          <a:srgbClr val="2F75B5"/>
                        </a:solidFill>
                        <a:effectLst/>
                        <a:latin typeface="Garamond" panose="02020404030301010803" pitchFamily="18" charset="0"/>
                      </a:endParaRPr>
                    </a:p>
                  </a:txBody>
                  <a:tcPr marL="6350" marR="6350" marT="6350" marB="0" anchor="b"/>
                </a:tc>
                <a:tc>
                  <a:txBody>
                    <a:bodyPr/>
                    <a:lstStyle/>
                    <a:p>
                      <a:pPr algn="l" fontAlgn="ctr"/>
                      <a:r>
                        <a:rPr lang="fr-FR" sz="1200" u="none" strike="noStrike">
                          <a:effectLst/>
                        </a:rPr>
                        <a:t> </a:t>
                      </a:r>
                      <a:endParaRPr lang="fr-FR" sz="1200" b="1" i="0" u="none" strike="noStrike">
                        <a:solidFill>
                          <a:srgbClr val="2F75B5"/>
                        </a:solidFill>
                        <a:effectLst/>
                        <a:latin typeface="Garamond" panose="02020404030301010803" pitchFamily="18" charset="0"/>
                      </a:endParaRPr>
                    </a:p>
                  </a:txBody>
                  <a:tcPr marL="6350" marR="6350" marT="6350" marB="0" anchor="ctr"/>
                </a:tc>
                <a:tc>
                  <a:txBody>
                    <a:bodyPr/>
                    <a:lstStyle/>
                    <a:p>
                      <a:pPr algn="r" fontAlgn="b"/>
                      <a:r>
                        <a:rPr lang="fr-FR" sz="1200" u="none" strike="noStrike">
                          <a:effectLst/>
                        </a:rPr>
                        <a:t>0,006</a:t>
                      </a:r>
                      <a:endParaRPr lang="fr-FR" sz="1200" b="0" i="0" u="none" strike="noStrike">
                        <a:solidFill>
                          <a:srgbClr val="2F75B5"/>
                        </a:solidFill>
                        <a:effectLst/>
                        <a:latin typeface="Garamond" panose="02020404030301010803" pitchFamily="18" charset="0"/>
                      </a:endParaRPr>
                    </a:p>
                  </a:txBody>
                  <a:tcPr marL="6350" marR="6350" marT="6350" marB="0" anchor="b"/>
                </a:tc>
                <a:extLst>
                  <a:ext uri="{0D108BD9-81ED-4DB2-BD59-A6C34878D82A}">
                    <a16:rowId xmlns:a16="http://schemas.microsoft.com/office/drawing/2014/main" xmlns="" val="874749569"/>
                  </a:ext>
                </a:extLst>
              </a:tr>
              <a:tr h="196850">
                <a:tc>
                  <a:txBody>
                    <a:bodyPr/>
                    <a:lstStyle/>
                    <a:p>
                      <a:pPr algn="l" fontAlgn="ctr"/>
                      <a:r>
                        <a:rPr lang="fr-FR" sz="1200" u="none" strike="noStrike">
                          <a:effectLst/>
                        </a:rPr>
                        <a:t>Durée (Mois)</a:t>
                      </a:r>
                      <a:endParaRPr lang="fr-FR" sz="1200" b="1" i="0" u="none" strike="noStrike">
                        <a:solidFill>
                          <a:srgbClr val="2F75B5"/>
                        </a:solidFill>
                        <a:effectLst/>
                        <a:latin typeface="Garamond" panose="02020404030301010803" pitchFamily="18" charset="0"/>
                      </a:endParaRPr>
                    </a:p>
                  </a:txBody>
                  <a:tcPr marL="6350" marR="6350" marT="6350" marB="0" anchor="ctr"/>
                </a:tc>
                <a:tc>
                  <a:txBody>
                    <a:bodyPr/>
                    <a:lstStyle/>
                    <a:p>
                      <a:pPr algn="r" fontAlgn="b"/>
                      <a:r>
                        <a:rPr lang="fr-FR" sz="1200" u="none" strike="noStrike">
                          <a:effectLst/>
                        </a:rPr>
                        <a:t> </a:t>
                      </a:r>
                      <a:endParaRPr lang="fr-FR" sz="1200" b="0" i="0" u="none" strike="noStrike">
                        <a:solidFill>
                          <a:srgbClr val="2F75B5"/>
                        </a:solidFill>
                        <a:effectLst/>
                        <a:latin typeface="Garamond" panose="02020404030301010803" pitchFamily="18" charset="0"/>
                      </a:endParaRPr>
                    </a:p>
                  </a:txBody>
                  <a:tcPr marL="6350" marR="6350" marT="6350" marB="0" anchor="b"/>
                </a:tc>
                <a:tc>
                  <a:txBody>
                    <a:bodyPr/>
                    <a:lstStyle/>
                    <a:p>
                      <a:pPr algn="l" fontAlgn="ctr"/>
                      <a:r>
                        <a:rPr lang="fr-FR" sz="1200" u="none" strike="noStrike">
                          <a:effectLst/>
                        </a:rPr>
                        <a:t> </a:t>
                      </a:r>
                      <a:endParaRPr lang="fr-FR" sz="1200" b="1" i="0" u="none" strike="noStrike">
                        <a:solidFill>
                          <a:srgbClr val="2F75B5"/>
                        </a:solidFill>
                        <a:effectLst/>
                        <a:latin typeface="Garamond" panose="02020404030301010803" pitchFamily="18" charset="0"/>
                      </a:endParaRPr>
                    </a:p>
                  </a:txBody>
                  <a:tcPr marL="6350" marR="6350" marT="6350" marB="0" anchor="ctr"/>
                </a:tc>
                <a:tc>
                  <a:txBody>
                    <a:bodyPr/>
                    <a:lstStyle/>
                    <a:p>
                      <a:pPr algn="r" fontAlgn="b"/>
                      <a:r>
                        <a:rPr lang="fr-FR" sz="1200" u="none" strike="noStrike">
                          <a:effectLst/>
                        </a:rPr>
                        <a:t>12</a:t>
                      </a:r>
                      <a:endParaRPr lang="fr-FR" sz="1200" b="0" i="0" u="none" strike="noStrike">
                        <a:solidFill>
                          <a:srgbClr val="2F75B5"/>
                        </a:solidFill>
                        <a:effectLst/>
                        <a:latin typeface="Garamond" panose="02020404030301010803" pitchFamily="18" charset="0"/>
                      </a:endParaRPr>
                    </a:p>
                  </a:txBody>
                  <a:tcPr marL="6350" marR="6350" marT="6350" marB="0" anchor="b"/>
                </a:tc>
                <a:extLst>
                  <a:ext uri="{0D108BD9-81ED-4DB2-BD59-A6C34878D82A}">
                    <a16:rowId xmlns:a16="http://schemas.microsoft.com/office/drawing/2014/main" xmlns="" val="1073995890"/>
                  </a:ext>
                </a:extLst>
              </a:tr>
              <a:tr h="298450">
                <a:tc>
                  <a:txBody>
                    <a:bodyPr/>
                    <a:lstStyle/>
                    <a:p>
                      <a:pPr algn="ctr" fontAlgn="ctr"/>
                      <a:r>
                        <a:rPr lang="fr-FR" sz="800" u="none" strike="noStrike">
                          <a:effectLst/>
                          <a:highlight>
                            <a:srgbClr val="9BC2E6"/>
                          </a:highlight>
                        </a:rPr>
                        <a:t>EPARGNE PERIODIQUE (MOIS)</a:t>
                      </a:r>
                      <a:endParaRPr lang="fr-FR" sz="800" b="1" i="0" u="none" strike="noStrike">
                        <a:solidFill>
                          <a:srgbClr val="000000"/>
                        </a:solidFill>
                        <a:effectLst/>
                        <a:highlight>
                          <a:srgbClr val="9BC2E6"/>
                        </a:highlight>
                        <a:latin typeface="Garamond" panose="02020404030301010803" pitchFamily="18" charset="0"/>
                      </a:endParaRPr>
                    </a:p>
                  </a:txBody>
                  <a:tcPr marL="6350" marR="6350" marT="6350" marB="0" anchor="ctr"/>
                </a:tc>
                <a:tc>
                  <a:txBody>
                    <a:bodyPr/>
                    <a:lstStyle/>
                    <a:p>
                      <a:pPr algn="ctr" fontAlgn="ctr"/>
                      <a:r>
                        <a:rPr lang="fr-FR" sz="800" u="none" strike="noStrike">
                          <a:effectLst/>
                          <a:highlight>
                            <a:srgbClr val="9BC2E6"/>
                          </a:highlight>
                        </a:rPr>
                        <a:t>MONTANT TOTAL EPARGNE</a:t>
                      </a:r>
                      <a:endParaRPr lang="fr-FR" sz="800" b="1" i="0" u="none" strike="noStrike">
                        <a:solidFill>
                          <a:srgbClr val="000000"/>
                        </a:solidFill>
                        <a:effectLst/>
                        <a:highlight>
                          <a:srgbClr val="9BC2E6"/>
                        </a:highlight>
                        <a:latin typeface="Garamond" panose="02020404030301010803" pitchFamily="18" charset="0"/>
                      </a:endParaRPr>
                    </a:p>
                  </a:txBody>
                  <a:tcPr marL="6350" marR="6350" marT="6350" marB="0" anchor="ctr"/>
                </a:tc>
                <a:tc>
                  <a:txBody>
                    <a:bodyPr/>
                    <a:lstStyle/>
                    <a:p>
                      <a:pPr algn="ctr" fontAlgn="ctr"/>
                      <a:r>
                        <a:rPr lang="fr-FR" sz="800" u="none" strike="noStrike">
                          <a:effectLst/>
                          <a:highlight>
                            <a:srgbClr val="9BC2E6"/>
                          </a:highlight>
                        </a:rPr>
                        <a:t>INTERETS TOTAUX</a:t>
                      </a:r>
                      <a:endParaRPr lang="fr-FR" sz="800" b="1" i="0" u="none" strike="noStrike">
                        <a:solidFill>
                          <a:srgbClr val="000000"/>
                        </a:solidFill>
                        <a:effectLst/>
                        <a:highlight>
                          <a:srgbClr val="9BC2E6"/>
                        </a:highlight>
                        <a:latin typeface="Garamond" panose="02020404030301010803" pitchFamily="18" charset="0"/>
                      </a:endParaRPr>
                    </a:p>
                  </a:txBody>
                  <a:tcPr marL="6350" marR="6350" marT="6350" marB="0" anchor="ctr"/>
                </a:tc>
                <a:tc>
                  <a:txBody>
                    <a:bodyPr/>
                    <a:lstStyle/>
                    <a:p>
                      <a:pPr algn="ctr" fontAlgn="ctr"/>
                      <a:r>
                        <a:rPr lang="fr-FR" sz="800" u="none" strike="noStrike">
                          <a:effectLst/>
                          <a:highlight>
                            <a:srgbClr val="9BC2E6"/>
                          </a:highlight>
                        </a:rPr>
                        <a:t>MONTANT TOTAL OBTENU</a:t>
                      </a:r>
                      <a:endParaRPr lang="fr-FR" sz="800" b="1" i="0" u="none" strike="noStrike">
                        <a:solidFill>
                          <a:srgbClr val="000000"/>
                        </a:solidFill>
                        <a:effectLst/>
                        <a:highlight>
                          <a:srgbClr val="9BC2E6"/>
                        </a:highlight>
                        <a:latin typeface="Garamond" panose="02020404030301010803" pitchFamily="18" charset="0"/>
                      </a:endParaRPr>
                    </a:p>
                  </a:txBody>
                  <a:tcPr marL="6350" marR="6350" marT="6350" marB="0" anchor="ctr"/>
                </a:tc>
                <a:extLst>
                  <a:ext uri="{0D108BD9-81ED-4DB2-BD59-A6C34878D82A}">
                    <a16:rowId xmlns:a16="http://schemas.microsoft.com/office/drawing/2014/main" xmlns="" val="3981626265"/>
                  </a:ext>
                </a:extLst>
              </a:tr>
              <a:tr h="196850">
                <a:tc>
                  <a:txBody>
                    <a:bodyPr/>
                    <a:lstStyle/>
                    <a:p>
                      <a:pPr algn="ctr" fontAlgn="ctr"/>
                      <a:r>
                        <a:rPr lang="fr-FR" sz="1200" u="none" strike="noStrike">
                          <a:effectLst/>
                          <a:highlight>
                            <a:srgbClr val="DDEBF7"/>
                          </a:highlight>
                        </a:rPr>
                        <a:t>            1 000 000 </a:t>
                      </a:r>
                      <a:endParaRPr lang="fr-FR" sz="1200" b="1"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r" fontAlgn="b"/>
                      <a:r>
                        <a:rPr lang="fr-FR" sz="1200" u="none" strike="noStrike">
                          <a:effectLst/>
                          <a:highlight>
                            <a:srgbClr val="DDEBF7"/>
                          </a:highlight>
                        </a:rPr>
                        <a:t>12000000</a:t>
                      </a:r>
                      <a:endParaRPr lang="fr-FR" sz="1200" b="0" i="0" u="none" strike="noStrike">
                        <a:solidFill>
                          <a:srgbClr val="808080"/>
                        </a:solidFill>
                        <a:effectLst/>
                        <a:highlight>
                          <a:srgbClr val="DDEBF7"/>
                        </a:highlight>
                        <a:latin typeface="Garamond" panose="02020404030301010803" pitchFamily="18" charset="0"/>
                      </a:endParaRPr>
                    </a:p>
                  </a:txBody>
                  <a:tcPr marL="6350" marR="6350" marT="6350" marB="0" anchor="b"/>
                </a:tc>
                <a:tc>
                  <a:txBody>
                    <a:bodyPr/>
                    <a:lstStyle/>
                    <a:p>
                      <a:pPr algn="ctr" fontAlgn="ctr"/>
                      <a:r>
                        <a:rPr lang="fr-FR" sz="1200" u="none" strike="noStrike">
                          <a:effectLst/>
                          <a:highlight>
                            <a:srgbClr val="DDEBF7"/>
                          </a:highlight>
                        </a:rPr>
                        <a:t>392 585</a:t>
                      </a:r>
                      <a:endParaRPr lang="fr-FR" sz="1200" b="0"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ctr" fontAlgn="ctr"/>
                      <a:r>
                        <a:rPr lang="fr-FR" sz="1200" u="sng" strike="noStrike">
                          <a:effectLst/>
                          <a:highlight>
                            <a:srgbClr val="DDEBF7"/>
                          </a:highlight>
                        </a:rPr>
                        <a:t>12 392 585</a:t>
                      </a:r>
                      <a:endParaRPr lang="fr-FR" sz="1200" b="1" i="0" u="sng" strike="noStrike">
                        <a:solidFill>
                          <a:srgbClr val="00B050"/>
                        </a:solidFill>
                        <a:effectLst/>
                        <a:highlight>
                          <a:srgbClr val="DDEBF7"/>
                        </a:highlight>
                        <a:latin typeface="Garamond" panose="02020404030301010803" pitchFamily="18" charset="0"/>
                      </a:endParaRPr>
                    </a:p>
                  </a:txBody>
                  <a:tcPr marL="6350" marR="6350" marT="6350" marB="0" anchor="ctr"/>
                </a:tc>
                <a:extLst>
                  <a:ext uri="{0D108BD9-81ED-4DB2-BD59-A6C34878D82A}">
                    <a16:rowId xmlns:a16="http://schemas.microsoft.com/office/drawing/2014/main" xmlns="" val="2811749385"/>
                  </a:ext>
                </a:extLst>
              </a:tr>
              <a:tr h="196850">
                <a:tc>
                  <a:txBody>
                    <a:bodyPr/>
                    <a:lstStyle/>
                    <a:p>
                      <a:pPr algn="ctr" fontAlgn="ctr"/>
                      <a:r>
                        <a:rPr lang="fr-FR" sz="1200" u="none" strike="noStrike">
                          <a:effectLst/>
                          <a:highlight>
                            <a:srgbClr val="DDEBF7"/>
                          </a:highlight>
                        </a:rPr>
                        <a:t>            2 000 000 </a:t>
                      </a:r>
                      <a:endParaRPr lang="fr-FR" sz="1200" b="1"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r" fontAlgn="b"/>
                      <a:r>
                        <a:rPr lang="fr-FR" sz="1200" u="none" strike="noStrike">
                          <a:effectLst/>
                          <a:highlight>
                            <a:srgbClr val="DDEBF7"/>
                          </a:highlight>
                        </a:rPr>
                        <a:t>24000000</a:t>
                      </a:r>
                      <a:endParaRPr lang="fr-FR" sz="1200" b="0" i="0" u="none" strike="noStrike">
                        <a:solidFill>
                          <a:srgbClr val="808080"/>
                        </a:solidFill>
                        <a:effectLst/>
                        <a:highlight>
                          <a:srgbClr val="DDEBF7"/>
                        </a:highlight>
                        <a:latin typeface="Garamond" panose="02020404030301010803" pitchFamily="18" charset="0"/>
                      </a:endParaRPr>
                    </a:p>
                  </a:txBody>
                  <a:tcPr marL="6350" marR="6350" marT="6350" marB="0" anchor="b"/>
                </a:tc>
                <a:tc>
                  <a:txBody>
                    <a:bodyPr/>
                    <a:lstStyle/>
                    <a:p>
                      <a:pPr algn="ctr" fontAlgn="ctr"/>
                      <a:r>
                        <a:rPr lang="fr-FR" sz="1200" u="none" strike="noStrike">
                          <a:effectLst/>
                          <a:highlight>
                            <a:srgbClr val="DDEBF7"/>
                          </a:highlight>
                        </a:rPr>
                        <a:t>785 171</a:t>
                      </a:r>
                      <a:endParaRPr lang="fr-FR" sz="1200" b="0"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ctr" fontAlgn="ctr"/>
                      <a:r>
                        <a:rPr lang="fr-FR" sz="1200" u="sng" strike="noStrike">
                          <a:effectLst/>
                          <a:highlight>
                            <a:srgbClr val="DDEBF7"/>
                          </a:highlight>
                        </a:rPr>
                        <a:t>24 785 171</a:t>
                      </a:r>
                      <a:endParaRPr lang="fr-FR" sz="1200" b="1" i="0" u="sng" strike="noStrike">
                        <a:solidFill>
                          <a:srgbClr val="00B050"/>
                        </a:solidFill>
                        <a:effectLst/>
                        <a:highlight>
                          <a:srgbClr val="DDEBF7"/>
                        </a:highlight>
                        <a:latin typeface="Garamond" panose="02020404030301010803" pitchFamily="18" charset="0"/>
                      </a:endParaRPr>
                    </a:p>
                  </a:txBody>
                  <a:tcPr marL="6350" marR="6350" marT="6350" marB="0" anchor="ctr"/>
                </a:tc>
                <a:extLst>
                  <a:ext uri="{0D108BD9-81ED-4DB2-BD59-A6C34878D82A}">
                    <a16:rowId xmlns:a16="http://schemas.microsoft.com/office/drawing/2014/main" xmlns="" val="62015385"/>
                  </a:ext>
                </a:extLst>
              </a:tr>
              <a:tr h="196850">
                <a:tc>
                  <a:txBody>
                    <a:bodyPr/>
                    <a:lstStyle/>
                    <a:p>
                      <a:pPr algn="ctr" fontAlgn="ctr"/>
                      <a:r>
                        <a:rPr lang="fr-FR" sz="1200" u="none" strike="noStrike">
                          <a:effectLst/>
                          <a:highlight>
                            <a:srgbClr val="DDEBF7"/>
                          </a:highlight>
                        </a:rPr>
                        <a:t>            4 000 000 </a:t>
                      </a:r>
                      <a:endParaRPr lang="fr-FR" sz="1200" b="1"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r" fontAlgn="b"/>
                      <a:r>
                        <a:rPr lang="fr-FR" sz="1200" u="none" strike="noStrike">
                          <a:effectLst/>
                          <a:highlight>
                            <a:srgbClr val="DDEBF7"/>
                          </a:highlight>
                        </a:rPr>
                        <a:t>48000000</a:t>
                      </a:r>
                      <a:endParaRPr lang="fr-FR" sz="1200" b="0" i="0" u="none" strike="noStrike">
                        <a:solidFill>
                          <a:srgbClr val="808080"/>
                        </a:solidFill>
                        <a:effectLst/>
                        <a:highlight>
                          <a:srgbClr val="DDEBF7"/>
                        </a:highlight>
                        <a:latin typeface="Garamond" panose="02020404030301010803" pitchFamily="18" charset="0"/>
                      </a:endParaRPr>
                    </a:p>
                  </a:txBody>
                  <a:tcPr marL="6350" marR="6350" marT="6350" marB="0" anchor="b"/>
                </a:tc>
                <a:tc>
                  <a:txBody>
                    <a:bodyPr/>
                    <a:lstStyle/>
                    <a:p>
                      <a:pPr algn="ctr" fontAlgn="ctr"/>
                      <a:r>
                        <a:rPr lang="fr-FR" sz="1200" u="none" strike="noStrike">
                          <a:effectLst/>
                          <a:highlight>
                            <a:srgbClr val="DDEBF7"/>
                          </a:highlight>
                        </a:rPr>
                        <a:t>1 570 341</a:t>
                      </a:r>
                      <a:endParaRPr lang="fr-FR" sz="1200" b="0"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ctr" fontAlgn="ctr"/>
                      <a:r>
                        <a:rPr lang="fr-FR" sz="1200" u="sng" strike="noStrike">
                          <a:effectLst/>
                          <a:highlight>
                            <a:srgbClr val="DDEBF7"/>
                          </a:highlight>
                        </a:rPr>
                        <a:t>49 570 341</a:t>
                      </a:r>
                      <a:endParaRPr lang="fr-FR" sz="1200" b="1" i="0" u="sng" strike="noStrike">
                        <a:solidFill>
                          <a:srgbClr val="00B050"/>
                        </a:solidFill>
                        <a:effectLst/>
                        <a:highlight>
                          <a:srgbClr val="DDEBF7"/>
                        </a:highlight>
                        <a:latin typeface="Garamond" panose="02020404030301010803" pitchFamily="18" charset="0"/>
                      </a:endParaRPr>
                    </a:p>
                  </a:txBody>
                  <a:tcPr marL="6350" marR="6350" marT="6350" marB="0" anchor="ctr"/>
                </a:tc>
                <a:extLst>
                  <a:ext uri="{0D108BD9-81ED-4DB2-BD59-A6C34878D82A}">
                    <a16:rowId xmlns:a16="http://schemas.microsoft.com/office/drawing/2014/main" xmlns="" val="3694751727"/>
                  </a:ext>
                </a:extLst>
              </a:tr>
              <a:tr h="196850">
                <a:tc>
                  <a:txBody>
                    <a:bodyPr/>
                    <a:lstStyle/>
                    <a:p>
                      <a:pPr algn="ctr" fontAlgn="ctr"/>
                      <a:r>
                        <a:rPr lang="fr-FR" sz="1200" u="none" strike="noStrike">
                          <a:effectLst/>
                          <a:highlight>
                            <a:srgbClr val="DDEBF7"/>
                          </a:highlight>
                        </a:rPr>
                        <a:t>            5 000 000 </a:t>
                      </a:r>
                      <a:endParaRPr lang="fr-FR" sz="1200" b="1"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r" fontAlgn="b"/>
                      <a:r>
                        <a:rPr lang="fr-FR" sz="1200" u="none" strike="noStrike">
                          <a:effectLst/>
                          <a:highlight>
                            <a:srgbClr val="DDEBF7"/>
                          </a:highlight>
                        </a:rPr>
                        <a:t>60000000</a:t>
                      </a:r>
                      <a:endParaRPr lang="fr-FR" sz="1200" b="0" i="0" u="none" strike="noStrike">
                        <a:solidFill>
                          <a:srgbClr val="808080"/>
                        </a:solidFill>
                        <a:effectLst/>
                        <a:highlight>
                          <a:srgbClr val="DDEBF7"/>
                        </a:highlight>
                        <a:latin typeface="Garamond" panose="02020404030301010803" pitchFamily="18" charset="0"/>
                      </a:endParaRPr>
                    </a:p>
                  </a:txBody>
                  <a:tcPr marL="6350" marR="6350" marT="6350" marB="0" anchor="b"/>
                </a:tc>
                <a:tc>
                  <a:txBody>
                    <a:bodyPr/>
                    <a:lstStyle/>
                    <a:p>
                      <a:pPr algn="ctr" fontAlgn="ctr"/>
                      <a:r>
                        <a:rPr lang="fr-FR" sz="1200" u="none" strike="noStrike">
                          <a:effectLst/>
                          <a:highlight>
                            <a:srgbClr val="DDEBF7"/>
                          </a:highlight>
                        </a:rPr>
                        <a:t>1 962 926</a:t>
                      </a:r>
                      <a:endParaRPr lang="fr-FR" sz="1200" b="0"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ctr" fontAlgn="ctr"/>
                      <a:r>
                        <a:rPr lang="fr-FR" sz="1200" u="sng" strike="noStrike">
                          <a:effectLst/>
                          <a:highlight>
                            <a:srgbClr val="DDEBF7"/>
                          </a:highlight>
                        </a:rPr>
                        <a:t>61 962 926</a:t>
                      </a:r>
                      <a:endParaRPr lang="fr-FR" sz="1200" b="1" i="0" u="sng" strike="noStrike">
                        <a:solidFill>
                          <a:srgbClr val="00B050"/>
                        </a:solidFill>
                        <a:effectLst/>
                        <a:highlight>
                          <a:srgbClr val="DDEBF7"/>
                        </a:highlight>
                        <a:latin typeface="Garamond" panose="02020404030301010803" pitchFamily="18" charset="0"/>
                      </a:endParaRPr>
                    </a:p>
                  </a:txBody>
                  <a:tcPr marL="6350" marR="6350" marT="6350" marB="0" anchor="ctr"/>
                </a:tc>
                <a:extLst>
                  <a:ext uri="{0D108BD9-81ED-4DB2-BD59-A6C34878D82A}">
                    <a16:rowId xmlns:a16="http://schemas.microsoft.com/office/drawing/2014/main" xmlns="" val="1910694807"/>
                  </a:ext>
                </a:extLst>
              </a:tr>
              <a:tr h="196850">
                <a:tc>
                  <a:txBody>
                    <a:bodyPr/>
                    <a:lstStyle/>
                    <a:p>
                      <a:pPr algn="r" fontAlgn="ctr"/>
                      <a:r>
                        <a:rPr lang="fr-FR" sz="1200" u="none" strike="noStrike">
                          <a:effectLst/>
                          <a:highlight>
                            <a:srgbClr val="DDEBF7"/>
                          </a:highlight>
                        </a:rPr>
                        <a:t>            6 500 000 </a:t>
                      </a:r>
                      <a:endParaRPr lang="fr-FR" sz="1200" b="1"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r" fontAlgn="b"/>
                      <a:r>
                        <a:rPr lang="fr-FR" sz="1200" u="none" strike="noStrike">
                          <a:effectLst/>
                          <a:highlight>
                            <a:srgbClr val="DDEBF7"/>
                          </a:highlight>
                        </a:rPr>
                        <a:t>78000000</a:t>
                      </a:r>
                      <a:endParaRPr lang="fr-FR" sz="1200" b="0" i="0" u="none" strike="noStrike">
                        <a:solidFill>
                          <a:srgbClr val="808080"/>
                        </a:solidFill>
                        <a:effectLst/>
                        <a:highlight>
                          <a:srgbClr val="DDEBF7"/>
                        </a:highlight>
                        <a:latin typeface="Garamond" panose="02020404030301010803" pitchFamily="18" charset="0"/>
                      </a:endParaRPr>
                    </a:p>
                  </a:txBody>
                  <a:tcPr marL="6350" marR="6350" marT="6350" marB="0" anchor="b"/>
                </a:tc>
                <a:tc>
                  <a:txBody>
                    <a:bodyPr/>
                    <a:lstStyle/>
                    <a:p>
                      <a:pPr algn="ctr" fontAlgn="ctr"/>
                      <a:r>
                        <a:rPr lang="fr-FR" sz="1200" u="none" strike="noStrike">
                          <a:effectLst/>
                          <a:highlight>
                            <a:srgbClr val="DDEBF7"/>
                          </a:highlight>
                        </a:rPr>
                        <a:t>2 551 804</a:t>
                      </a:r>
                      <a:endParaRPr lang="fr-FR" sz="1200" b="0"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ctr" fontAlgn="ctr"/>
                      <a:r>
                        <a:rPr lang="fr-FR" sz="1200" u="sng" strike="noStrike" dirty="0">
                          <a:effectLst/>
                          <a:highlight>
                            <a:srgbClr val="DDEBF7"/>
                          </a:highlight>
                        </a:rPr>
                        <a:t>80 551 804</a:t>
                      </a:r>
                      <a:endParaRPr lang="fr-FR" sz="1200" b="1" i="0" u="sng" strike="noStrike" dirty="0">
                        <a:solidFill>
                          <a:srgbClr val="00B050"/>
                        </a:solidFill>
                        <a:effectLst/>
                        <a:highlight>
                          <a:srgbClr val="DDEBF7"/>
                        </a:highlight>
                        <a:latin typeface="Garamond" panose="02020404030301010803" pitchFamily="18" charset="0"/>
                      </a:endParaRPr>
                    </a:p>
                  </a:txBody>
                  <a:tcPr marL="6350" marR="6350" marT="6350" marB="0" anchor="ctr"/>
                </a:tc>
                <a:extLst>
                  <a:ext uri="{0D108BD9-81ED-4DB2-BD59-A6C34878D82A}">
                    <a16:rowId xmlns:a16="http://schemas.microsoft.com/office/drawing/2014/main" xmlns="" val="2549985450"/>
                  </a:ext>
                </a:extLst>
              </a:tr>
            </a:tbl>
          </a:graphicData>
        </a:graphic>
      </p:graphicFrame>
      <p:graphicFrame>
        <p:nvGraphicFramePr>
          <p:cNvPr id="20" name="Tableau 19">
            <a:extLst>
              <a:ext uri="{FF2B5EF4-FFF2-40B4-BE49-F238E27FC236}">
                <a16:creationId xmlns:a16="http://schemas.microsoft.com/office/drawing/2014/main" xmlns="" id="{11D15510-E202-2F1D-E749-239954A93AF3}"/>
              </a:ext>
            </a:extLst>
          </p:cNvPr>
          <p:cNvGraphicFramePr>
            <a:graphicFrameLocks noGrp="1"/>
          </p:cNvGraphicFramePr>
          <p:nvPr>
            <p:extLst>
              <p:ext uri="{D42A27DB-BD31-4B8C-83A1-F6EECF244321}">
                <p14:modId xmlns:p14="http://schemas.microsoft.com/office/powerpoint/2010/main" val="176401512"/>
              </p:ext>
            </p:extLst>
          </p:nvPr>
        </p:nvGraphicFramePr>
        <p:xfrm>
          <a:off x="478970" y="4695735"/>
          <a:ext cx="4800598" cy="1841500"/>
        </p:xfrm>
        <a:graphic>
          <a:graphicData uri="http://schemas.openxmlformats.org/drawingml/2006/table">
            <a:tbl>
              <a:tblPr>
                <a:tableStyleId>{5C22544A-7EE6-4342-B048-85BDC9FD1C3A}</a:tableStyleId>
              </a:tblPr>
              <a:tblGrid>
                <a:gridCol w="1307903">
                  <a:extLst>
                    <a:ext uri="{9D8B030D-6E8A-4147-A177-3AD203B41FA5}">
                      <a16:colId xmlns:a16="http://schemas.microsoft.com/office/drawing/2014/main" xmlns="" val="3298509152"/>
                    </a:ext>
                  </a:extLst>
                </a:gridCol>
                <a:gridCol w="1174140">
                  <a:extLst>
                    <a:ext uri="{9D8B030D-6E8A-4147-A177-3AD203B41FA5}">
                      <a16:colId xmlns:a16="http://schemas.microsoft.com/office/drawing/2014/main" xmlns="" val="2856825293"/>
                    </a:ext>
                  </a:extLst>
                </a:gridCol>
                <a:gridCol w="891752">
                  <a:extLst>
                    <a:ext uri="{9D8B030D-6E8A-4147-A177-3AD203B41FA5}">
                      <a16:colId xmlns:a16="http://schemas.microsoft.com/office/drawing/2014/main" xmlns="" val="3578849514"/>
                    </a:ext>
                  </a:extLst>
                </a:gridCol>
                <a:gridCol w="1426803">
                  <a:extLst>
                    <a:ext uri="{9D8B030D-6E8A-4147-A177-3AD203B41FA5}">
                      <a16:colId xmlns:a16="http://schemas.microsoft.com/office/drawing/2014/main" xmlns="" val="2565662197"/>
                    </a:ext>
                  </a:extLst>
                </a:gridCol>
              </a:tblGrid>
              <a:tr h="196850">
                <a:tc gridSpan="4">
                  <a:txBody>
                    <a:bodyPr/>
                    <a:lstStyle/>
                    <a:p>
                      <a:pPr algn="ctr" fontAlgn="ctr"/>
                      <a:r>
                        <a:rPr lang="fr-FR" sz="1000" u="none" strike="noStrike">
                          <a:effectLst/>
                          <a:highlight>
                            <a:srgbClr val="C6E0B4"/>
                          </a:highlight>
                        </a:rPr>
                        <a:t>SIMULATION DE DEPÔS UNIQUE PENDANT 1 AN</a:t>
                      </a:r>
                      <a:endParaRPr lang="fr-FR" sz="1000" b="1" i="0" u="none" strike="noStrike">
                        <a:solidFill>
                          <a:srgbClr val="000000"/>
                        </a:solidFill>
                        <a:effectLst/>
                        <a:highlight>
                          <a:srgbClr val="C6E0B4"/>
                        </a:highlight>
                        <a:latin typeface="Garamond" panose="02020404030301010803" pitchFamily="18" charset="0"/>
                      </a:endParaRPr>
                    </a:p>
                  </a:txBody>
                  <a:tcPr marL="6350" marR="6350" marT="6350" marB="0" anchor="ct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xmlns="" val="2457017236"/>
                  </a:ext>
                </a:extLst>
              </a:tr>
              <a:tr h="196850">
                <a:tc>
                  <a:txBody>
                    <a:bodyPr/>
                    <a:lstStyle/>
                    <a:p>
                      <a:pPr algn="ctr" fontAlgn="ctr"/>
                      <a:r>
                        <a:rPr lang="fr-FR" sz="1000" u="none" strike="noStrike">
                          <a:effectLst/>
                        </a:rPr>
                        <a:t> </a:t>
                      </a:r>
                      <a:endParaRPr lang="fr-FR" sz="1000" b="1" i="0" u="none" strike="noStrike">
                        <a:solidFill>
                          <a:srgbClr val="000000"/>
                        </a:solidFill>
                        <a:effectLst/>
                        <a:latin typeface="Garamond" panose="02020404030301010803" pitchFamily="18" charset="0"/>
                      </a:endParaRPr>
                    </a:p>
                  </a:txBody>
                  <a:tcPr marL="6350" marR="6350" marT="6350" marB="0" anchor="ctr"/>
                </a:tc>
                <a:tc gridSpan="2">
                  <a:txBody>
                    <a:bodyPr/>
                    <a:lstStyle/>
                    <a:p>
                      <a:pPr algn="ctr" fontAlgn="ctr"/>
                      <a:r>
                        <a:rPr lang="fr-FR" sz="1000" u="none" strike="noStrike">
                          <a:effectLst/>
                        </a:rPr>
                        <a:t>SGI</a:t>
                      </a:r>
                      <a:endParaRPr lang="fr-FR" sz="1000" b="1" i="0" u="none" strike="noStrike">
                        <a:solidFill>
                          <a:srgbClr val="000000"/>
                        </a:solidFill>
                        <a:effectLst/>
                        <a:latin typeface="Garamond" panose="02020404030301010803" pitchFamily="18" charset="0"/>
                      </a:endParaRPr>
                    </a:p>
                  </a:txBody>
                  <a:tcPr marL="6350" marR="6350" marT="6350" marB="0" anchor="ctr"/>
                </a:tc>
                <a:tc hMerge="1">
                  <a:txBody>
                    <a:bodyPr/>
                    <a:lstStyle/>
                    <a:p>
                      <a:endParaRPr lang="fr-FR"/>
                    </a:p>
                  </a:txBody>
                  <a:tcPr/>
                </a:tc>
                <a:tc>
                  <a:txBody>
                    <a:bodyPr/>
                    <a:lstStyle/>
                    <a:p>
                      <a:pPr algn="ctr" fontAlgn="ctr"/>
                      <a:r>
                        <a:rPr lang="fr-FR" sz="800" u="none" strike="noStrike">
                          <a:effectLst/>
                        </a:rPr>
                        <a:t>Interêts défiscalisés</a:t>
                      </a:r>
                      <a:endParaRPr lang="fr-FR" sz="800" b="1" i="0" u="none" strike="noStrike">
                        <a:solidFill>
                          <a:srgbClr val="FF0000"/>
                        </a:solidFill>
                        <a:effectLst/>
                        <a:latin typeface="Garamond" panose="02020404030301010803" pitchFamily="18" charset="0"/>
                      </a:endParaRPr>
                    </a:p>
                  </a:txBody>
                  <a:tcPr marL="6350" marR="6350" marT="6350" marB="0" anchor="ctr"/>
                </a:tc>
                <a:extLst>
                  <a:ext uri="{0D108BD9-81ED-4DB2-BD59-A6C34878D82A}">
                    <a16:rowId xmlns:a16="http://schemas.microsoft.com/office/drawing/2014/main" xmlns="" val="819197012"/>
                  </a:ext>
                </a:extLst>
              </a:tr>
              <a:tr h="196850">
                <a:tc>
                  <a:txBody>
                    <a:bodyPr/>
                    <a:lstStyle/>
                    <a:p>
                      <a:pPr algn="l" fontAlgn="ctr"/>
                      <a:r>
                        <a:rPr lang="fr-FR" sz="1200" u="none" strike="noStrike">
                          <a:effectLst/>
                        </a:rPr>
                        <a:t>Taux annuel </a:t>
                      </a:r>
                      <a:endParaRPr lang="fr-FR" sz="1200" b="1" i="0" u="none" strike="noStrike">
                        <a:solidFill>
                          <a:srgbClr val="2F75B5"/>
                        </a:solidFill>
                        <a:effectLst/>
                        <a:latin typeface="Garamond" panose="02020404030301010803" pitchFamily="18" charset="0"/>
                      </a:endParaRPr>
                    </a:p>
                  </a:txBody>
                  <a:tcPr marL="6350" marR="6350" marT="6350" marB="0" anchor="ctr"/>
                </a:tc>
                <a:tc>
                  <a:txBody>
                    <a:bodyPr/>
                    <a:lstStyle/>
                    <a:p>
                      <a:pPr algn="r" fontAlgn="b"/>
                      <a:r>
                        <a:rPr lang="fr-FR" sz="1200" u="none" strike="noStrike">
                          <a:effectLst/>
                        </a:rPr>
                        <a:t> </a:t>
                      </a:r>
                      <a:endParaRPr lang="fr-FR" sz="1200" b="0" i="0" u="none" strike="noStrike">
                        <a:solidFill>
                          <a:srgbClr val="2F75B5"/>
                        </a:solidFill>
                        <a:effectLst/>
                        <a:latin typeface="Garamond" panose="02020404030301010803" pitchFamily="18" charset="0"/>
                      </a:endParaRPr>
                    </a:p>
                  </a:txBody>
                  <a:tcPr marL="6350" marR="6350" marT="6350" marB="0" anchor="b"/>
                </a:tc>
                <a:tc>
                  <a:txBody>
                    <a:bodyPr/>
                    <a:lstStyle/>
                    <a:p>
                      <a:pPr algn="l" fontAlgn="ctr"/>
                      <a:r>
                        <a:rPr lang="fr-FR" sz="1200" u="none" strike="noStrike">
                          <a:effectLst/>
                        </a:rPr>
                        <a:t> </a:t>
                      </a:r>
                      <a:endParaRPr lang="fr-FR" sz="1200" b="1" i="0" u="none" strike="noStrike">
                        <a:solidFill>
                          <a:srgbClr val="2F75B5"/>
                        </a:solidFill>
                        <a:effectLst/>
                        <a:latin typeface="Garamond" panose="02020404030301010803" pitchFamily="18" charset="0"/>
                      </a:endParaRPr>
                    </a:p>
                  </a:txBody>
                  <a:tcPr marL="6350" marR="6350" marT="6350" marB="0" anchor="ctr"/>
                </a:tc>
                <a:tc>
                  <a:txBody>
                    <a:bodyPr/>
                    <a:lstStyle/>
                    <a:p>
                      <a:pPr algn="r" fontAlgn="b"/>
                      <a:r>
                        <a:rPr lang="fr-FR" sz="1200" u="none" strike="noStrike">
                          <a:effectLst/>
                        </a:rPr>
                        <a:t>7</a:t>
                      </a:r>
                      <a:endParaRPr lang="fr-FR" sz="1200" b="0" i="0" u="none" strike="noStrike">
                        <a:solidFill>
                          <a:srgbClr val="2F75B5"/>
                        </a:solidFill>
                        <a:effectLst/>
                        <a:latin typeface="Garamond" panose="02020404030301010803" pitchFamily="18" charset="0"/>
                      </a:endParaRPr>
                    </a:p>
                  </a:txBody>
                  <a:tcPr marL="6350" marR="6350" marT="6350" marB="0" anchor="b"/>
                </a:tc>
                <a:extLst>
                  <a:ext uri="{0D108BD9-81ED-4DB2-BD59-A6C34878D82A}">
                    <a16:rowId xmlns:a16="http://schemas.microsoft.com/office/drawing/2014/main" xmlns="" val="2300857550"/>
                  </a:ext>
                </a:extLst>
              </a:tr>
              <a:tr h="196850">
                <a:tc>
                  <a:txBody>
                    <a:bodyPr/>
                    <a:lstStyle/>
                    <a:p>
                      <a:pPr algn="l" fontAlgn="ctr"/>
                      <a:r>
                        <a:rPr lang="fr-FR" sz="1200" u="none" strike="noStrike">
                          <a:effectLst/>
                        </a:rPr>
                        <a:t>Taux mensuel </a:t>
                      </a:r>
                      <a:endParaRPr lang="fr-FR" sz="1200" b="1" i="0" u="none" strike="noStrike">
                        <a:solidFill>
                          <a:srgbClr val="2F75B5"/>
                        </a:solidFill>
                        <a:effectLst/>
                        <a:latin typeface="Garamond" panose="02020404030301010803" pitchFamily="18" charset="0"/>
                      </a:endParaRPr>
                    </a:p>
                  </a:txBody>
                  <a:tcPr marL="6350" marR="6350" marT="6350" marB="0" anchor="ctr"/>
                </a:tc>
                <a:tc>
                  <a:txBody>
                    <a:bodyPr/>
                    <a:lstStyle/>
                    <a:p>
                      <a:pPr algn="r" fontAlgn="b"/>
                      <a:r>
                        <a:rPr lang="fr-FR" sz="1200" u="none" strike="noStrike">
                          <a:effectLst/>
                        </a:rPr>
                        <a:t> </a:t>
                      </a:r>
                      <a:endParaRPr lang="fr-FR" sz="1200" b="0" i="0" u="none" strike="noStrike">
                        <a:solidFill>
                          <a:srgbClr val="2F75B5"/>
                        </a:solidFill>
                        <a:effectLst/>
                        <a:latin typeface="Garamond" panose="02020404030301010803" pitchFamily="18" charset="0"/>
                      </a:endParaRPr>
                    </a:p>
                  </a:txBody>
                  <a:tcPr marL="6350" marR="6350" marT="6350" marB="0" anchor="b"/>
                </a:tc>
                <a:tc>
                  <a:txBody>
                    <a:bodyPr/>
                    <a:lstStyle/>
                    <a:p>
                      <a:pPr algn="l" fontAlgn="ctr"/>
                      <a:r>
                        <a:rPr lang="fr-FR" sz="1200" u="none" strike="noStrike">
                          <a:effectLst/>
                        </a:rPr>
                        <a:t> </a:t>
                      </a:r>
                      <a:endParaRPr lang="fr-FR" sz="1200" b="1" i="0" u="none" strike="noStrike">
                        <a:solidFill>
                          <a:srgbClr val="2F75B5"/>
                        </a:solidFill>
                        <a:effectLst/>
                        <a:latin typeface="Garamond" panose="02020404030301010803" pitchFamily="18" charset="0"/>
                      </a:endParaRPr>
                    </a:p>
                  </a:txBody>
                  <a:tcPr marL="6350" marR="6350" marT="6350" marB="0" anchor="ctr"/>
                </a:tc>
                <a:tc>
                  <a:txBody>
                    <a:bodyPr/>
                    <a:lstStyle/>
                    <a:p>
                      <a:pPr algn="r" fontAlgn="b"/>
                      <a:r>
                        <a:rPr lang="fr-FR" sz="1200" u="none" strike="noStrike">
                          <a:effectLst/>
                        </a:rPr>
                        <a:t>0,006</a:t>
                      </a:r>
                      <a:endParaRPr lang="fr-FR" sz="1200" b="0" i="0" u="none" strike="noStrike">
                        <a:solidFill>
                          <a:srgbClr val="2F75B5"/>
                        </a:solidFill>
                        <a:effectLst/>
                        <a:latin typeface="Garamond" panose="02020404030301010803" pitchFamily="18" charset="0"/>
                      </a:endParaRPr>
                    </a:p>
                  </a:txBody>
                  <a:tcPr marL="6350" marR="6350" marT="6350" marB="0" anchor="b"/>
                </a:tc>
                <a:extLst>
                  <a:ext uri="{0D108BD9-81ED-4DB2-BD59-A6C34878D82A}">
                    <a16:rowId xmlns:a16="http://schemas.microsoft.com/office/drawing/2014/main" xmlns="" val="368699309"/>
                  </a:ext>
                </a:extLst>
              </a:tr>
              <a:tr h="196850">
                <a:tc>
                  <a:txBody>
                    <a:bodyPr/>
                    <a:lstStyle/>
                    <a:p>
                      <a:pPr algn="l" fontAlgn="ctr"/>
                      <a:r>
                        <a:rPr lang="fr-FR" sz="1200" u="none" strike="noStrike">
                          <a:effectLst/>
                        </a:rPr>
                        <a:t>Durée (Année)</a:t>
                      </a:r>
                      <a:endParaRPr lang="fr-FR" sz="1200" b="1" i="0" u="none" strike="noStrike">
                        <a:solidFill>
                          <a:srgbClr val="2F75B5"/>
                        </a:solidFill>
                        <a:effectLst/>
                        <a:latin typeface="Garamond" panose="02020404030301010803" pitchFamily="18" charset="0"/>
                      </a:endParaRPr>
                    </a:p>
                  </a:txBody>
                  <a:tcPr marL="6350" marR="6350" marT="6350" marB="0" anchor="ctr"/>
                </a:tc>
                <a:tc>
                  <a:txBody>
                    <a:bodyPr/>
                    <a:lstStyle/>
                    <a:p>
                      <a:pPr algn="r" fontAlgn="b"/>
                      <a:r>
                        <a:rPr lang="fr-FR" sz="1200" u="none" strike="noStrike">
                          <a:effectLst/>
                        </a:rPr>
                        <a:t> </a:t>
                      </a:r>
                      <a:endParaRPr lang="fr-FR" sz="1200" b="0" i="0" u="none" strike="noStrike">
                        <a:solidFill>
                          <a:srgbClr val="2F75B5"/>
                        </a:solidFill>
                        <a:effectLst/>
                        <a:latin typeface="Garamond" panose="02020404030301010803" pitchFamily="18" charset="0"/>
                      </a:endParaRPr>
                    </a:p>
                  </a:txBody>
                  <a:tcPr marL="6350" marR="6350" marT="6350" marB="0" anchor="b"/>
                </a:tc>
                <a:tc>
                  <a:txBody>
                    <a:bodyPr/>
                    <a:lstStyle/>
                    <a:p>
                      <a:pPr algn="l" fontAlgn="ctr"/>
                      <a:r>
                        <a:rPr lang="fr-FR" sz="1200" u="none" strike="noStrike">
                          <a:effectLst/>
                        </a:rPr>
                        <a:t> </a:t>
                      </a:r>
                      <a:endParaRPr lang="fr-FR" sz="1200" b="1" i="0" u="none" strike="noStrike">
                        <a:solidFill>
                          <a:srgbClr val="2F75B5"/>
                        </a:solidFill>
                        <a:effectLst/>
                        <a:latin typeface="Garamond" panose="02020404030301010803" pitchFamily="18" charset="0"/>
                      </a:endParaRPr>
                    </a:p>
                  </a:txBody>
                  <a:tcPr marL="6350" marR="6350" marT="6350" marB="0" anchor="ctr"/>
                </a:tc>
                <a:tc>
                  <a:txBody>
                    <a:bodyPr/>
                    <a:lstStyle/>
                    <a:p>
                      <a:pPr algn="r" fontAlgn="b"/>
                      <a:r>
                        <a:rPr lang="fr-FR" sz="1200" u="none" strike="noStrike">
                          <a:effectLst/>
                        </a:rPr>
                        <a:t>1</a:t>
                      </a:r>
                      <a:endParaRPr lang="fr-FR" sz="1200" b="0" i="0" u="none" strike="noStrike">
                        <a:solidFill>
                          <a:srgbClr val="2F75B5"/>
                        </a:solidFill>
                        <a:effectLst/>
                        <a:latin typeface="Garamond" panose="02020404030301010803" pitchFamily="18" charset="0"/>
                      </a:endParaRPr>
                    </a:p>
                  </a:txBody>
                  <a:tcPr marL="6350" marR="6350" marT="6350" marB="0" anchor="b"/>
                </a:tc>
                <a:extLst>
                  <a:ext uri="{0D108BD9-81ED-4DB2-BD59-A6C34878D82A}">
                    <a16:rowId xmlns:a16="http://schemas.microsoft.com/office/drawing/2014/main" xmlns="" val="305308372"/>
                  </a:ext>
                </a:extLst>
              </a:tr>
              <a:tr h="266700">
                <a:tc>
                  <a:txBody>
                    <a:bodyPr/>
                    <a:lstStyle/>
                    <a:p>
                      <a:pPr algn="ctr" fontAlgn="ctr"/>
                      <a:r>
                        <a:rPr lang="fr-FR" sz="800" u="none" strike="noStrike">
                          <a:effectLst/>
                          <a:highlight>
                            <a:srgbClr val="9BC2E6"/>
                          </a:highlight>
                        </a:rPr>
                        <a:t>EPARGNE PERIODIQUE (MOIS)</a:t>
                      </a:r>
                      <a:endParaRPr lang="fr-FR" sz="800" b="1" i="0" u="none" strike="noStrike">
                        <a:solidFill>
                          <a:srgbClr val="000000"/>
                        </a:solidFill>
                        <a:effectLst/>
                        <a:highlight>
                          <a:srgbClr val="9BC2E6"/>
                        </a:highlight>
                        <a:latin typeface="Garamond" panose="02020404030301010803" pitchFamily="18" charset="0"/>
                      </a:endParaRPr>
                    </a:p>
                  </a:txBody>
                  <a:tcPr marL="6350" marR="6350" marT="6350" marB="0" anchor="ctr"/>
                </a:tc>
                <a:tc>
                  <a:txBody>
                    <a:bodyPr/>
                    <a:lstStyle/>
                    <a:p>
                      <a:pPr algn="ctr" fontAlgn="ctr"/>
                      <a:r>
                        <a:rPr lang="fr-FR" sz="800" u="none" strike="noStrike">
                          <a:effectLst/>
                          <a:highlight>
                            <a:srgbClr val="9BC2E6"/>
                          </a:highlight>
                        </a:rPr>
                        <a:t>MONTANT TOTAL EPARGNE</a:t>
                      </a:r>
                      <a:endParaRPr lang="fr-FR" sz="800" b="1" i="0" u="none" strike="noStrike">
                        <a:solidFill>
                          <a:srgbClr val="000000"/>
                        </a:solidFill>
                        <a:effectLst/>
                        <a:highlight>
                          <a:srgbClr val="9BC2E6"/>
                        </a:highlight>
                        <a:latin typeface="Garamond" panose="02020404030301010803" pitchFamily="18" charset="0"/>
                      </a:endParaRPr>
                    </a:p>
                  </a:txBody>
                  <a:tcPr marL="6350" marR="6350" marT="6350" marB="0" anchor="ctr"/>
                </a:tc>
                <a:tc>
                  <a:txBody>
                    <a:bodyPr/>
                    <a:lstStyle/>
                    <a:p>
                      <a:pPr algn="ctr" fontAlgn="ctr"/>
                      <a:r>
                        <a:rPr lang="fr-FR" sz="800" u="none" strike="noStrike">
                          <a:effectLst/>
                          <a:highlight>
                            <a:srgbClr val="9BC2E6"/>
                          </a:highlight>
                        </a:rPr>
                        <a:t>INTERETS TOTAUX</a:t>
                      </a:r>
                      <a:endParaRPr lang="fr-FR" sz="800" b="1" i="0" u="none" strike="noStrike">
                        <a:solidFill>
                          <a:srgbClr val="000000"/>
                        </a:solidFill>
                        <a:effectLst/>
                        <a:highlight>
                          <a:srgbClr val="9BC2E6"/>
                        </a:highlight>
                        <a:latin typeface="Garamond" panose="02020404030301010803" pitchFamily="18" charset="0"/>
                      </a:endParaRPr>
                    </a:p>
                  </a:txBody>
                  <a:tcPr marL="6350" marR="6350" marT="6350" marB="0" anchor="ctr"/>
                </a:tc>
                <a:tc>
                  <a:txBody>
                    <a:bodyPr/>
                    <a:lstStyle/>
                    <a:p>
                      <a:pPr algn="ctr" fontAlgn="ctr"/>
                      <a:r>
                        <a:rPr lang="fr-FR" sz="800" u="none" strike="noStrike">
                          <a:effectLst/>
                          <a:highlight>
                            <a:srgbClr val="9BC2E6"/>
                          </a:highlight>
                        </a:rPr>
                        <a:t>MONTANT TOTAL OBTENU</a:t>
                      </a:r>
                      <a:endParaRPr lang="fr-FR" sz="800" b="1" i="0" u="none" strike="noStrike">
                        <a:solidFill>
                          <a:srgbClr val="000000"/>
                        </a:solidFill>
                        <a:effectLst/>
                        <a:highlight>
                          <a:srgbClr val="9BC2E6"/>
                        </a:highlight>
                        <a:latin typeface="Garamond" panose="02020404030301010803" pitchFamily="18" charset="0"/>
                      </a:endParaRPr>
                    </a:p>
                  </a:txBody>
                  <a:tcPr marL="6350" marR="6350" marT="6350" marB="0" anchor="ctr"/>
                </a:tc>
                <a:extLst>
                  <a:ext uri="{0D108BD9-81ED-4DB2-BD59-A6C34878D82A}">
                    <a16:rowId xmlns:a16="http://schemas.microsoft.com/office/drawing/2014/main" xmlns="" val="1747025701"/>
                  </a:ext>
                </a:extLst>
              </a:tr>
              <a:tr h="196850">
                <a:tc>
                  <a:txBody>
                    <a:bodyPr/>
                    <a:lstStyle/>
                    <a:p>
                      <a:pPr algn="ctr" fontAlgn="ctr"/>
                      <a:r>
                        <a:rPr lang="fr-FR" sz="1200" u="none" strike="noStrike">
                          <a:effectLst/>
                          <a:highlight>
                            <a:srgbClr val="DDEBF7"/>
                          </a:highlight>
                        </a:rPr>
                        <a:t>            5 000 000 </a:t>
                      </a:r>
                      <a:endParaRPr lang="fr-FR" sz="1200" b="1"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l" fontAlgn="b"/>
                      <a:r>
                        <a:rPr lang="fr-FR" sz="1200" u="none" strike="noStrike">
                          <a:effectLst/>
                          <a:highlight>
                            <a:srgbClr val="DDEBF7"/>
                          </a:highlight>
                        </a:rPr>
                        <a:t>         5 000 000 </a:t>
                      </a:r>
                      <a:endParaRPr lang="fr-FR" sz="1200" b="0" i="0" u="none" strike="noStrike">
                        <a:solidFill>
                          <a:srgbClr val="808080"/>
                        </a:solidFill>
                        <a:effectLst/>
                        <a:highlight>
                          <a:srgbClr val="DDEBF7"/>
                        </a:highlight>
                        <a:latin typeface="Garamond" panose="02020404030301010803" pitchFamily="18" charset="0"/>
                      </a:endParaRPr>
                    </a:p>
                  </a:txBody>
                  <a:tcPr marL="6350" marR="6350" marT="6350" marB="0" anchor="b"/>
                </a:tc>
                <a:tc>
                  <a:txBody>
                    <a:bodyPr/>
                    <a:lstStyle/>
                    <a:p>
                      <a:pPr algn="ctr" fontAlgn="ctr"/>
                      <a:r>
                        <a:rPr lang="fr-FR" sz="1200" u="none" strike="noStrike">
                          <a:effectLst/>
                          <a:highlight>
                            <a:srgbClr val="DDEBF7"/>
                          </a:highlight>
                        </a:rPr>
                        <a:t>350 000</a:t>
                      </a:r>
                      <a:endParaRPr lang="fr-FR" sz="1200" b="0"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ctr" fontAlgn="ctr"/>
                      <a:r>
                        <a:rPr lang="fr-FR" sz="1200" u="sng" strike="noStrike">
                          <a:effectLst/>
                          <a:highlight>
                            <a:srgbClr val="DDEBF7"/>
                          </a:highlight>
                        </a:rPr>
                        <a:t>5 350 000</a:t>
                      </a:r>
                      <a:endParaRPr lang="fr-FR" sz="1200" b="1" i="0" u="sng" strike="noStrike">
                        <a:solidFill>
                          <a:srgbClr val="00B050"/>
                        </a:solidFill>
                        <a:effectLst/>
                        <a:highlight>
                          <a:srgbClr val="DDEBF7"/>
                        </a:highlight>
                        <a:latin typeface="Garamond" panose="02020404030301010803" pitchFamily="18" charset="0"/>
                      </a:endParaRPr>
                    </a:p>
                  </a:txBody>
                  <a:tcPr marL="6350" marR="6350" marT="6350" marB="0" anchor="ctr"/>
                </a:tc>
                <a:extLst>
                  <a:ext uri="{0D108BD9-81ED-4DB2-BD59-A6C34878D82A}">
                    <a16:rowId xmlns:a16="http://schemas.microsoft.com/office/drawing/2014/main" xmlns="" val="3722757899"/>
                  </a:ext>
                </a:extLst>
              </a:tr>
              <a:tr h="196850">
                <a:tc>
                  <a:txBody>
                    <a:bodyPr/>
                    <a:lstStyle/>
                    <a:p>
                      <a:pPr algn="ctr" fontAlgn="ctr"/>
                      <a:r>
                        <a:rPr lang="fr-FR" sz="1200" u="none" strike="noStrike">
                          <a:effectLst/>
                          <a:highlight>
                            <a:srgbClr val="DDEBF7"/>
                          </a:highlight>
                        </a:rPr>
                        <a:t>           10 000 000 </a:t>
                      </a:r>
                      <a:endParaRPr lang="fr-FR" sz="1200" b="1"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l" fontAlgn="b"/>
                      <a:r>
                        <a:rPr lang="fr-FR" sz="1200" u="none" strike="noStrike">
                          <a:effectLst/>
                          <a:highlight>
                            <a:srgbClr val="DDEBF7"/>
                          </a:highlight>
                        </a:rPr>
                        <a:t>       10 000 000 </a:t>
                      </a:r>
                      <a:endParaRPr lang="fr-FR" sz="1200" b="0" i="0" u="none" strike="noStrike">
                        <a:solidFill>
                          <a:srgbClr val="808080"/>
                        </a:solidFill>
                        <a:effectLst/>
                        <a:highlight>
                          <a:srgbClr val="DDEBF7"/>
                        </a:highlight>
                        <a:latin typeface="Garamond" panose="02020404030301010803" pitchFamily="18" charset="0"/>
                      </a:endParaRPr>
                    </a:p>
                  </a:txBody>
                  <a:tcPr marL="6350" marR="6350" marT="6350" marB="0" anchor="b"/>
                </a:tc>
                <a:tc>
                  <a:txBody>
                    <a:bodyPr/>
                    <a:lstStyle/>
                    <a:p>
                      <a:pPr algn="ctr" fontAlgn="ctr"/>
                      <a:r>
                        <a:rPr lang="fr-FR" sz="1200" u="none" strike="noStrike">
                          <a:effectLst/>
                          <a:highlight>
                            <a:srgbClr val="DDEBF7"/>
                          </a:highlight>
                        </a:rPr>
                        <a:t>700 000</a:t>
                      </a:r>
                      <a:endParaRPr lang="fr-FR" sz="1200" b="0"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ctr" fontAlgn="ctr"/>
                      <a:r>
                        <a:rPr lang="fr-FR" sz="1200" u="sng" strike="noStrike">
                          <a:effectLst/>
                          <a:highlight>
                            <a:srgbClr val="DDEBF7"/>
                          </a:highlight>
                        </a:rPr>
                        <a:t>10 700 000</a:t>
                      </a:r>
                      <a:endParaRPr lang="fr-FR" sz="1200" b="1" i="0" u="sng" strike="noStrike">
                        <a:solidFill>
                          <a:srgbClr val="00B050"/>
                        </a:solidFill>
                        <a:effectLst/>
                        <a:highlight>
                          <a:srgbClr val="DDEBF7"/>
                        </a:highlight>
                        <a:latin typeface="Garamond" panose="02020404030301010803" pitchFamily="18" charset="0"/>
                      </a:endParaRPr>
                    </a:p>
                  </a:txBody>
                  <a:tcPr marL="6350" marR="6350" marT="6350" marB="0" anchor="ctr"/>
                </a:tc>
                <a:extLst>
                  <a:ext uri="{0D108BD9-81ED-4DB2-BD59-A6C34878D82A}">
                    <a16:rowId xmlns:a16="http://schemas.microsoft.com/office/drawing/2014/main" xmlns="" val="1471465762"/>
                  </a:ext>
                </a:extLst>
              </a:tr>
              <a:tr h="196850">
                <a:tc>
                  <a:txBody>
                    <a:bodyPr/>
                    <a:lstStyle/>
                    <a:p>
                      <a:pPr algn="ctr" fontAlgn="ctr"/>
                      <a:r>
                        <a:rPr lang="fr-FR" sz="1200" u="none" strike="noStrike">
                          <a:effectLst/>
                          <a:highlight>
                            <a:srgbClr val="DDEBF7"/>
                          </a:highlight>
                        </a:rPr>
                        <a:t>          50 000 000 </a:t>
                      </a:r>
                      <a:endParaRPr lang="fr-FR" sz="1200" b="1"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l" fontAlgn="b"/>
                      <a:r>
                        <a:rPr lang="fr-FR" sz="1200" u="none" strike="noStrike">
                          <a:effectLst/>
                          <a:highlight>
                            <a:srgbClr val="DDEBF7"/>
                          </a:highlight>
                        </a:rPr>
                        <a:t>       50 000 000 </a:t>
                      </a:r>
                      <a:endParaRPr lang="fr-FR" sz="1200" b="0" i="0" u="none" strike="noStrike">
                        <a:solidFill>
                          <a:srgbClr val="808080"/>
                        </a:solidFill>
                        <a:effectLst/>
                        <a:highlight>
                          <a:srgbClr val="DDEBF7"/>
                        </a:highlight>
                        <a:latin typeface="Garamond" panose="02020404030301010803" pitchFamily="18" charset="0"/>
                      </a:endParaRPr>
                    </a:p>
                  </a:txBody>
                  <a:tcPr marL="6350" marR="6350" marT="6350" marB="0" anchor="b"/>
                </a:tc>
                <a:tc>
                  <a:txBody>
                    <a:bodyPr/>
                    <a:lstStyle/>
                    <a:p>
                      <a:pPr algn="ctr" fontAlgn="ctr"/>
                      <a:r>
                        <a:rPr lang="fr-FR" sz="1200" u="none" strike="noStrike">
                          <a:effectLst/>
                          <a:highlight>
                            <a:srgbClr val="DDEBF7"/>
                          </a:highlight>
                        </a:rPr>
                        <a:t>3 500 000</a:t>
                      </a:r>
                      <a:endParaRPr lang="fr-FR" sz="1200" b="0"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ctr" fontAlgn="ctr"/>
                      <a:r>
                        <a:rPr lang="fr-FR" sz="1200" u="sng" strike="noStrike" dirty="0">
                          <a:effectLst/>
                          <a:highlight>
                            <a:srgbClr val="DDEBF7"/>
                          </a:highlight>
                        </a:rPr>
                        <a:t>53 500 000</a:t>
                      </a:r>
                      <a:endParaRPr lang="fr-FR" sz="1200" b="1" i="0" u="sng" strike="noStrike" dirty="0">
                        <a:solidFill>
                          <a:srgbClr val="00B050"/>
                        </a:solidFill>
                        <a:effectLst/>
                        <a:highlight>
                          <a:srgbClr val="DDEBF7"/>
                        </a:highlight>
                        <a:latin typeface="Garamond" panose="02020404030301010803" pitchFamily="18" charset="0"/>
                      </a:endParaRPr>
                    </a:p>
                  </a:txBody>
                  <a:tcPr marL="6350" marR="6350" marT="6350" marB="0" anchor="ctr"/>
                </a:tc>
                <a:extLst>
                  <a:ext uri="{0D108BD9-81ED-4DB2-BD59-A6C34878D82A}">
                    <a16:rowId xmlns:a16="http://schemas.microsoft.com/office/drawing/2014/main" xmlns="" val="1621309122"/>
                  </a:ext>
                </a:extLst>
              </a:tr>
            </a:tbl>
          </a:graphicData>
        </a:graphic>
      </p:graphicFrame>
      <p:graphicFrame>
        <p:nvGraphicFramePr>
          <p:cNvPr id="21" name="Tableau 20">
            <a:extLst>
              <a:ext uri="{FF2B5EF4-FFF2-40B4-BE49-F238E27FC236}">
                <a16:creationId xmlns:a16="http://schemas.microsoft.com/office/drawing/2014/main" xmlns="" id="{3556C160-EA34-8E9D-B9DD-3156C01BDCE8}"/>
              </a:ext>
            </a:extLst>
          </p:cNvPr>
          <p:cNvGraphicFramePr>
            <a:graphicFrameLocks noGrp="1"/>
          </p:cNvGraphicFramePr>
          <p:nvPr>
            <p:extLst>
              <p:ext uri="{D42A27DB-BD31-4B8C-83A1-F6EECF244321}">
                <p14:modId xmlns:p14="http://schemas.microsoft.com/office/powerpoint/2010/main" val="2791900354"/>
              </p:ext>
            </p:extLst>
          </p:nvPr>
        </p:nvGraphicFramePr>
        <p:xfrm>
          <a:off x="6324600" y="4680394"/>
          <a:ext cx="4635498" cy="1841500"/>
        </p:xfrm>
        <a:graphic>
          <a:graphicData uri="http://schemas.openxmlformats.org/drawingml/2006/table">
            <a:tbl>
              <a:tblPr>
                <a:tableStyleId>{5C22544A-7EE6-4342-B048-85BDC9FD1C3A}</a:tableStyleId>
              </a:tblPr>
              <a:tblGrid>
                <a:gridCol w="1262922">
                  <a:extLst>
                    <a:ext uri="{9D8B030D-6E8A-4147-A177-3AD203B41FA5}">
                      <a16:colId xmlns:a16="http://schemas.microsoft.com/office/drawing/2014/main" xmlns="" val="1032015616"/>
                    </a:ext>
                  </a:extLst>
                </a:gridCol>
                <a:gridCol w="1133760">
                  <a:extLst>
                    <a:ext uri="{9D8B030D-6E8A-4147-A177-3AD203B41FA5}">
                      <a16:colId xmlns:a16="http://schemas.microsoft.com/office/drawing/2014/main" xmlns="" val="2387092933"/>
                    </a:ext>
                  </a:extLst>
                </a:gridCol>
                <a:gridCol w="861083">
                  <a:extLst>
                    <a:ext uri="{9D8B030D-6E8A-4147-A177-3AD203B41FA5}">
                      <a16:colId xmlns:a16="http://schemas.microsoft.com/office/drawing/2014/main" xmlns="" val="1044161366"/>
                    </a:ext>
                  </a:extLst>
                </a:gridCol>
                <a:gridCol w="1377733">
                  <a:extLst>
                    <a:ext uri="{9D8B030D-6E8A-4147-A177-3AD203B41FA5}">
                      <a16:colId xmlns:a16="http://schemas.microsoft.com/office/drawing/2014/main" xmlns="" val="2812970926"/>
                    </a:ext>
                  </a:extLst>
                </a:gridCol>
              </a:tblGrid>
              <a:tr h="196850">
                <a:tc gridSpan="4">
                  <a:txBody>
                    <a:bodyPr/>
                    <a:lstStyle/>
                    <a:p>
                      <a:pPr algn="ctr" fontAlgn="ctr"/>
                      <a:r>
                        <a:rPr lang="fr-FR" sz="1000" u="none" strike="noStrike" dirty="0">
                          <a:effectLst/>
                          <a:highlight>
                            <a:srgbClr val="C6E0B4"/>
                          </a:highlight>
                        </a:rPr>
                        <a:t>SIMULATION DE DEPÔS UNIQUE PENDANT 1 AN </a:t>
                      </a:r>
                      <a:endParaRPr lang="fr-FR" sz="1000" b="1" i="0" u="none" strike="noStrike" dirty="0">
                        <a:solidFill>
                          <a:srgbClr val="000000"/>
                        </a:solidFill>
                        <a:effectLst/>
                        <a:highlight>
                          <a:srgbClr val="C6E0B4"/>
                        </a:highlight>
                        <a:latin typeface="Garamond" panose="02020404030301010803" pitchFamily="18" charset="0"/>
                      </a:endParaRPr>
                    </a:p>
                  </a:txBody>
                  <a:tcPr marL="6350" marR="6350" marT="6350" marB="0" anchor="ctr"/>
                </a:tc>
                <a:tc hMerge="1">
                  <a:txBody>
                    <a:bodyPr/>
                    <a:lstStyle/>
                    <a:p>
                      <a:endParaRPr lang="fr-FR"/>
                    </a:p>
                  </a:txBody>
                  <a:tcPr/>
                </a:tc>
                <a:tc hMerge="1">
                  <a:txBody>
                    <a:bodyPr/>
                    <a:lstStyle/>
                    <a:p>
                      <a:endParaRPr lang="fr-FR"/>
                    </a:p>
                  </a:txBody>
                  <a:tcPr/>
                </a:tc>
                <a:tc hMerge="1">
                  <a:txBody>
                    <a:bodyPr/>
                    <a:lstStyle/>
                    <a:p>
                      <a:endParaRPr lang="fr-FR"/>
                    </a:p>
                  </a:txBody>
                  <a:tcPr/>
                </a:tc>
                <a:extLst>
                  <a:ext uri="{0D108BD9-81ED-4DB2-BD59-A6C34878D82A}">
                    <a16:rowId xmlns:a16="http://schemas.microsoft.com/office/drawing/2014/main" xmlns="" val="966008482"/>
                  </a:ext>
                </a:extLst>
              </a:tr>
              <a:tr h="196850">
                <a:tc>
                  <a:txBody>
                    <a:bodyPr/>
                    <a:lstStyle/>
                    <a:p>
                      <a:pPr algn="ctr" fontAlgn="ctr"/>
                      <a:r>
                        <a:rPr lang="fr-FR" sz="1000" u="none" strike="noStrike">
                          <a:effectLst/>
                        </a:rPr>
                        <a:t> </a:t>
                      </a:r>
                      <a:endParaRPr lang="fr-FR" sz="1000" b="1" i="0" u="none" strike="noStrike">
                        <a:solidFill>
                          <a:srgbClr val="000000"/>
                        </a:solidFill>
                        <a:effectLst/>
                        <a:latin typeface="Garamond" panose="02020404030301010803" pitchFamily="18" charset="0"/>
                      </a:endParaRPr>
                    </a:p>
                  </a:txBody>
                  <a:tcPr marL="6350" marR="6350" marT="6350" marB="0" anchor="ctr"/>
                </a:tc>
                <a:tc gridSpan="2">
                  <a:txBody>
                    <a:bodyPr/>
                    <a:lstStyle/>
                    <a:p>
                      <a:pPr algn="ctr" fontAlgn="ctr"/>
                      <a:r>
                        <a:rPr lang="fr-FR" sz="1000" u="none" strike="noStrike">
                          <a:effectLst/>
                        </a:rPr>
                        <a:t>BANQUE/ASSURANCE</a:t>
                      </a:r>
                      <a:endParaRPr lang="fr-FR" sz="1000" b="1" i="0" u="none" strike="noStrike">
                        <a:solidFill>
                          <a:srgbClr val="000000"/>
                        </a:solidFill>
                        <a:effectLst/>
                        <a:latin typeface="Garamond" panose="02020404030301010803" pitchFamily="18" charset="0"/>
                      </a:endParaRPr>
                    </a:p>
                  </a:txBody>
                  <a:tcPr marL="6350" marR="6350" marT="6350" marB="0" anchor="ctr"/>
                </a:tc>
                <a:tc hMerge="1">
                  <a:txBody>
                    <a:bodyPr/>
                    <a:lstStyle/>
                    <a:p>
                      <a:endParaRPr lang="fr-FR"/>
                    </a:p>
                  </a:txBody>
                  <a:tcPr/>
                </a:tc>
                <a:tc>
                  <a:txBody>
                    <a:bodyPr/>
                    <a:lstStyle/>
                    <a:p>
                      <a:pPr algn="ctr" fontAlgn="ctr"/>
                      <a:r>
                        <a:rPr lang="fr-FR" sz="800" u="none" strike="noStrike">
                          <a:effectLst/>
                        </a:rPr>
                        <a:t>Interêts soumis à la TAFA</a:t>
                      </a:r>
                      <a:endParaRPr lang="fr-FR" sz="800" b="1" i="0" u="none" strike="noStrike">
                        <a:solidFill>
                          <a:srgbClr val="FF0000"/>
                        </a:solidFill>
                        <a:effectLst/>
                        <a:latin typeface="Garamond" panose="02020404030301010803" pitchFamily="18" charset="0"/>
                      </a:endParaRPr>
                    </a:p>
                  </a:txBody>
                  <a:tcPr marL="6350" marR="6350" marT="6350" marB="0" anchor="ctr"/>
                </a:tc>
                <a:extLst>
                  <a:ext uri="{0D108BD9-81ED-4DB2-BD59-A6C34878D82A}">
                    <a16:rowId xmlns:a16="http://schemas.microsoft.com/office/drawing/2014/main" xmlns="" val="80339973"/>
                  </a:ext>
                </a:extLst>
              </a:tr>
              <a:tr h="196850">
                <a:tc>
                  <a:txBody>
                    <a:bodyPr/>
                    <a:lstStyle/>
                    <a:p>
                      <a:pPr algn="l" fontAlgn="ctr"/>
                      <a:r>
                        <a:rPr lang="fr-FR" sz="1200" u="none" strike="noStrike">
                          <a:effectLst/>
                        </a:rPr>
                        <a:t>Taux annuel </a:t>
                      </a:r>
                      <a:endParaRPr lang="fr-FR" sz="1200" b="1" i="0" u="none" strike="noStrike">
                        <a:solidFill>
                          <a:srgbClr val="2F75B5"/>
                        </a:solidFill>
                        <a:effectLst/>
                        <a:latin typeface="Garamond" panose="02020404030301010803" pitchFamily="18" charset="0"/>
                      </a:endParaRPr>
                    </a:p>
                  </a:txBody>
                  <a:tcPr marL="6350" marR="6350" marT="6350" marB="0" anchor="ctr"/>
                </a:tc>
                <a:tc>
                  <a:txBody>
                    <a:bodyPr/>
                    <a:lstStyle/>
                    <a:p>
                      <a:pPr algn="r" fontAlgn="b"/>
                      <a:r>
                        <a:rPr lang="fr-FR" sz="1200" u="none" strike="noStrike">
                          <a:effectLst/>
                        </a:rPr>
                        <a:t> </a:t>
                      </a:r>
                      <a:endParaRPr lang="fr-FR" sz="1200" b="0" i="0" u="none" strike="noStrike">
                        <a:solidFill>
                          <a:srgbClr val="2F75B5"/>
                        </a:solidFill>
                        <a:effectLst/>
                        <a:latin typeface="Garamond" panose="02020404030301010803" pitchFamily="18" charset="0"/>
                      </a:endParaRPr>
                    </a:p>
                  </a:txBody>
                  <a:tcPr marL="6350" marR="6350" marT="6350" marB="0" anchor="b"/>
                </a:tc>
                <a:tc>
                  <a:txBody>
                    <a:bodyPr/>
                    <a:lstStyle/>
                    <a:p>
                      <a:pPr algn="l" fontAlgn="ctr"/>
                      <a:r>
                        <a:rPr lang="fr-FR" sz="1200" u="none" strike="noStrike">
                          <a:effectLst/>
                        </a:rPr>
                        <a:t> </a:t>
                      </a:r>
                      <a:endParaRPr lang="fr-FR" sz="1200" b="1" i="0" u="none" strike="noStrike">
                        <a:solidFill>
                          <a:srgbClr val="2F75B5"/>
                        </a:solidFill>
                        <a:effectLst/>
                        <a:latin typeface="Garamond" panose="02020404030301010803" pitchFamily="18" charset="0"/>
                      </a:endParaRPr>
                    </a:p>
                  </a:txBody>
                  <a:tcPr marL="6350" marR="6350" marT="6350" marB="0" anchor="ctr"/>
                </a:tc>
                <a:tc>
                  <a:txBody>
                    <a:bodyPr/>
                    <a:lstStyle/>
                    <a:p>
                      <a:pPr algn="r" fontAlgn="b"/>
                      <a:r>
                        <a:rPr lang="fr-FR" sz="1200" u="none" strike="noStrike">
                          <a:effectLst/>
                        </a:rPr>
                        <a:t>3,5</a:t>
                      </a:r>
                      <a:endParaRPr lang="fr-FR" sz="1200" b="0" i="0" u="none" strike="noStrike">
                        <a:solidFill>
                          <a:srgbClr val="2F75B5"/>
                        </a:solidFill>
                        <a:effectLst/>
                        <a:latin typeface="Garamond" panose="02020404030301010803" pitchFamily="18" charset="0"/>
                      </a:endParaRPr>
                    </a:p>
                  </a:txBody>
                  <a:tcPr marL="6350" marR="6350" marT="6350" marB="0" anchor="b"/>
                </a:tc>
                <a:extLst>
                  <a:ext uri="{0D108BD9-81ED-4DB2-BD59-A6C34878D82A}">
                    <a16:rowId xmlns:a16="http://schemas.microsoft.com/office/drawing/2014/main" xmlns="" val="54349884"/>
                  </a:ext>
                </a:extLst>
              </a:tr>
              <a:tr h="196850">
                <a:tc>
                  <a:txBody>
                    <a:bodyPr/>
                    <a:lstStyle/>
                    <a:p>
                      <a:pPr algn="l" fontAlgn="ctr"/>
                      <a:r>
                        <a:rPr lang="fr-FR" sz="1200" u="none" strike="noStrike">
                          <a:effectLst/>
                        </a:rPr>
                        <a:t>Taux mensuel </a:t>
                      </a:r>
                      <a:endParaRPr lang="fr-FR" sz="1200" b="1" i="0" u="none" strike="noStrike">
                        <a:solidFill>
                          <a:srgbClr val="2F75B5"/>
                        </a:solidFill>
                        <a:effectLst/>
                        <a:latin typeface="Garamond" panose="02020404030301010803" pitchFamily="18" charset="0"/>
                      </a:endParaRPr>
                    </a:p>
                  </a:txBody>
                  <a:tcPr marL="6350" marR="6350" marT="6350" marB="0" anchor="ctr"/>
                </a:tc>
                <a:tc>
                  <a:txBody>
                    <a:bodyPr/>
                    <a:lstStyle/>
                    <a:p>
                      <a:pPr algn="r" fontAlgn="b"/>
                      <a:r>
                        <a:rPr lang="fr-FR" sz="1200" u="none" strike="noStrike">
                          <a:effectLst/>
                        </a:rPr>
                        <a:t> </a:t>
                      </a:r>
                      <a:endParaRPr lang="fr-FR" sz="1200" b="0" i="0" u="none" strike="noStrike">
                        <a:solidFill>
                          <a:srgbClr val="2F75B5"/>
                        </a:solidFill>
                        <a:effectLst/>
                        <a:latin typeface="Garamond" panose="02020404030301010803" pitchFamily="18" charset="0"/>
                      </a:endParaRPr>
                    </a:p>
                  </a:txBody>
                  <a:tcPr marL="6350" marR="6350" marT="6350" marB="0" anchor="b"/>
                </a:tc>
                <a:tc>
                  <a:txBody>
                    <a:bodyPr/>
                    <a:lstStyle/>
                    <a:p>
                      <a:pPr algn="l" fontAlgn="ctr"/>
                      <a:r>
                        <a:rPr lang="fr-FR" sz="1200" u="none" strike="noStrike">
                          <a:effectLst/>
                        </a:rPr>
                        <a:t> </a:t>
                      </a:r>
                      <a:endParaRPr lang="fr-FR" sz="1200" b="1" i="0" u="none" strike="noStrike">
                        <a:solidFill>
                          <a:srgbClr val="2F75B5"/>
                        </a:solidFill>
                        <a:effectLst/>
                        <a:latin typeface="Garamond" panose="02020404030301010803" pitchFamily="18" charset="0"/>
                      </a:endParaRPr>
                    </a:p>
                  </a:txBody>
                  <a:tcPr marL="6350" marR="6350" marT="6350" marB="0" anchor="ctr"/>
                </a:tc>
                <a:tc>
                  <a:txBody>
                    <a:bodyPr/>
                    <a:lstStyle/>
                    <a:p>
                      <a:pPr algn="r" fontAlgn="b"/>
                      <a:r>
                        <a:rPr lang="fr-FR" sz="1200" u="none" strike="noStrike">
                          <a:effectLst/>
                        </a:rPr>
                        <a:t>0,003</a:t>
                      </a:r>
                      <a:endParaRPr lang="fr-FR" sz="1200" b="0" i="0" u="none" strike="noStrike">
                        <a:solidFill>
                          <a:srgbClr val="2F75B5"/>
                        </a:solidFill>
                        <a:effectLst/>
                        <a:latin typeface="Garamond" panose="02020404030301010803" pitchFamily="18" charset="0"/>
                      </a:endParaRPr>
                    </a:p>
                  </a:txBody>
                  <a:tcPr marL="6350" marR="6350" marT="6350" marB="0" anchor="b"/>
                </a:tc>
                <a:extLst>
                  <a:ext uri="{0D108BD9-81ED-4DB2-BD59-A6C34878D82A}">
                    <a16:rowId xmlns:a16="http://schemas.microsoft.com/office/drawing/2014/main" xmlns="" val="310092796"/>
                  </a:ext>
                </a:extLst>
              </a:tr>
              <a:tr h="196850">
                <a:tc>
                  <a:txBody>
                    <a:bodyPr/>
                    <a:lstStyle/>
                    <a:p>
                      <a:pPr algn="l" fontAlgn="ctr"/>
                      <a:r>
                        <a:rPr lang="fr-FR" sz="1200" u="none" strike="noStrike">
                          <a:effectLst/>
                        </a:rPr>
                        <a:t>Durée (Année)</a:t>
                      </a:r>
                      <a:endParaRPr lang="fr-FR" sz="1200" b="1" i="0" u="none" strike="noStrike">
                        <a:solidFill>
                          <a:srgbClr val="2F75B5"/>
                        </a:solidFill>
                        <a:effectLst/>
                        <a:latin typeface="Garamond" panose="02020404030301010803" pitchFamily="18" charset="0"/>
                      </a:endParaRPr>
                    </a:p>
                  </a:txBody>
                  <a:tcPr marL="6350" marR="6350" marT="6350" marB="0" anchor="ctr"/>
                </a:tc>
                <a:tc>
                  <a:txBody>
                    <a:bodyPr/>
                    <a:lstStyle/>
                    <a:p>
                      <a:pPr algn="r" fontAlgn="b"/>
                      <a:r>
                        <a:rPr lang="fr-FR" sz="1200" u="none" strike="noStrike">
                          <a:effectLst/>
                        </a:rPr>
                        <a:t> </a:t>
                      </a:r>
                      <a:endParaRPr lang="fr-FR" sz="1200" b="0" i="0" u="none" strike="noStrike">
                        <a:solidFill>
                          <a:srgbClr val="2F75B5"/>
                        </a:solidFill>
                        <a:effectLst/>
                        <a:latin typeface="Garamond" panose="02020404030301010803" pitchFamily="18" charset="0"/>
                      </a:endParaRPr>
                    </a:p>
                  </a:txBody>
                  <a:tcPr marL="6350" marR="6350" marT="6350" marB="0" anchor="b"/>
                </a:tc>
                <a:tc>
                  <a:txBody>
                    <a:bodyPr/>
                    <a:lstStyle/>
                    <a:p>
                      <a:pPr algn="l" fontAlgn="ctr"/>
                      <a:r>
                        <a:rPr lang="fr-FR" sz="1200" u="none" strike="noStrike">
                          <a:effectLst/>
                        </a:rPr>
                        <a:t> </a:t>
                      </a:r>
                      <a:endParaRPr lang="fr-FR" sz="1200" b="1" i="0" u="none" strike="noStrike">
                        <a:solidFill>
                          <a:srgbClr val="2F75B5"/>
                        </a:solidFill>
                        <a:effectLst/>
                        <a:latin typeface="Garamond" panose="02020404030301010803" pitchFamily="18" charset="0"/>
                      </a:endParaRPr>
                    </a:p>
                  </a:txBody>
                  <a:tcPr marL="6350" marR="6350" marT="6350" marB="0" anchor="ctr"/>
                </a:tc>
                <a:tc>
                  <a:txBody>
                    <a:bodyPr/>
                    <a:lstStyle/>
                    <a:p>
                      <a:pPr algn="r" fontAlgn="b"/>
                      <a:r>
                        <a:rPr lang="fr-FR" sz="1200" u="none" strike="noStrike">
                          <a:effectLst/>
                        </a:rPr>
                        <a:t>1</a:t>
                      </a:r>
                      <a:endParaRPr lang="fr-FR" sz="1200" b="0" i="0" u="none" strike="noStrike">
                        <a:solidFill>
                          <a:srgbClr val="2F75B5"/>
                        </a:solidFill>
                        <a:effectLst/>
                        <a:latin typeface="Garamond" panose="02020404030301010803" pitchFamily="18" charset="0"/>
                      </a:endParaRPr>
                    </a:p>
                  </a:txBody>
                  <a:tcPr marL="6350" marR="6350" marT="6350" marB="0" anchor="b"/>
                </a:tc>
                <a:extLst>
                  <a:ext uri="{0D108BD9-81ED-4DB2-BD59-A6C34878D82A}">
                    <a16:rowId xmlns:a16="http://schemas.microsoft.com/office/drawing/2014/main" xmlns="" val="1595545568"/>
                  </a:ext>
                </a:extLst>
              </a:tr>
              <a:tr h="266700">
                <a:tc>
                  <a:txBody>
                    <a:bodyPr/>
                    <a:lstStyle/>
                    <a:p>
                      <a:pPr algn="ctr" fontAlgn="ctr"/>
                      <a:r>
                        <a:rPr lang="fr-FR" sz="800" u="none" strike="noStrike">
                          <a:effectLst/>
                          <a:highlight>
                            <a:srgbClr val="9BC2E6"/>
                          </a:highlight>
                        </a:rPr>
                        <a:t>EPARGNE PERIODIQUE (MOIS)</a:t>
                      </a:r>
                      <a:endParaRPr lang="fr-FR" sz="800" b="1" i="0" u="none" strike="noStrike">
                        <a:solidFill>
                          <a:srgbClr val="000000"/>
                        </a:solidFill>
                        <a:effectLst/>
                        <a:highlight>
                          <a:srgbClr val="9BC2E6"/>
                        </a:highlight>
                        <a:latin typeface="Garamond" panose="02020404030301010803" pitchFamily="18" charset="0"/>
                      </a:endParaRPr>
                    </a:p>
                  </a:txBody>
                  <a:tcPr marL="6350" marR="6350" marT="6350" marB="0" anchor="ctr"/>
                </a:tc>
                <a:tc>
                  <a:txBody>
                    <a:bodyPr/>
                    <a:lstStyle/>
                    <a:p>
                      <a:pPr algn="ctr" fontAlgn="ctr"/>
                      <a:r>
                        <a:rPr lang="fr-FR" sz="800" u="none" strike="noStrike">
                          <a:effectLst/>
                          <a:highlight>
                            <a:srgbClr val="9BC2E6"/>
                          </a:highlight>
                        </a:rPr>
                        <a:t>MONTANT TOTAL EPARGNE</a:t>
                      </a:r>
                      <a:endParaRPr lang="fr-FR" sz="800" b="1" i="0" u="none" strike="noStrike">
                        <a:solidFill>
                          <a:srgbClr val="000000"/>
                        </a:solidFill>
                        <a:effectLst/>
                        <a:highlight>
                          <a:srgbClr val="9BC2E6"/>
                        </a:highlight>
                        <a:latin typeface="Garamond" panose="02020404030301010803" pitchFamily="18" charset="0"/>
                      </a:endParaRPr>
                    </a:p>
                  </a:txBody>
                  <a:tcPr marL="6350" marR="6350" marT="6350" marB="0" anchor="ctr"/>
                </a:tc>
                <a:tc>
                  <a:txBody>
                    <a:bodyPr/>
                    <a:lstStyle/>
                    <a:p>
                      <a:pPr algn="ctr" fontAlgn="ctr"/>
                      <a:r>
                        <a:rPr lang="fr-FR" sz="800" u="none" strike="noStrike">
                          <a:effectLst/>
                          <a:highlight>
                            <a:srgbClr val="9BC2E6"/>
                          </a:highlight>
                        </a:rPr>
                        <a:t>INTERETS TOTAUX</a:t>
                      </a:r>
                      <a:endParaRPr lang="fr-FR" sz="800" b="1" i="0" u="none" strike="noStrike">
                        <a:solidFill>
                          <a:srgbClr val="000000"/>
                        </a:solidFill>
                        <a:effectLst/>
                        <a:highlight>
                          <a:srgbClr val="9BC2E6"/>
                        </a:highlight>
                        <a:latin typeface="Garamond" panose="02020404030301010803" pitchFamily="18" charset="0"/>
                      </a:endParaRPr>
                    </a:p>
                  </a:txBody>
                  <a:tcPr marL="6350" marR="6350" marT="6350" marB="0" anchor="ctr"/>
                </a:tc>
                <a:tc>
                  <a:txBody>
                    <a:bodyPr/>
                    <a:lstStyle/>
                    <a:p>
                      <a:pPr algn="ctr" fontAlgn="ctr"/>
                      <a:r>
                        <a:rPr lang="fr-FR" sz="800" u="none" strike="noStrike">
                          <a:effectLst/>
                          <a:highlight>
                            <a:srgbClr val="9BC2E6"/>
                          </a:highlight>
                        </a:rPr>
                        <a:t>MONTANT TOTAL OBTENU</a:t>
                      </a:r>
                      <a:endParaRPr lang="fr-FR" sz="800" b="1" i="0" u="none" strike="noStrike">
                        <a:solidFill>
                          <a:srgbClr val="000000"/>
                        </a:solidFill>
                        <a:effectLst/>
                        <a:highlight>
                          <a:srgbClr val="9BC2E6"/>
                        </a:highlight>
                        <a:latin typeface="Garamond" panose="02020404030301010803" pitchFamily="18" charset="0"/>
                      </a:endParaRPr>
                    </a:p>
                  </a:txBody>
                  <a:tcPr marL="6350" marR="6350" marT="6350" marB="0" anchor="ctr"/>
                </a:tc>
                <a:extLst>
                  <a:ext uri="{0D108BD9-81ED-4DB2-BD59-A6C34878D82A}">
                    <a16:rowId xmlns:a16="http://schemas.microsoft.com/office/drawing/2014/main" xmlns="" val="3832278014"/>
                  </a:ext>
                </a:extLst>
              </a:tr>
              <a:tr h="196850">
                <a:tc>
                  <a:txBody>
                    <a:bodyPr/>
                    <a:lstStyle/>
                    <a:p>
                      <a:pPr algn="ctr" fontAlgn="ctr"/>
                      <a:r>
                        <a:rPr lang="fr-FR" sz="1200" u="none" strike="noStrike">
                          <a:effectLst/>
                          <a:highlight>
                            <a:srgbClr val="DDEBF7"/>
                          </a:highlight>
                        </a:rPr>
                        <a:t>            5 000 000 </a:t>
                      </a:r>
                      <a:endParaRPr lang="fr-FR" sz="1200" b="1"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l" fontAlgn="b"/>
                      <a:r>
                        <a:rPr lang="fr-FR" sz="1200" u="none" strike="noStrike">
                          <a:effectLst/>
                          <a:highlight>
                            <a:srgbClr val="DDEBF7"/>
                          </a:highlight>
                        </a:rPr>
                        <a:t>         5 000 000 </a:t>
                      </a:r>
                      <a:endParaRPr lang="fr-FR" sz="1200" b="0" i="0" u="none" strike="noStrike">
                        <a:solidFill>
                          <a:srgbClr val="808080"/>
                        </a:solidFill>
                        <a:effectLst/>
                        <a:highlight>
                          <a:srgbClr val="DDEBF7"/>
                        </a:highlight>
                        <a:latin typeface="Garamond" panose="02020404030301010803" pitchFamily="18" charset="0"/>
                      </a:endParaRPr>
                    </a:p>
                  </a:txBody>
                  <a:tcPr marL="6350" marR="6350" marT="6350" marB="0" anchor="b"/>
                </a:tc>
                <a:tc>
                  <a:txBody>
                    <a:bodyPr/>
                    <a:lstStyle/>
                    <a:p>
                      <a:pPr algn="ctr" fontAlgn="ctr"/>
                      <a:r>
                        <a:rPr lang="fr-FR" sz="1200" u="none" strike="noStrike">
                          <a:effectLst/>
                          <a:highlight>
                            <a:srgbClr val="DDEBF7"/>
                          </a:highlight>
                        </a:rPr>
                        <a:t>175 000</a:t>
                      </a:r>
                      <a:endParaRPr lang="fr-FR" sz="1200" b="0"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ctr" fontAlgn="ctr"/>
                      <a:r>
                        <a:rPr lang="fr-FR" sz="1200" u="sng" strike="noStrike">
                          <a:effectLst/>
                          <a:highlight>
                            <a:srgbClr val="DDEBF7"/>
                          </a:highlight>
                        </a:rPr>
                        <a:t>5 175 000</a:t>
                      </a:r>
                      <a:endParaRPr lang="fr-FR" sz="1200" b="1" i="0" u="sng" strike="noStrike">
                        <a:solidFill>
                          <a:srgbClr val="00B050"/>
                        </a:solidFill>
                        <a:effectLst/>
                        <a:highlight>
                          <a:srgbClr val="DDEBF7"/>
                        </a:highlight>
                        <a:latin typeface="Garamond" panose="02020404030301010803" pitchFamily="18" charset="0"/>
                      </a:endParaRPr>
                    </a:p>
                  </a:txBody>
                  <a:tcPr marL="6350" marR="6350" marT="6350" marB="0" anchor="ctr"/>
                </a:tc>
                <a:extLst>
                  <a:ext uri="{0D108BD9-81ED-4DB2-BD59-A6C34878D82A}">
                    <a16:rowId xmlns:a16="http://schemas.microsoft.com/office/drawing/2014/main" xmlns="" val="4248525820"/>
                  </a:ext>
                </a:extLst>
              </a:tr>
              <a:tr h="196850">
                <a:tc>
                  <a:txBody>
                    <a:bodyPr/>
                    <a:lstStyle/>
                    <a:p>
                      <a:pPr algn="ctr" fontAlgn="ctr"/>
                      <a:r>
                        <a:rPr lang="fr-FR" sz="1200" u="none" strike="noStrike">
                          <a:effectLst/>
                          <a:highlight>
                            <a:srgbClr val="DDEBF7"/>
                          </a:highlight>
                        </a:rPr>
                        <a:t>           10 000 000 </a:t>
                      </a:r>
                      <a:endParaRPr lang="fr-FR" sz="1200" b="1"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l" fontAlgn="b"/>
                      <a:r>
                        <a:rPr lang="fr-FR" sz="1200" u="none" strike="noStrike">
                          <a:effectLst/>
                          <a:highlight>
                            <a:srgbClr val="DDEBF7"/>
                          </a:highlight>
                        </a:rPr>
                        <a:t>       10 000 000 </a:t>
                      </a:r>
                      <a:endParaRPr lang="fr-FR" sz="1200" b="0" i="0" u="none" strike="noStrike">
                        <a:solidFill>
                          <a:srgbClr val="808080"/>
                        </a:solidFill>
                        <a:effectLst/>
                        <a:highlight>
                          <a:srgbClr val="DDEBF7"/>
                        </a:highlight>
                        <a:latin typeface="Garamond" panose="02020404030301010803" pitchFamily="18" charset="0"/>
                      </a:endParaRPr>
                    </a:p>
                  </a:txBody>
                  <a:tcPr marL="6350" marR="6350" marT="6350" marB="0" anchor="b"/>
                </a:tc>
                <a:tc>
                  <a:txBody>
                    <a:bodyPr/>
                    <a:lstStyle/>
                    <a:p>
                      <a:pPr algn="ctr" fontAlgn="ctr"/>
                      <a:r>
                        <a:rPr lang="fr-FR" sz="1200" u="none" strike="noStrike">
                          <a:effectLst/>
                          <a:highlight>
                            <a:srgbClr val="DDEBF7"/>
                          </a:highlight>
                        </a:rPr>
                        <a:t>350 000</a:t>
                      </a:r>
                      <a:endParaRPr lang="fr-FR" sz="1200" b="0"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ctr" fontAlgn="ctr"/>
                      <a:r>
                        <a:rPr lang="fr-FR" sz="1200" u="sng" strike="noStrike">
                          <a:effectLst/>
                          <a:highlight>
                            <a:srgbClr val="DDEBF7"/>
                          </a:highlight>
                        </a:rPr>
                        <a:t>10 350 000</a:t>
                      </a:r>
                      <a:endParaRPr lang="fr-FR" sz="1200" b="1" i="0" u="sng" strike="noStrike">
                        <a:solidFill>
                          <a:srgbClr val="00B050"/>
                        </a:solidFill>
                        <a:effectLst/>
                        <a:highlight>
                          <a:srgbClr val="DDEBF7"/>
                        </a:highlight>
                        <a:latin typeface="Garamond" panose="02020404030301010803" pitchFamily="18" charset="0"/>
                      </a:endParaRPr>
                    </a:p>
                  </a:txBody>
                  <a:tcPr marL="6350" marR="6350" marT="6350" marB="0" anchor="ctr"/>
                </a:tc>
                <a:extLst>
                  <a:ext uri="{0D108BD9-81ED-4DB2-BD59-A6C34878D82A}">
                    <a16:rowId xmlns:a16="http://schemas.microsoft.com/office/drawing/2014/main" xmlns="" val="1919941652"/>
                  </a:ext>
                </a:extLst>
              </a:tr>
              <a:tr h="196850">
                <a:tc>
                  <a:txBody>
                    <a:bodyPr/>
                    <a:lstStyle/>
                    <a:p>
                      <a:pPr algn="ctr" fontAlgn="ctr"/>
                      <a:r>
                        <a:rPr lang="fr-FR" sz="1200" u="none" strike="noStrike">
                          <a:effectLst/>
                          <a:highlight>
                            <a:srgbClr val="DDEBF7"/>
                          </a:highlight>
                        </a:rPr>
                        <a:t>          50 000 000 </a:t>
                      </a:r>
                      <a:endParaRPr lang="fr-FR" sz="1200" b="1"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l" fontAlgn="b"/>
                      <a:r>
                        <a:rPr lang="fr-FR" sz="1200" u="none" strike="noStrike">
                          <a:effectLst/>
                          <a:highlight>
                            <a:srgbClr val="DDEBF7"/>
                          </a:highlight>
                        </a:rPr>
                        <a:t>       50 000 000 </a:t>
                      </a:r>
                      <a:endParaRPr lang="fr-FR" sz="1200" b="0" i="0" u="none" strike="noStrike">
                        <a:solidFill>
                          <a:srgbClr val="808080"/>
                        </a:solidFill>
                        <a:effectLst/>
                        <a:highlight>
                          <a:srgbClr val="DDEBF7"/>
                        </a:highlight>
                        <a:latin typeface="Garamond" panose="02020404030301010803" pitchFamily="18" charset="0"/>
                      </a:endParaRPr>
                    </a:p>
                  </a:txBody>
                  <a:tcPr marL="6350" marR="6350" marT="6350" marB="0" anchor="b"/>
                </a:tc>
                <a:tc>
                  <a:txBody>
                    <a:bodyPr/>
                    <a:lstStyle/>
                    <a:p>
                      <a:pPr algn="ctr" fontAlgn="ctr"/>
                      <a:r>
                        <a:rPr lang="fr-FR" sz="1200" u="none" strike="noStrike">
                          <a:effectLst/>
                          <a:highlight>
                            <a:srgbClr val="DDEBF7"/>
                          </a:highlight>
                        </a:rPr>
                        <a:t>1 750 000</a:t>
                      </a:r>
                      <a:endParaRPr lang="fr-FR" sz="1200" b="0" i="0" u="none" strike="noStrike">
                        <a:solidFill>
                          <a:srgbClr val="000000"/>
                        </a:solidFill>
                        <a:effectLst/>
                        <a:highlight>
                          <a:srgbClr val="DDEBF7"/>
                        </a:highlight>
                        <a:latin typeface="Garamond" panose="02020404030301010803" pitchFamily="18" charset="0"/>
                      </a:endParaRPr>
                    </a:p>
                  </a:txBody>
                  <a:tcPr marL="6350" marR="6350" marT="6350" marB="0" anchor="ctr"/>
                </a:tc>
                <a:tc>
                  <a:txBody>
                    <a:bodyPr/>
                    <a:lstStyle/>
                    <a:p>
                      <a:pPr algn="ctr" fontAlgn="ctr"/>
                      <a:r>
                        <a:rPr lang="fr-FR" sz="1200" u="sng" strike="noStrike" dirty="0">
                          <a:effectLst/>
                          <a:highlight>
                            <a:srgbClr val="DDEBF7"/>
                          </a:highlight>
                        </a:rPr>
                        <a:t>51 750 000</a:t>
                      </a:r>
                      <a:endParaRPr lang="fr-FR" sz="1200" b="1" i="0" u="sng" strike="noStrike" dirty="0">
                        <a:solidFill>
                          <a:srgbClr val="00B050"/>
                        </a:solidFill>
                        <a:effectLst/>
                        <a:highlight>
                          <a:srgbClr val="DDEBF7"/>
                        </a:highlight>
                        <a:latin typeface="Garamond" panose="02020404030301010803" pitchFamily="18" charset="0"/>
                      </a:endParaRPr>
                    </a:p>
                  </a:txBody>
                  <a:tcPr marL="6350" marR="6350" marT="6350" marB="0" anchor="ctr"/>
                </a:tc>
                <a:extLst>
                  <a:ext uri="{0D108BD9-81ED-4DB2-BD59-A6C34878D82A}">
                    <a16:rowId xmlns:a16="http://schemas.microsoft.com/office/drawing/2014/main" xmlns="" val="4009688358"/>
                  </a:ext>
                </a:extLst>
              </a:tr>
            </a:tbl>
          </a:graphicData>
        </a:graphic>
      </p:graphicFrame>
    </p:spTree>
    <p:extLst>
      <p:ext uri="{BB962C8B-B14F-4D97-AF65-F5344CB8AC3E}">
        <p14:creationId xmlns:p14="http://schemas.microsoft.com/office/powerpoint/2010/main" val="411761220"/>
      </p:ext>
    </p:extLst>
  </p:cSld>
  <p:clrMapOvr>
    <a:masterClrMapping/>
  </p:clrMapOvr>
  <p:transition spd="slow">
    <p:push dir="u"/>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xmlns="" id="{C144A5C0-C880-10EB-5AA5-A77F8BD987E5}"/>
              </a:ext>
            </a:extLst>
          </p:cNvPr>
          <p:cNvSpPr txBox="1">
            <a:spLocks/>
          </p:cNvSpPr>
          <p:nvPr/>
        </p:nvSpPr>
        <p:spPr>
          <a:xfrm>
            <a:off x="1727200" y="523259"/>
            <a:ext cx="10464800" cy="399768"/>
          </a:xfrm>
          <a:prstGeom prst="rect">
            <a:avLst/>
          </a:prstGeom>
        </p:spPr>
        <p:style>
          <a:lnRef idx="1">
            <a:schemeClr val="accent3"/>
          </a:lnRef>
          <a:fillRef idx="2">
            <a:schemeClr val="accent3"/>
          </a:fillRef>
          <a:effectRef idx="1">
            <a:schemeClr val="accent3"/>
          </a:effectRef>
          <a:fontRef idx="minor">
            <a:schemeClr val="dk1"/>
          </a:fontRef>
        </p:style>
        <p:txBody>
          <a:bodyPr lIns="0" tIns="0" rIns="0" bIns="0" anchor="ctr"/>
          <a:lstStyle>
            <a:lvl1pPr algn="ctr" defTabSz="914400" rtl="0" eaLnBrk="1" latinLnBrk="0" hangingPunct="1">
              <a:spcBef>
                <a:spcPct val="0"/>
              </a:spcBef>
              <a:buNone/>
              <a:defRPr sz="3200" kern="1200">
                <a:solidFill>
                  <a:schemeClr val="bg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2000" b="1" dirty="0">
                <a:solidFill>
                  <a:schemeClr val="tx1"/>
                </a:solidFill>
                <a:latin typeface="Century Gothic" panose="020B0502020202020204" pitchFamily="34" charset="0"/>
              </a:rPr>
              <a:t>11. </a:t>
            </a:r>
            <a:r>
              <a:rPr lang="fr-FR" sz="2000" b="1" dirty="0">
                <a:solidFill>
                  <a:schemeClr val="tx1"/>
                </a:solidFill>
                <a:latin typeface="Century Gothic" panose="020B0502020202020204" pitchFamily="34" charset="0"/>
              </a:rPr>
              <a:t>Comment épargner ? </a:t>
            </a:r>
          </a:p>
        </p:txBody>
      </p:sp>
      <p:sp>
        <p:nvSpPr>
          <p:cNvPr id="2" name="Rectangle 1">
            <a:extLst>
              <a:ext uri="{FF2B5EF4-FFF2-40B4-BE49-F238E27FC236}">
                <a16:creationId xmlns:a16="http://schemas.microsoft.com/office/drawing/2014/main" xmlns="" id="{84B04FE1-708E-FB88-772F-C130D420B5E6}"/>
              </a:ext>
            </a:extLst>
          </p:cNvPr>
          <p:cNvSpPr/>
          <p:nvPr/>
        </p:nvSpPr>
        <p:spPr bwMode="auto">
          <a:xfrm>
            <a:off x="406400" y="1036859"/>
            <a:ext cx="11582400" cy="5363941"/>
          </a:xfrm>
          <a:prstGeom prst="rect">
            <a:avLst/>
          </a:prstGeom>
          <a:ln>
            <a:noFill/>
            <a:headEnd/>
            <a:tailEnd/>
          </a:ln>
        </p:spPr>
        <p:style>
          <a:lnRef idx="2">
            <a:schemeClr val="dk1"/>
          </a:lnRef>
          <a:fillRef idx="1">
            <a:schemeClr val="lt1"/>
          </a:fillRef>
          <a:effectRef idx="0">
            <a:schemeClr val="dk1"/>
          </a:effectRef>
          <a:fontRef idx="minor">
            <a:schemeClr val="dk1"/>
          </a:fontRef>
        </p:style>
        <p:txBody>
          <a:bodyPr vert="horz" wrap="square" lIns="91440" tIns="45720" rIns="91440" bIns="45720" numCol="1" rtlCol="0" anchor="t" anchorCtr="0" compatLnSpc="1">
            <a:prstTxWarp prst="textNoShape">
              <a:avLst/>
            </a:prstTxWarp>
          </a:bodyPr>
          <a:lstStyle/>
          <a:p>
            <a:pPr algn="just">
              <a:lnSpc>
                <a:spcPct val="150000"/>
              </a:lnSpc>
            </a:pPr>
            <a:r>
              <a:rPr lang="fr-FR" sz="1800" b="1" dirty="0">
                <a:solidFill>
                  <a:srgbClr val="0070C0"/>
                </a:solidFill>
                <a:latin typeface="Century Gothic" panose="020B0502020202020204" pitchFamily="34" charset="0"/>
              </a:rPr>
              <a:t>Pour investir, ou épargner sur le marché financier qui représente aujourdhui une meilleure opportunité, il faudra :</a:t>
            </a:r>
          </a:p>
          <a:p>
            <a:pPr marL="285750" indent="-285750" algn="just">
              <a:lnSpc>
                <a:spcPct val="150000"/>
              </a:lnSpc>
              <a:buFont typeface="Wingdings" panose="05000000000000000000" pitchFamily="2" charset="2"/>
              <a:buChar char="v"/>
            </a:pPr>
            <a:r>
              <a:rPr lang="fr-FR" sz="1600" b="1" dirty="0">
                <a:solidFill>
                  <a:schemeClr val="tx1"/>
                </a:solidFill>
                <a:latin typeface="Century Gothic" panose="020B0502020202020204" pitchFamily="34" charset="0"/>
              </a:rPr>
              <a:t>Ouvrir un compte titre auprès d’une SGI à vous recommander, et recevoir sa convention de compte titre.</a:t>
            </a:r>
          </a:p>
          <a:p>
            <a:pPr marL="285750" indent="-285750" algn="just">
              <a:lnSpc>
                <a:spcPct val="150000"/>
              </a:lnSpc>
              <a:buFont typeface="Wingdings" panose="05000000000000000000" pitchFamily="2" charset="2"/>
              <a:buChar char="v"/>
            </a:pPr>
            <a:r>
              <a:rPr lang="fr-FR" sz="1600" b="1" dirty="0">
                <a:solidFill>
                  <a:schemeClr val="tx1"/>
                </a:solidFill>
                <a:latin typeface="Century Gothic" panose="020B0502020202020204" pitchFamily="34" charset="0"/>
              </a:rPr>
              <a:t>Epargner ou investir soit en émettant un chèque à l’odre de votre SGI, par virement bancaire, ou par transfert via les portefeuilles électronique (Mobile money, Moov money, Celtiis cash), et recevoir après chaque souscription, un avis d’opéré,</a:t>
            </a:r>
          </a:p>
          <a:p>
            <a:pPr marL="285750" indent="-285750" algn="just">
              <a:lnSpc>
                <a:spcPct val="150000"/>
              </a:lnSpc>
              <a:buFont typeface="Wingdings" panose="05000000000000000000" pitchFamily="2" charset="2"/>
              <a:buChar char="v"/>
            </a:pPr>
            <a:r>
              <a:rPr lang="fr-FR" sz="1600" b="1" dirty="0">
                <a:solidFill>
                  <a:schemeClr val="tx1"/>
                </a:solidFill>
                <a:latin typeface="Century Gothic" panose="020B0502020202020204" pitchFamily="34" charset="0"/>
              </a:rPr>
              <a:t>Recevoir son relevé de compte titre chaque mois, ou trimestre, ou consulter directement sur l’application de votre SGI téléchargeable facilement sur Play store;</a:t>
            </a:r>
            <a:endParaRPr lang="fr-FR" sz="1600" b="1" dirty="0">
              <a:solidFill>
                <a:srgbClr val="0070C0"/>
              </a:solidFill>
              <a:latin typeface="Century Gothic" panose="020B0502020202020204" pitchFamily="34" charset="0"/>
            </a:endParaRPr>
          </a:p>
          <a:p>
            <a:pPr marL="285750" indent="-285750" algn="just">
              <a:lnSpc>
                <a:spcPct val="150000"/>
              </a:lnSpc>
              <a:buFont typeface="Wingdings" panose="05000000000000000000" pitchFamily="2" charset="2"/>
              <a:buChar char="Ø"/>
            </a:pPr>
            <a:r>
              <a:rPr lang="fr-FR" sz="1800" b="1" dirty="0">
                <a:solidFill>
                  <a:srgbClr val="0070C0"/>
                </a:solidFill>
                <a:latin typeface="Century Gothic" panose="020B0502020202020204" pitchFamily="34" charset="0"/>
              </a:rPr>
              <a:t>Deux possibilités s’offrent à vous pour la gestion de votre compte titre :</a:t>
            </a:r>
          </a:p>
          <a:p>
            <a:pPr marL="285750" indent="-285750" algn="just">
              <a:lnSpc>
                <a:spcPct val="150000"/>
              </a:lnSpc>
              <a:buFont typeface="Wingdings" panose="05000000000000000000" pitchFamily="2" charset="2"/>
              <a:buChar char="q"/>
            </a:pPr>
            <a:r>
              <a:rPr lang="fr-FR" sz="1600" b="1" dirty="0">
                <a:solidFill>
                  <a:srgbClr val="7030A0"/>
                </a:solidFill>
                <a:latin typeface="Century Gothic" panose="020B0502020202020204" pitchFamily="34" charset="0"/>
              </a:rPr>
              <a:t>La Gestion sous mandat : </a:t>
            </a:r>
            <a:r>
              <a:rPr lang="fr-FR" sz="1600" b="1" dirty="0">
                <a:solidFill>
                  <a:schemeClr val="tx2"/>
                </a:solidFill>
                <a:latin typeface="Century Gothic" panose="020B0502020202020204" pitchFamily="34" charset="0"/>
              </a:rPr>
              <a:t>permet de déléguer la gestion financière de votre portefeuille de valeurs mobilières (OPC, actions, obligations) à la SGI ,</a:t>
            </a:r>
          </a:p>
          <a:p>
            <a:pPr marL="285750" indent="-285750" algn="just">
              <a:lnSpc>
                <a:spcPct val="150000"/>
              </a:lnSpc>
              <a:buFont typeface="Wingdings" panose="05000000000000000000" pitchFamily="2" charset="2"/>
              <a:buChar char="q"/>
            </a:pPr>
            <a:r>
              <a:rPr lang="fr-FR" sz="1600" b="1" dirty="0">
                <a:solidFill>
                  <a:srgbClr val="7030A0"/>
                </a:solidFill>
                <a:latin typeface="Century Gothic" panose="020B0502020202020204" pitchFamily="34" charset="0"/>
              </a:rPr>
              <a:t>La Gestion directe : </a:t>
            </a:r>
            <a:r>
              <a:rPr lang="fr-FR" sz="1600" b="1" dirty="0">
                <a:solidFill>
                  <a:schemeClr val="tx2"/>
                </a:solidFill>
                <a:latin typeface="Century Gothic" panose="020B0502020202020204" pitchFamily="34" charset="0"/>
              </a:rPr>
              <a:t>La gestion de votre compte-titres est assurée par vous-même, il est nécessaire de consacrer un temps minimum par jour à l'étude des tendances du marché boursier afin d'être le plus réactif possible.</a:t>
            </a:r>
          </a:p>
          <a:p>
            <a:pPr algn="just">
              <a:lnSpc>
                <a:spcPct val="150000"/>
              </a:lnSpc>
            </a:pPr>
            <a:endParaRPr lang="fr-FR" sz="1400" b="1" dirty="0">
              <a:solidFill>
                <a:srgbClr val="0070C0"/>
              </a:solidFill>
              <a:latin typeface="Century Gothic" panose="020B0502020202020204" pitchFamily="34" charset="0"/>
            </a:endParaRPr>
          </a:p>
          <a:p>
            <a:pPr algn="just">
              <a:lnSpc>
                <a:spcPct val="150000"/>
              </a:lnSpc>
            </a:pPr>
            <a:endParaRPr lang="fr-FR" sz="1400" b="1" dirty="0">
              <a:solidFill>
                <a:srgbClr val="0070C0"/>
              </a:solidFill>
              <a:latin typeface="Century Gothic" panose="020B0502020202020204" pitchFamily="34" charset="0"/>
            </a:endParaRPr>
          </a:p>
        </p:txBody>
      </p:sp>
    </p:spTree>
    <p:extLst>
      <p:ext uri="{BB962C8B-B14F-4D97-AF65-F5344CB8AC3E}">
        <p14:creationId xmlns:p14="http://schemas.microsoft.com/office/powerpoint/2010/main" val="1082188604"/>
      </p:ext>
    </p:extLst>
  </p:cSld>
  <p:clrMapOvr>
    <a:masterClrMapping/>
  </p:clrMapOvr>
  <p:transition spd="slow">
    <p:cove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 Placeholder 2"/>
          <p:cNvSpPr>
            <a:spLocks noGrp="1"/>
          </p:cNvSpPr>
          <p:nvPr>
            <p:ph type="body" sz="half" idx="2"/>
          </p:nvPr>
        </p:nvSpPr>
        <p:spPr/>
        <p:txBody>
          <a:bodyPr/>
          <a:lstStyle/>
          <a:p>
            <a:r>
              <a:rPr lang="en-US"/>
              <a:t>SlideSalad is #1 online marketplace of premium presentations templates for all needs</a:t>
            </a:r>
            <a:endParaRPr lang="en-US" dirty="0"/>
          </a:p>
        </p:txBody>
      </p:sp>
      <p:sp>
        <p:nvSpPr>
          <p:cNvPr id="2" name="Title 1"/>
          <p:cNvSpPr>
            <a:spLocks noGrp="1"/>
          </p:cNvSpPr>
          <p:nvPr>
            <p:ph type="title"/>
          </p:nvPr>
        </p:nvSpPr>
        <p:spPr/>
        <p:txBody>
          <a:bodyPr/>
          <a:lstStyle/>
          <a:p>
            <a:r>
              <a:rPr lang="en-US" dirty="0"/>
              <a:t>Facebook Stats Slide</a:t>
            </a:r>
          </a:p>
        </p:txBody>
      </p:sp>
      <p:grpSp>
        <p:nvGrpSpPr>
          <p:cNvPr id="25" name="Group 24"/>
          <p:cNvGrpSpPr/>
          <p:nvPr/>
        </p:nvGrpSpPr>
        <p:grpSpPr>
          <a:xfrm>
            <a:off x="3903109" y="2331681"/>
            <a:ext cx="1075291" cy="711200"/>
            <a:chOff x="1676400" y="1733550"/>
            <a:chExt cx="1600200" cy="533400"/>
          </a:xfrm>
        </p:grpSpPr>
        <p:cxnSp>
          <p:nvCxnSpPr>
            <p:cNvPr id="30" name="Straight Connector 29"/>
            <p:cNvCxnSpPr/>
            <p:nvPr/>
          </p:nvCxnSpPr>
          <p:spPr>
            <a:xfrm>
              <a:off x="1676400" y="1733550"/>
              <a:ext cx="1066800" cy="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a:off x="2743200" y="1733550"/>
              <a:ext cx="533400" cy="53340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6" name="Group 25"/>
          <p:cNvGrpSpPr/>
          <p:nvPr/>
        </p:nvGrpSpPr>
        <p:grpSpPr>
          <a:xfrm flipV="1">
            <a:off x="3903109" y="5198873"/>
            <a:ext cx="1075291" cy="711200"/>
            <a:chOff x="1676400" y="1733550"/>
            <a:chExt cx="1600200" cy="533400"/>
          </a:xfrm>
        </p:grpSpPr>
        <p:cxnSp>
          <p:nvCxnSpPr>
            <p:cNvPr id="28" name="Straight Connector 27"/>
            <p:cNvCxnSpPr/>
            <p:nvPr/>
          </p:nvCxnSpPr>
          <p:spPr>
            <a:xfrm>
              <a:off x="1676400" y="1733550"/>
              <a:ext cx="1066800" cy="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2743200" y="1733550"/>
              <a:ext cx="533400" cy="53340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27" name="Straight Connector 26"/>
          <p:cNvCxnSpPr>
            <a:stCxn id="57" idx="6"/>
          </p:cNvCxnSpPr>
          <p:nvPr/>
        </p:nvCxnSpPr>
        <p:spPr>
          <a:xfrm>
            <a:off x="3898034" y="4103097"/>
            <a:ext cx="702609" cy="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sp>
        <p:nvSpPr>
          <p:cNvPr id="32" name="Inhaltsplatzhalter 4"/>
          <p:cNvSpPr txBox="1">
            <a:spLocks/>
          </p:cNvSpPr>
          <p:nvPr/>
        </p:nvSpPr>
        <p:spPr>
          <a:xfrm>
            <a:off x="508001" y="1775120"/>
            <a:ext cx="2234705" cy="1113125"/>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lnSpc>
                <a:spcPct val="100000"/>
              </a:lnSpc>
              <a:buNone/>
            </a:pPr>
            <a:endParaRPr lang="en-US" sz="1867" b="1" dirty="0">
              <a:latin typeface="+mj-lt"/>
            </a:endParaRPr>
          </a:p>
          <a:p>
            <a:pPr marL="0" indent="0" algn="r">
              <a:lnSpc>
                <a:spcPct val="100000"/>
              </a:lnSpc>
              <a:buNone/>
            </a:pPr>
            <a:r>
              <a:rPr lang="en-US" sz="1867" b="1" dirty="0">
                <a:latin typeface="+mj-lt"/>
              </a:rPr>
              <a:t>890M Fans</a:t>
            </a:r>
            <a:br>
              <a:rPr lang="en-US" sz="1867" b="1" dirty="0">
                <a:latin typeface="+mj-lt"/>
              </a:rPr>
            </a:br>
            <a:r>
              <a:rPr lang="en-US" sz="1333" dirty="0">
                <a:latin typeface="+mj-lt"/>
              </a:rPr>
              <a:t>simply dummy text of the printing</a:t>
            </a:r>
            <a:endParaRPr lang="en-US" sz="1400" dirty="0">
              <a:latin typeface="+mj-lt"/>
            </a:endParaRPr>
          </a:p>
        </p:txBody>
      </p:sp>
      <p:sp>
        <p:nvSpPr>
          <p:cNvPr id="33" name="Inhaltsplatzhalter 4"/>
          <p:cNvSpPr txBox="1">
            <a:spLocks/>
          </p:cNvSpPr>
          <p:nvPr/>
        </p:nvSpPr>
        <p:spPr>
          <a:xfrm>
            <a:off x="508001" y="3772097"/>
            <a:ext cx="2234705" cy="697563"/>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lnSpc>
                <a:spcPct val="100000"/>
              </a:lnSpc>
              <a:buNone/>
            </a:pPr>
            <a:r>
              <a:rPr lang="en-US" sz="1867" b="1" dirty="0">
                <a:latin typeface="+mj-lt"/>
              </a:rPr>
              <a:t>798 Posts</a:t>
            </a:r>
            <a:br>
              <a:rPr lang="en-US" sz="1867" b="1" dirty="0">
                <a:latin typeface="+mj-lt"/>
              </a:rPr>
            </a:br>
            <a:r>
              <a:rPr lang="en-US" sz="1333" dirty="0">
                <a:latin typeface="+mj-lt"/>
              </a:rPr>
              <a:t>simply dummy text of the printing</a:t>
            </a:r>
            <a:endParaRPr lang="en-US" sz="1400" dirty="0">
              <a:latin typeface="+mj-lt"/>
            </a:endParaRPr>
          </a:p>
        </p:txBody>
      </p:sp>
      <p:sp>
        <p:nvSpPr>
          <p:cNvPr id="34" name="Inhaltsplatzhalter 4"/>
          <p:cNvSpPr txBox="1">
            <a:spLocks/>
          </p:cNvSpPr>
          <p:nvPr/>
        </p:nvSpPr>
        <p:spPr>
          <a:xfrm>
            <a:off x="508001" y="5506861"/>
            <a:ext cx="2234705" cy="697563"/>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r">
              <a:lnSpc>
                <a:spcPct val="100000"/>
              </a:lnSpc>
              <a:buNone/>
            </a:pPr>
            <a:r>
              <a:rPr lang="en-US" sz="1867" b="1" dirty="0">
                <a:latin typeface="+mj-lt"/>
              </a:rPr>
              <a:t>50% Mobile Usage </a:t>
            </a:r>
            <a:br>
              <a:rPr lang="en-US" sz="1867" b="1" dirty="0">
                <a:latin typeface="+mj-lt"/>
              </a:rPr>
            </a:br>
            <a:r>
              <a:rPr lang="en-US" sz="1333" dirty="0">
                <a:latin typeface="+mj-lt"/>
              </a:rPr>
              <a:t>simply dummy text of the printing</a:t>
            </a:r>
            <a:endParaRPr lang="en-US" sz="1400" dirty="0">
              <a:latin typeface="+mj-lt"/>
            </a:endParaRPr>
          </a:p>
        </p:txBody>
      </p:sp>
      <p:grpSp>
        <p:nvGrpSpPr>
          <p:cNvPr id="36" name="Group 35"/>
          <p:cNvGrpSpPr/>
          <p:nvPr/>
        </p:nvGrpSpPr>
        <p:grpSpPr>
          <a:xfrm flipH="1">
            <a:off x="7195418" y="2331681"/>
            <a:ext cx="1019113" cy="711200"/>
            <a:chOff x="1676400" y="1733550"/>
            <a:chExt cx="1600200" cy="533400"/>
          </a:xfrm>
        </p:grpSpPr>
        <p:cxnSp>
          <p:nvCxnSpPr>
            <p:cNvPr id="41" name="Straight Connector 40"/>
            <p:cNvCxnSpPr/>
            <p:nvPr/>
          </p:nvCxnSpPr>
          <p:spPr>
            <a:xfrm>
              <a:off x="1676400" y="1733550"/>
              <a:ext cx="1066800" cy="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p:nvPr/>
          </p:nvCxnSpPr>
          <p:spPr>
            <a:xfrm>
              <a:off x="2743200" y="1733550"/>
              <a:ext cx="533400" cy="53340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grpSp>
      <p:cxnSp>
        <p:nvCxnSpPr>
          <p:cNvPr id="38" name="Straight Connector 37"/>
          <p:cNvCxnSpPr/>
          <p:nvPr/>
        </p:nvCxnSpPr>
        <p:spPr>
          <a:xfrm flipH="1">
            <a:off x="7437939" y="4103097"/>
            <a:ext cx="776592" cy="0"/>
          </a:xfrm>
          <a:prstGeom prst="line">
            <a:avLst/>
          </a:prstGeom>
          <a:ln w="19050" cap="rnd">
            <a:solidFill>
              <a:schemeClr val="bg1"/>
            </a:solidFill>
          </a:ln>
        </p:spPr>
        <p:style>
          <a:lnRef idx="1">
            <a:schemeClr val="accent1"/>
          </a:lnRef>
          <a:fillRef idx="0">
            <a:schemeClr val="accent1"/>
          </a:fillRef>
          <a:effectRef idx="0">
            <a:schemeClr val="accent1"/>
          </a:effectRef>
          <a:fontRef idx="minor">
            <a:schemeClr val="tx1"/>
          </a:fontRef>
        </p:style>
      </p:cxnSp>
      <p:sp>
        <p:nvSpPr>
          <p:cNvPr id="45" name="Inhaltsplatzhalter 4"/>
          <p:cNvSpPr txBox="1">
            <a:spLocks/>
          </p:cNvSpPr>
          <p:nvPr/>
        </p:nvSpPr>
        <p:spPr>
          <a:xfrm flipH="1">
            <a:off x="9294897" y="1982901"/>
            <a:ext cx="2370920" cy="697563"/>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sz="1867" b="1" dirty="0">
                <a:latin typeface="+mj-lt"/>
              </a:rPr>
              <a:t>50% Desktop Usage</a:t>
            </a:r>
            <a:br>
              <a:rPr lang="en-US" sz="1867" b="1" dirty="0">
                <a:latin typeface="+mj-lt"/>
              </a:rPr>
            </a:br>
            <a:r>
              <a:rPr lang="en-US" sz="1333" dirty="0">
                <a:latin typeface="+mj-lt"/>
              </a:rPr>
              <a:t>simply dummy text of the printing</a:t>
            </a:r>
            <a:endParaRPr lang="en-US" sz="1400" dirty="0">
              <a:latin typeface="+mj-lt"/>
            </a:endParaRPr>
          </a:p>
        </p:txBody>
      </p:sp>
      <p:sp>
        <p:nvSpPr>
          <p:cNvPr id="46" name="Inhaltsplatzhalter 4"/>
          <p:cNvSpPr txBox="1">
            <a:spLocks/>
          </p:cNvSpPr>
          <p:nvPr/>
        </p:nvSpPr>
        <p:spPr>
          <a:xfrm flipH="1">
            <a:off x="9294897" y="3772097"/>
            <a:ext cx="2370920" cy="697563"/>
          </a:xfrm>
          <a:prstGeom prst="rect">
            <a:avLst/>
          </a:prstGeom>
        </p:spPr>
        <p:txBody>
          <a:bodyPr wrap="square" lIns="0" tIns="0" rIns="0" bIns="0" anchor="ctr">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00000"/>
              </a:lnSpc>
              <a:buNone/>
            </a:pPr>
            <a:r>
              <a:rPr lang="en-US" sz="1867" b="1" dirty="0">
                <a:latin typeface="+mj-lt"/>
              </a:rPr>
              <a:t>690K Photos</a:t>
            </a:r>
            <a:br>
              <a:rPr lang="en-US" sz="1867" b="1" dirty="0">
                <a:latin typeface="+mj-lt"/>
              </a:rPr>
            </a:br>
            <a:r>
              <a:rPr lang="en-US" sz="1333" dirty="0">
                <a:latin typeface="+mj-lt"/>
              </a:rPr>
              <a:t>simply dummy text of the printing</a:t>
            </a:r>
            <a:endParaRPr lang="en-US" sz="1400" dirty="0">
              <a:latin typeface="+mj-lt"/>
            </a:endParaRPr>
          </a:p>
        </p:txBody>
      </p:sp>
      <p:sp>
        <p:nvSpPr>
          <p:cNvPr id="49" name="Freeform 188"/>
          <p:cNvSpPr>
            <a:spLocks noEditPoints="1"/>
          </p:cNvSpPr>
          <p:nvPr/>
        </p:nvSpPr>
        <p:spPr bwMode="auto">
          <a:xfrm>
            <a:off x="8387979" y="5622419"/>
            <a:ext cx="535517" cy="516467"/>
          </a:xfrm>
          <a:custGeom>
            <a:avLst/>
            <a:gdLst/>
            <a:ahLst/>
            <a:cxnLst>
              <a:cxn ang="0">
                <a:pos x="220" y="236"/>
              </a:cxn>
              <a:cxn ang="0">
                <a:pos x="212" y="240"/>
              </a:cxn>
              <a:cxn ang="0">
                <a:pos x="204" y="236"/>
              </a:cxn>
              <a:cxn ang="0">
                <a:pos x="188" y="220"/>
              </a:cxn>
              <a:cxn ang="0">
                <a:pos x="184" y="212"/>
              </a:cxn>
              <a:cxn ang="0">
                <a:pos x="196" y="200"/>
              </a:cxn>
              <a:cxn ang="0">
                <a:pos x="204" y="204"/>
              </a:cxn>
              <a:cxn ang="0">
                <a:pos x="212" y="211"/>
              </a:cxn>
              <a:cxn ang="0">
                <a:pos x="236" y="188"/>
              </a:cxn>
              <a:cxn ang="0">
                <a:pos x="244" y="184"/>
              </a:cxn>
              <a:cxn ang="0">
                <a:pos x="256" y="196"/>
              </a:cxn>
              <a:cxn ang="0">
                <a:pos x="252" y="204"/>
              </a:cxn>
              <a:cxn ang="0">
                <a:pos x="220" y="236"/>
              </a:cxn>
              <a:cxn ang="0">
                <a:pos x="212" y="194"/>
              </a:cxn>
              <a:cxn ang="0">
                <a:pos x="196" y="188"/>
              </a:cxn>
              <a:cxn ang="0">
                <a:pos x="172" y="212"/>
              </a:cxn>
              <a:cxn ang="0">
                <a:pos x="179" y="229"/>
              </a:cxn>
              <a:cxn ang="0">
                <a:pos x="195" y="245"/>
              </a:cxn>
              <a:cxn ang="0">
                <a:pos x="199" y="248"/>
              </a:cxn>
              <a:cxn ang="0">
                <a:pos x="12" y="248"/>
              </a:cxn>
              <a:cxn ang="0">
                <a:pos x="0" y="236"/>
              </a:cxn>
              <a:cxn ang="0">
                <a:pos x="0" y="236"/>
              </a:cxn>
              <a:cxn ang="0">
                <a:pos x="0" y="236"/>
              </a:cxn>
              <a:cxn ang="0">
                <a:pos x="32" y="176"/>
              </a:cxn>
              <a:cxn ang="0">
                <a:pos x="69" y="164"/>
              </a:cxn>
              <a:cxn ang="0">
                <a:pos x="100" y="150"/>
              </a:cxn>
              <a:cxn ang="0">
                <a:pos x="100" y="127"/>
              </a:cxn>
              <a:cxn ang="0">
                <a:pos x="88" y="97"/>
              </a:cxn>
              <a:cxn ang="0">
                <a:pos x="80" y="85"/>
              </a:cxn>
              <a:cxn ang="0">
                <a:pos x="84" y="65"/>
              </a:cxn>
              <a:cxn ang="0">
                <a:pos x="82" y="39"/>
              </a:cxn>
              <a:cxn ang="0">
                <a:pos x="128" y="0"/>
              </a:cxn>
              <a:cxn ang="0">
                <a:pos x="175" y="39"/>
              </a:cxn>
              <a:cxn ang="0">
                <a:pos x="172" y="65"/>
              </a:cxn>
              <a:cxn ang="0">
                <a:pos x="176" y="85"/>
              </a:cxn>
              <a:cxn ang="0">
                <a:pos x="168" y="97"/>
              </a:cxn>
              <a:cxn ang="0">
                <a:pos x="156" y="126"/>
              </a:cxn>
              <a:cxn ang="0">
                <a:pos x="156" y="150"/>
              </a:cxn>
              <a:cxn ang="0">
                <a:pos x="187" y="164"/>
              </a:cxn>
              <a:cxn ang="0">
                <a:pos x="224" y="176"/>
              </a:cxn>
              <a:cxn ang="0">
                <a:pos x="228" y="179"/>
              </a:cxn>
              <a:cxn ang="0">
                <a:pos x="227" y="179"/>
              </a:cxn>
              <a:cxn ang="0">
                <a:pos x="212" y="194"/>
              </a:cxn>
              <a:cxn ang="0">
                <a:pos x="254" y="220"/>
              </a:cxn>
              <a:cxn ang="0">
                <a:pos x="256" y="236"/>
              </a:cxn>
              <a:cxn ang="0">
                <a:pos x="256" y="236"/>
              </a:cxn>
              <a:cxn ang="0">
                <a:pos x="256" y="236"/>
              </a:cxn>
              <a:cxn ang="0">
                <a:pos x="244" y="248"/>
              </a:cxn>
              <a:cxn ang="0">
                <a:pos x="225" y="248"/>
              </a:cxn>
              <a:cxn ang="0">
                <a:pos x="229" y="245"/>
              </a:cxn>
              <a:cxn ang="0">
                <a:pos x="254" y="220"/>
              </a:cxn>
            </a:cxnLst>
            <a:rect l="0" t="0" r="r" b="b"/>
            <a:pathLst>
              <a:path w="256" h="248">
                <a:moveTo>
                  <a:pt x="220" y="236"/>
                </a:moveTo>
                <a:cubicBezTo>
                  <a:pt x="218" y="239"/>
                  <a:pt x="215" y="240"/>
                  <a:pt x="212" y="240"/>
                </a:cubicBezTo>
                <a:cubicBezTo>
                  <a:pt x="209" y="240"/>
                  <a:pt x="206" y="239"/>
                  <a:pt x="204" y="236"/>
                </a:cubicBezTo>
                <a:cubicBezTo>
                  <a:pt x="188" y="220"/>
                  <a:pt x="188" y="220"/>
                  <a:pt x="188" y="220"/>
                </a:cubicBezTo>
                <a:cubicBezTo>
                  <a:pt x="185" y="218"/>
                  <a:pt x="184" y="215"/>
                  <a:pt x="184" y="212"/>
                </a:cubicBezTo>
                <a:cubicBezTo>
                  <a:pt x="184" y="205"/>
                  <a:pt x="189" y="200"/>
                  <a:pt x="196" y="200"/>
                </a:cubicBezTo>
                <a:cubicBezTo>
                  <a:pt x="199" y="200"/>
                  <a:pt x="202" y="201"/>
                  <a:pt x="204" y="204"/>
                </a:cubicBezTo>
                <a:cubicBezTo>
                  <a:pt x="212" y="211"/>
                  <a:pt x="212" y="211"/>
                  <a:pt x="212" y="211"/>
                </a:cubicBezTo>
                <a:cubicBezTo>
                  <a:pt x="236" y="188"/>
                  <a:pt x="236" y="188"/>
                  <a:pt x="236" y="188"/>
                </a:cubicBezTo>
                <a:cubicBezTo>
                  <a:pt x="238" y="185"/>
                  <a:pt x="241" y="184"/>
                  <a:pt x="244" y="184"/>
                </a:cubicBezTo>
                <a:cubicBezTo>
                  <a:pt x="251" y="184"/>
                  <a:pt x="256" y="189"/>
                  <a:pt x="256" y="196"/>
                </a:cubicBezTo>
                <a:cubicBezTo>
                  <a:pt x="256" y="199"/>
                  <a:pt x="255" y="202"/>
                  <a:pt x="252" y="204"/>
                </a:cubicBezTo>
                <a:lnTo>
                  <a:pt x="220" y="236"/>
                </a:lnTo>
                <a:close/>
                <a:moveTo>
                  <a:pt x="212" y="194"/>
                </a:moveTo>
                <a:cubicBezTo>
                  <a:pt x="208" y="190"/>
                  <a:pt x="202" y="188"/>
                  <a:pt x="196" y="188"/>
                </a:cubicBezTo>
                <a:cubicBezTo>
                  <a:pt x="183" y="188"/>
                  <a:pt x="172" y="199"/>
                  <a:pt x="172" y="212"/>
                </a:cubicBezTo>
                <a:cubicBezTo>
                  <a:pt x="172" y="219"/>
                  <a:pt x="175" y="225"/>
                  <a:pt x="179" y="229"/>
                </a:cubicBezTo>
                <a:cubicBezTo>
                  <a:pt x="195" y="245"/>
                  <a:pt x="195" y="245"/>
                  <a:pt x="195" y="245"/>
                </a:cubicBezTo>
                <a:cubicBezTo>
                  <a:pt x="196" y="246"/>
                  <a:pt x="197" y="247"/>
                  <a:pt x="199" y="248"/>
                </a:cubicBezTo>
                <a:cubicBezTo>
                  <a:pt x="12" y="248"/>
                  <a:pt x="12" y="248"/>
                  <a:pt x="12" y="248"/>
                </a:cubicBezTo>
                <a:cubicBezTo>
                  <a:pt x="5" y="248"/>
                  <a:pt x="0" y="243"/>
                  <a:pt x="0" y="236"/>
                </a:cubicBezTo>
                <a:cubicBezTo>
                  <a:pt x="0" y="236"/>
                  <a:pt x="0" y="236"/>
                  <a:pt x="0" y="236"/>
                </a:cubicBezTo>
                <a:cubicBezTo>
                  <a:pt x="0" y="236"/>
                  <a:pt x="0" y="236"/>
                  <a:pt x="0" y="236"/>
                </a:cubicBezTo>
                <a:cubicBezTo>
                  <a:pt x="0" y="236"/>
                  <a:pt x="0" y="192"/>
                  <a:pt x="32" y="176"/>
                </a:cubicBezTo>
                <a:cubicBezTo>
                  <a:pt x="52" y="166"/>
                  <a:pt x="44" y="174"/>
                  <a:pt x="69" y="164"/>
                </a:cubicBezTo>
                <a:cubicBezTo>
                  <a:pt x="94" y="154"/>
                  <a:pt x="100" y="150"/>
                  <a:pt x="100" y="150"/>
                </a:cubicBezTo>
                <a:cubicBezTo>
                  <a:pt x="100" y="127"/>
                  <a:pt x="100" y="127"/>
                  <a:pt x="100" y="127"/>
                </a:cubicBezTo>
                <a:cubicBezTo>
                  <a:pt x="100" y="127"/>
                  <a:pt x="91" y="119"/>
                  <a:pt x="88" y="97"/>
                </a:cubicBezTo>
                <a:cubicBezTo>
                  <a:pt x="82" y="99"/>
                  <a:pt x="80" y="90"/>
                  <a:pt x="80" y="85"/>
                </a:cubicBezTo>
                <a:cubicBezTo>
                  <a:pt x="80" y="80"/>
                  <a:pt x="77" y="63"/>
                  <a:pt x="84" y="65"/>
                </a:cubicBezTo>
                <a:cubicBezTo>
                  <a:pt x="82" y="54"/>
                  <a:pt x="81" y="44"/>
                  <a:pt x="82" y="39"/>
                </a:cubicBezTo>
                <a:cubicBezTo>
                  <a:pt x="83" y="21"/>
                  <a:pt x="101" y="1"/>
                  <a:pt x="128" y="0"/>
                </a:cubicBezTo>
                <a:cubicBezTo>
                  <a:pt x="160" y="1"/>
                  <a:pt x="173" y="21"/>
                  <a:pt x="175" y="39"/>
                </a:cubicBezTo>
                <a:cubicBezTo>
                  <a:pt x="175" y="44"/>
                  <a:pt x="174" y="54"/>
                  <a:pt x="172" y="65"/>
                </a:cubicBezTo>
                <a:cubicBezTo>
                  <a:pt x="180" y="63"/>
                  <a:pt x="177" y="80"/>
                  <a:pt x="176" y="85"/>
                </a:cubicBezTo>
                <a:cubicBezTo>
                  <a:pt x="176" y="90"/>
                  <a:pt x="174" y="99"/>
                  <a:pt x="168" y="97"/>
                </a:cubicBezTo>
                <a:cubicBezTo>
                  <a:pt x="165" y="119"/>
                  <a:pt x="156" y="126"/>
                  <a:pt x="156" y="126"/>
                </a:cubicBezTo>
                <a:cubicBezTo>
                  <a:pt x="156" y="150"/>
                  <a:pt x="156" y="150"/>
                  <a:pt x="156" y="150"/>
                </a:cubicBezTo>
                <a:cubicBezTo>
                  <a:pt x="156" y="150"/>
                  <a:pt x="162" y="153"/>
                  <a:pt x="187" y="164"/>
                </a:cubicBezTo>
                <a:cubicBezTo>
                  <a:pt x="212" y="174"/>
                  <a:pt x="204" y="166"/>
                  <a:pt x="224" y="176"/>
                </a:cubicBezTo>
                <a:cubicBezTo>
                  <a:pt x="225" y="177"/>
                  <a:pt x="226" y="178"/>
                  <a:pt x="228" y="179"/>
                </a:cubicBezTo>
                <a:cubicBezTo>
                  <a:pt x="227" y="179"/>
                  <a:pt x="227" y="179"/>
                  <a:pt x="227" y="179"/>
                </a:cubicBezTo>
                <a:lnTo>
                  <a:pt x="212" y="194"/>
                </a:lnTo>
                <a:close/>
                <a:moveTo>
                  <a:pt x="254" y="220"/>
                </a:moveTo>
                <a:cubicBezTo>
                  <a:pt x="256" y="229"/>
                  <a:pt x="256" y="236"/>
                  <a:pt x="256" y="236"/>
                </a:cubicBezTo>
                <a:cubicBezTo>
                  <a:pt x="256" y="236"/>
                  <a:pt x="256" y="236"/>
                  <a:pt x="256" y="236"/>
                </a:cubicBezTo>
                <a:cubicBezTo>
                  <a:pt x="256" y="236"/>
                  <a:pt x="256" y="236"/>
                  <a:pt x="256" y="236"/>
                </a:cubicBezTo>
                <a:cubicBezTo>
                  <a:pt x="256" y="243"/>
                  <a:pt x="251" y="248"/>
                  <a:pt x="244" y="248"/>
                </a:cubicBezTo>
                <a:cubicBezTo>
                  <a:pt x="225" y="248"/>
                  <a:pt x="225" y="248"/>
                  <a:pt x="225" y="248"/>
                </a:cubicBezTo>
                <a:cubicBezTo>
                  <a:pt x="227" y="247"/>
                  <a:pt x="228" y="246"/>
                  <a:pt x="229" y="245"/>
                </a:cubicBezTo>
                <a:lnTo>
                  <a:pt x="254" y="220"/>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0" name="Freeform 191"/>
          <p:cNvSpPr>
            <a:spLocks/>
          </p:cNvSpPr>
          <p:nvPr/>
        </p:nvSpPr>
        <p:spPr bwMode="auto">
          <a:xfrm>
            <a:off x="3207608" y="2027596"/>
            <a:ext cx="533400" cy="516467"/>
          </a:xfrm>
          <a:custGeom>
            <a:avLst/>
            <a:gdLst/>
            <a:ahLst/>
            <a:cxnLst>
              <a:cxn ang="0">
                <a:pos x="256" y="236"/>
              </a:cxn>
              <a:cxn ang="0">
                <a:pos x="256" y="236"/>
              </a:cxn>
              <a:cxn ang="0">
                <a:pos x="244" y="248"/>
              </a:cxn>
              <a:cxn ang="0">
                <a:pos x="12" y="248"/>
              </a:cxn>
              <a:cxn ang="0">
                <a:pos x="0" y="236"/>
              </a:cxn>
              <a:cxn ang="0">
                <a:pos x="0" y="236"/>
              </a:cxn>
              <a:cxn ang="0">
                <a:pos x="0" y="236"/>
              </a:cxn>
              <a:cxn ang="0">
                <a:pos x="32" y="176"/>
              </a:cxn>
              <a:cxn ang="0">
                <a:pos x="69" y="164"/>
              </a:cxn>
              <a:cxn ang="0">
                <a:pos x="100" y="150"/>
              </a:cxn>
              <a:cxn ang="0">
                <a:pos x="100" y="127"/>
              </a:cxn>
              <a:cxn ang="0">
                <a:pos x="88" y="97"/>
              </a:cxn>
              <a:cxn ang="0">
                <a:pos x="80" y="85"/>
              </a:cxn>
              <a:cxn ang="0">
                <a:pos x="84" y="65"/>
              </a:cxn>
              <a:cxn ang="0">
                <a:pos x="82" y="39"/>
              </a:cxn>
              <a:cxn ang="0">
                <a:pos x="128" y="0"/>
              </a:cxn>
              <a:cxn ang="0">
                <a:pos x="175" y="39"/>
              </a:cxn>
              <a:cxn ang="0">
                <a:pos x="172" y="65"/>
              </a:cxn>
              <a:cxn ang="0">
                <a:pos x="176" y="85"/>
              </a:cxn>
              <a:cxn ang="0">
                <a:pos x="168" y="97"/>
              </a:cxn>
              <a:cxn ang="0">
                <a:pos x="156" y="126"/>
              </a:cxn>
              <a:cxn ang="0">
                <a:pos x="156" y="150"/>
              </a:cxn>
              <a:cxn ang="0">
                <a:pos x="187" y="164"/>
              </a:cxn>
              <a:cxn ang="0">
                <a:pos x="224" y="176"/>
              </a:cxn>
              <a:cxn ang="0">
                <a:pos x="256" y="236"/>
              </a:cxn>
            </a:cxnLst>
            <a:rect l="0" t="0" r="r" b="b"/>
            <a:pathLst>
              <a:path w="256" h="248">
                <a:moveTo>
                  <a:pt x="256" y="236"/>
                </a:moveTo>
                <a:cubicBezTo>
                  <a:pt x="256" y="236"/>
                  <a:pt x="256" y="236"/>
                  <a:pt x="256" y="236"/>
                </a:cubicBezTo>
                <a:cubicBezTo>
                  <a:pt x="256" y="243"/>
                  <a:pt x="251" y="248"/>
                  <a:pt x="244" y="248"/>
                </a:cubicBezTo>
                <a:cubicBezTo>
                  <a:pt x="12" y="248"/>
                  <a:pt x="12" y="248"/>
                  <a:pt x="12" y="248"/>
                </a:cubicBezTo>
                <a:cubicBezTo>
                  <a:pt x="5" y="248"/>
                  <a:pt x="0" y="243"/>
                  <a:pt x="0" y="236"/>
                </a:cubicBezTo>
                <a:cubicBezTo>
                  <a:pt x="0" y="236"/>
                  <a:pt x="0" y="236"/>
                  <a:pt x="0" y="236"/>
                </a:cubicBezTo>
                <a:cubicBezTo>
                  <a:pt x="0" y="236"/>
                  <a:pt x="0" y="236"/>
                  <a:pt x="0" y="236"/>
                </a:cubicBezTo>
                <a:cubicBezTo>
                  <a:pt x="0" y="236"/>
                  <a:pt x="0" y="192"/>
                  <a:pt x="32" y="176"/>
                </a:cubicBezTo>
                <a:cubicBezTo>
                  <a:pt x="52" y="166"/>
                  <a:pt x="44" y="174"/>
                  <a:pt x="69" y="164"/>
                </a:cubicBezTo>
                <a:cubicBezTo>
                  <a:pt x="94" y="154"/>
                  <a:pt x="100" y="150"/>
                  <a:pt x="100" y="150"/>
                </a:cubicBezTo>
                <a:cubicBezTo>
                  <a:pt x="100" y="127"/>
                  <a:pt x="100" y="127"/>
                  <a:pt x="100" y="127"/>
                </a:cubicBezTo>
                <a:cubicBezTo>
                  <a:pt x="100" y="127"/>
                  <a:pt x="91" y="119"/>
                  <a:pt x="88" y="97"/>
                </a:cubicBezTo>
                <a:cubicBezTo>
                  <a:pt x="82" y="99"/>
                  <a:pt x="80" y="90"/>
                  <a:pt x="80" y="85"/>
                </a:cubicBezTo>
                <a:cubicBezTo>
                  <a:pt x="80" y="80"/>
                  <a:pt x="77" y="63"/>
                  <a:pt x="84" y="65"/>
                </a:cubicBezTo>
                <a:cubicBezTo>
                  <a:pt x="82" y="54"/>
                  <a:pt x="81" y="44"/>
                  <a:pt x="82" y="39"/>
                </a:cubicBezTo>
                <a:cubicBezTo>
                  <a:pt x="83" y="21"/>
                  <a:pt x="101" y="1"/>
                  <a:pt x="128" y="0"/>
                </a:cubicBezTo>
                <a:cubicBezTo>
                  <a:pt x="160" y="1"/>
                  <a:pt x="173" y="21"/>
                  <a:pt x="175" y="39"/>
                </a:cubicBezTo>
                <a:cubicBezTo>
                  <a:pt x="175" y="44"/>
                  <a:pt x="174" y="54"/>
                  <a:pt x="172" y="65"/>
                </a:cubicBezTo>
                <a:cubicBezTo>
                  <a:pt x="180" y="63"/>
                  <a:pt x="177" y="80"/>
                  <a:pt x="176" y="85"/>
                </a:cubicBezTo>
                <a:cubicBezTo>
                  <a:pt x="176" y="90"/>
                  <a:pt x="174" y="99"/>
                  <a:pt x="168" y="97"/>
                </a:cubicBezTo>
                <a:cubicBezTo>
                  <a:pt x="165" y="119"/>
                  <a:pt x="156" y="126"/>
                  <a:pt x="156" y="126"/>
                </a:cubicBezTo>
                <a:cubicBezTo>
                  <a:pt x="156" y="150"/>
                  <a:pt x="156" y="150"/>
                  <a:pt x="156" y="150"/>
                </a:cubicBezTo>
                <a:cubicBezTo>
                  <a:pt x="156" y="150"/>
                  <a:pt x="162" y="153"/>
                  <a:pt x="187" y="164"/>
                </a:cubicBezTo>
                <a:cubicBezTo>
                  <a:pt x="212" y="174"/>
                  <a:pt x="204" y="166"/>
                  <a:pt x="224" y="176"/>
                </a:cubicBezTo>
                <a:cubicBezTo>
                  <a:pt x="256" y="192"/>
                  <a:pt x="256" y="236"/>
                  <a:pt x="256" y="236"/>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2" name="Freeform 201"/>
          <p:cNvSpPr>
            <a:spLocks noEditPoints="1"/>
          </p:cNvSpPr>
          <p:nvPr/>
        </p:nvSpPr>
        <p:spPr bwMode="auto">
          <a:xfrm>
            <a:off x="8458565" y="3886141"/>
            <a:ext cx="402167" cy="433916"/>
          </a:xfrm>
          <a:custGeom>
            <a:avLst/>
            <a:gdLst/>
            <a:ahLst/>
            <a:cxnLst>
              <a:cxn ang="0">
                <a:pos x="180" y="208"/>
              </a:cxn>
              <a:cxn ang="0">
                <a:pos x="12" y="208"/>
              </a:cxn>
              <a:cxn ang="0">
                <a:pos x="0" y="196"/>
              </a:cxn>
              <a:cxn ang="0">
                <a:pos x="0" y="12"/>
              </a:cxn>
              <a:cxn ang="0">
                <a:pos x="12" y="0"/>
              </a:cxn>
              <a:cxn ang="0">
                <a:pos x="180" y="0"/>
              </a:cxn>
              <a:cxn ang="0">
                <a:pos x="192" y="12"/>
              </a:cxn>
              <a:cxn ang="0">
                <a:pos x="192" y="196"/>
              </a:cxn>
              <a:cxn ang="0">
                <a:pos x="180" y="208"/>
              </a:cxn>
              <a:cxn ang="0">
                <a:pos x="168" y="24"/>
              </a:cxn>
              <a:cxn ang="0">
                <a:pos x="24" y="24"/>
              </a:cxn>
              <a:cxn ang="0">
                <a:pos x="24" y="148"/>
              </a:cxn>
              <a:cxn ang="0">
                <a:pos x="168" y="148"/>
              </a:cxn>
              <a:cxn ang="0">
                <a:pos x="168" y="24"/>
              </a:cxn>
            </a:cxnLst>
            <a:rect l="0" t="0" r="r" b="b"/>
            <a:pathLst>
              <a:path w="192" h="208">
                <a:moveTo>
                  <a:pt x="180" y="208"/>
                </a:moveTo>
                <a:cubicBezTo>
                  <a:pt x="12" y="208"/>
                  <a:pt x="12" y="208"/>
                  <a:pt x="12" y="208"/>
                </a:cubicBezTo>
                <a:cubicBezTo>
                  <a:pt x="5" y="208"/>
                  <a:pt x="0" y="203"/>
                  <a:pt x="0" y="196"/>
                </a:cubicBezTo>
                <a:cubicBezTo>
                  <a:pt x="0" y="12"/>
                  <a:pt x="0" y="12"/>
                  <a:pt x="0" y="12"/>
                </a:cubicBezTo>
                <a:cubicBezTo>
                  <a:pt x="0" y="5"/>
                  <a:pt x="5" y="0"/>
                  <a:pt x="12" y="0"/>
                </a:cubicBezTo>
                <a:cubicBezTo>
                  <a:pt x="180" y="0"/>
                  <a:pt x="180" y="0"/>
                  <a:pt x="180" y="0"/>
                </a:cubicBezTo>
                <a:cubicBezTo>
                  <a:pt x="187" y="0"/>
                  <a:pt x="192" y="5"/>
                  <a:pt x="192" y="12"/>
                </a:cubicBezTo>
                <a:cubicBezTo>
                  <a:pt x="192" y="196"/>
                  <a:pt x="192" y="196"/>
                  <a:pt x="192" y="196"/>
                </a:cubicBezTo>
                <a:cubicBezTo>
                  <a:pt x="192" y="203"/>
                  <a:pt x="187" y="208"/>
                  <a:pt x="180" y="208"/>
                </a:cubicBezTo>
                <a:moveTo>
                  <a:pt x="168" y="24"/>
                </a:moveTo>
                <a:cubicBezTo>
                  <a:pt x="24" y="24"/>
                  <a:pt x="24" y="24"/>
                  <a:pt x="24" y="24"/>
                </a:cubicBezTo>
                <a:cubicBezTo>
                  <a:pt x="24" y="148"/>
                  <a:pt x="24" y="148"/>
                  <a:pt x="24" y="148"/>
                </a:cubicBezTo>
                <a:cubicBezTo>
                  <a:pt x="168" y="148"/>
                  <a:pt x="168" y="148"/>
                  <a:pt x="168" y="148"/>
                </a:cubicBezTo>
                <a:lnTo>
                  <a:pt x="168" y="24"/>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3" name="Freeform 223"/>
          <p:cNvSpPr>
            <a:spLocks noEditPoints="1"/>
          </p:cNvSpPr>
          <p:nvPr/>
        </p:nvSpPr>
        <p:spPr bwMode="auto">
          <a:xfrm>
            <a:off x="3159867" y="3874497"/>
            <a:ext cx="533400" cy="457200"/>
          </a:xfrm>
          <a:custGeom>
            <a:avLst/>
            <a:gdLst/>
            <a:ahLst/>
            <a:cxnLst>
              <a:cxn ang="0">
                <a:pos x="184" y="164"/>
              </a:cxn>
              <a:cxn ang="0">
                <a:pos x="232" y="116"/>
              </a:cxn>
              <a:cxn ang="0">
                <a:pos x="217" y="87"/>
              </a:cxn>
              <a:cxn ang="0">
                <a:pos x="215" y="85"/>
              </a:cxn>
              <a:cxn ang="0">
                <a:pos x="212" y="84"/>
              </a:cxn>
              <a:cxn ang="0">
                <a:pos x="209" y="83"/>
              </a:cxn>
              <a:cxn ang="0">
                <a:pos x="206" y="81"/>
              </a:cxn>
              <a:cxn ang="0">
                <a:pos x="203" y="81"/>
              </a:cxn>
              <a:cxn ang="0">
                <a:pos x="200" y="80"/>
              </a:cxn>
              <a:cxn ang="0">
                <a:pos x="195" y="80"/>
              </a:cxn>
              <a:cxn ang="0">
                <a:pos x="193" y="73"/>
              </a:cxn>
              <a:cxn ang="0">
                <a:pos x="191" y="67"/>
              </a:cxn>
              <a:cxn ang="0">
                <a:pos x="189" y="61"/>
              </a:cxn>
              <a:cxn ang="0">
                <a:pos x="128" y="24"/>
              </a:cxn>
              <a:cxn ang="0">
                <a:pos x="67" y="61"/>
              </a:cxn>
              <a:cxn ang="0">
                <a:pos x="65" y="67"/>
              </a:cxn>
              <a:cxn ang="0">
                <a:pos x="63" y="73"/>
              </a:cxn>
              <a:cxn ang="0">
                <a:pos x="61" y="80"/>
              </a:cxn>
              <a:cxn ang="0">
                <a:pos x="56" y="80"/>
              </a:cxn>
              <a:cxn ang="0">
                <a:pos x="53" y="81"/>
              </a:cxn>
              <a:cxn ang="0">
                <a:pos x="50" y="81"/>
              </a:cxn>
              <a:cxn ang="0">
                <a:pos x="47" y="83"/>
              </a:cxn>
              <a:cxn ang="0">
                <a:pos x="44" y="84"/>
              </a:cxn>
              <a:cxn ang="0">
                <a:pos x="41" y="85"/>
              </a:cxn>
              <a:cxn ang="0">
                <a:pos x="39" y="87"/>
              </a:cxn>
              <a:cxn ang="0">
                <a:pos x="24" y="116"/>
              </a:cxn>
              <a:cxn ang="0">
                <a:pos x="72" y="164"/>
              </a:cxn>
              <a:cxn ang="0">
                <a:pos x="0" y="116"/>
              </a:cxn>
              <a:cxn ang="0">
                <a:pos x="128" y="0"/>
              </a:cxn>
              <a:cxn ang="0">
                <a:pos x="256" y="116"/>
              </a:cxn>
              <a:cxn ang="0">
                <a:pos x="83" y="148"/>
              </a:cxn>
              <a:cxn ang="0">
                <a:pos x="119" y="108"/>
              </a:cxn>
              <a:cxn ang="0">
                <a:pos x="137" y="108"/>
              </a:cxn>
              <a:cxn ang="0">
                <a:pos x="173" y="148"/>
              </a:cxn>
              <a:cxn ang="0">
                <a:pos x="176" y="156"/>
              </a:cxn>
              <a:cxn ang="0">
                <a:pos x="155" y="164"/>
              </a:cxn>
              <a:cxn ang="0">
                <a:pos x="140" y="147"/>
              </a:cxn>
              <a:cxn ang="0">
                <a:pos x="128" y="220"/>
              </a:cxn>
              <a:cxn ang="0">
                <a:pos x="116" y="147"/>
              </a:cxn>
              <a:cxn ang="0">
                <a:pos x="101" y="164"/>
              </a:cxn>
              <a:cxn ang="0">
                <a:pos x="80" y="156"/>
              </a:cxn>
            </a:cxnLst>
            <a:rect l="0" t="0" r="r" b="b"/>
            <a:pathLst>
              <a:path w="256" h="220">
                <a:moveTo>
                  <a:pt x="196" y="176"/>
                </a:moveTo>
                <a:cubicBezTo>
                  <a:pt x="189" y="176"/>
                  <a:pt x="184" y="171"/>
                  <a:pt x="184" y="164"/>
                </a:cubicBezTo>
                <a:cubicBezTo>
                  <a:pt x="184" y="157"/>
                  <a:pt x="189" y="152"/>
                  <a:pt x="196" y="152"/>
                </a:cubicBezTo>
                <a:cubicBezTo>
                  <a:pt x="216" y="152"/>
                  <a:pt x="232" y="136"/>
                  <a:pt x="232" y="116"/>
                </a:cubicBezTo>
                <a:cubicBezTo>
                  <a:pt x="232" y="105"/>
                  <a:pt x="227" y="96"/>
                  <a:pt x="220" y="89"/>
                </a:cubicBezTo>
                <a:cubicBezTo>
                  <a:pt x="219" y="88"/>
                  <a:pt x="218" y="88"/>
                  <a:pt x="217" y="87"/>
                </a:cubicBezTo>
                <a:cubicBezTo>
                  <a:pt x="217" y="87"/>
                  <a:pt x="217" y="87"/>
                  <a:pt x="217" y="87"/>
                </a:cubicBezTo>
                <a:cubicBezTo>
                  <a:pt x="217" y="86"/>
                  <a:pt x="216" y="86"/>
                  <a:pt x="215" y="85"/>
                </a:cubicBezTo>
                <a:cubicBezTo>
                  <a:pt x="215" y="85"/>
                  <a:pt x="215" y="85"/>
                  <a:pt x="215" y="85"/>
                </a:cubicBezTo>
                <a:cubicBezTo>
                  <a:pt x="214" y="85"/>
                  <a:pt x="213" y="84"/>
                  <a:pt x="212" y="84"/>
                </a:cubicBezTo>
                <a:cubicBezTo>
                  <a:pt x="212" y="84"/>
                  <a:pt x="212" y="84"/>
                  <a:pt x="211" y="84"/>
                </a:cubicBezTo>
                <a:cubicBezTo>
                  <a:pt x="211" y="83"/>
                  <a:pt x="210" y="83"/>
                  <a:pt x="209" y="83"/>
                </a:cubicBezTo>
                <a:cubicBezTo>
                  <a:pt x="209" y="82"/>
                  <a:pt x="209" y="82"/>
                  <a:pt x="208" y="82"/>
                </a:cubicBezTo>
                <a:cubicBezTo>
                  <a:pt x="208" y="82"/>
                  <a:pt x="207" y="82"/>
                  <a:pt x="206" y="81"/>
                </a:cubicBezTo>
                <a:cubicBezTo>
                  <a:pt x="206" y="81"/>
                  <a:pt x="205" y="81"/>
                  <a:pt x="205" y="81"/>
                </a:cubicBezTo>
                <a:cubicBezTo>
                  <a:pt x="204" y="81"/>
                  <a:pt x="204" y="81"/>
                  <a:pt x="203" y="81"/>
                </a:cubicBezTo>
                <a:cubicBezTo>
                  <a:pt x="202" y="81"/>
                  <a:pt x="202" y="80"/>
                  <a:pt x="201" y="80"/>
                </a:cubicBezTo>
                <a:cubicBezTo>
                  <a:pt x="200" y="80"/>
                  <a:pt x="200" y="80"/>
                  <a:pt x="200" y="80"/>
                </a:cubicBezTo>
                <a:cubicBezTo>
                  <a:pt x="198" y="80"/>
                  <a:pt x="197" y="80"/>
                  <a:pt x="196" y="80"/>
                </a:cubicBezTo>
                <a:cubicBezTo>
                  <a:pt x="196" y="80"/>
                  <a:pt x="195" y="80"/>
                  <a:pt x="195" y="80"/>
                </a:cubicBezTo>
                <a:cubicBezTo>
                  <a:pt x="195" y="78"/>
                  <a:pt x="194" y="76"/>
                  <a:pt x="194" y="74"/>
                </a:cubicBezTo>
                <a:cubicBezTo>
                  <a:pt x="193" y="74"/>
                  <a:pt x="193" y="73"/>
                  <a:pt x="193" y="73"/>
                </a:cubicBezTo>
                <a:cubicBezTo>
                  <a:pt x="193" y="71"/>
                  <a:pt x="192" y="70"/>
                  <a:pt x="192" y="68"/>
                </a:cubicBezTo>
                <a:cubicBezTo>
                  <a:pt x="191" y="68"/>
                  <a:pt x="191" y="67"/>
                  <a:pt x="191" y="67"/>
                </a:cubicBezTo>
                <a:cubicBezTo>
                  <a:pt x="190" y="65"/>
                  <a:pt x="190" y="64"/>
                  <a:pt x="189" y="62"/>
                </a:cubicBezTo>
                <a:cubicBezTo>
                  <a:pt x="189" y="62"/>
                  <a:pt x="189" y="62"/>
                  <a:pt x="189" y="61"/>
                </a:cubicBezTo>
                <a:cubicBezTo>
                  <a:pt x="188" y="60"/>
                  <a:pt x="187" y="58"/>
                  <a:pt x="186" y="57"/>
                </a:cubicBezTo>
                <a:cubicBezTo>
                  <a:pt x="174" y="37"/>
                  <a:pt x="153" y="24"/>
                  <a:pt x="128" y="24"/>
                </a:cubicBezTo>
                <a:cubicBezTo>
                  <a:pt x="103" y="24"/>
                  <a:pt x="82" y="37"/>
                  <a:pt x="70" y="57"/>
                </a:cubicBezTo>
                <a:cubicBezTo>
                  <a:pt x="69" y="58"/>
                  <a:pt x="68" y="60"/>
                  <a:pt x="67" y="61"/>
                </a:cubicBezTo>
                <a:cubicBezTo>
                  <a:pt x="67" y="62"/>
                  <a:pt x="67" y="62"/>
                  <a:pt x="67" y="62"/>
                </a:cubicBezTo>
                <a:cubicBezTo>
                  <a:pt x="66" y="64"/>
                  <a:pt x="66" y="65"/>
                  <a:pt x="65" y="67"/>
                </a:cubicBezTo>
                <a:cubicBezTo>
                  <a:pt x="65" y="67"/>
                  <a:pt x="65" y="68"/>
                  <a:pt x="64" y="68"/>
                </a:cubicBezTo>
                <a:cubicBezTo>
                  <a:pt x="64" y="70"/>
                  <a:pt x="63" y="71"/>
                  <a:pt x="63" y="73"/>
                </a:cubicBezTo>
                <a:cubicBezTo>
                  <a:pt x="63" y="73"/>
                  <a:pt x="63" y="74"/>
                  <a:pt x="62" y="74"/>
                </a:cubicBezTo>
                <a:cubicBezTo>
                  <a:pt x="62" y="76"/>
                  <a:pt x="61" y="78"/>
                  <a:pt x="61" y="80"/>
                </a:cubicBezTo>
                <a:cubicBezTo>
                  <a:pt x="61" y="80"/>
                  <a:pt x="60" y="80"/>
                  <a:pt x="60" y="80"/>
                </a:cubicBezTo>
                <a:cubicBezTo>
                  <a:pt x="59" y="80"/>
                  <a:pt x="58" y="80"/>
                  <a:pt x="56" y="80"/>
                </a:cubicBezTo>
                <a:cubicBezTo>
                  <a:pt x="56" y="80"/>
                  <a:pt x="56" y="80"/>
                  <a:pt x="55" y="80"/>
                </a:cubicBezTo>
                <a:cubicBezTo>
                  <a:pt x="54" y="80"/>
                  <a:pt x="54" y="81"/>
                  <a:pt x="53" y="81"/>
                </a:cubicBezTo>
                <a:cubicBezTo>
                  <a:pt x="52" y="81"/>
                  <a:pt x="52" y="81"/>
                  <a:pt x="51" y="81"/>
                </a:cubicBezTo>
                <a:cubicBezTo>
                  <a:pt x="51" y="81"/>
                  <a:pt x="50" y="81"/>
                  <a:pt x="50" y="81"/>
                </a:cubicBezTo>
                <a:cubicBezTo>
                  <a:pt x="49" y="82"/>
                  <a:pt x="48" y="82"/>
                  <a:pt x="48" y="82"/>
                </a:cubicBezTo>
                <a:cubicBezTo>
                  <a:pt x="47" y="82"/>
                  <a:pt x="47" y="82"/>
                  <a:pt x="47" y="83"/>
                </a:cubicBezTo>
                <a:cubicBezTo>
                  <a:pt x="46" y="83"/>
                  <a:pt x="45" y="83"/>
                  <a:pt x="45" y="84"/>
                </a:cubicBezTo>
                <a:cubicBezTo>
                  <a:pt x="44" y="84"/>
                  <a:pt x="44" y="84"/>
                  <a:pt x="44" y="84"/>
                </a:cubicBezTo>
                <a:cubicBezTo>
                  <a:pt x="43" y="84"/>
                  <a:pt x="42" y="85"/>
                  <a:pt x="41" y="85"/>
                </a:cubicBezTo>
                <a:cubicBezTo>
                  <a:pt x="41" y="85"/>
                  <a:pt x="41" y="85"/>
                  <a:pt x="41" y="85"/>
                </a:cubicBezTo>
                <a:cubicBezTo>
                  <a:pt x="40" y="86"/>
                  <a:pt x="39" y="86"/>
                  <a:pt x="39" y="87"/>
                </a:cubicBezTo>
                <a:cubicBezTo>
                  <a:pt x="39" y="87"/>
                  <a:pt x="39" y="87"/>
                  <a:pt x="39" y="87"/>
                </a:cubicBezTo>
                <a:cubicBezTo>
                  <a:pt x="38" y="88"/>
                  <a:pt x="37" y="88"/>
                  <a:pt x="36" y="89"/>
                </a:cubicBezTo>
                <a:cubicBezTo>
                  <a:pt x="29" y="96"/>
                  <a:pt x="24" y="105"/>
                  <a:pt x="24" y="116"/>
                </a:cubicBezTo>
                <a:cubicBezTo>
                  <a:pt x="24" y="136"/>
                  <a:pt x="40" y="152"/>
                  <a:pt x="60" y="152"/>
                </a:cubicBezTo>
                <a:cubicBezTo>
                  <a:pt x="67" y="152"/>
                  <a:pt x="72" y="157"/>
                  <a:pt x="72" y="164"/>
                </a:cubicBezTo>
                <a:cubicBezTo>
                  <a:pt x="72" y="171"/>
                  <a:pt x="67" y="176"/>
                  <a:pt x="60" y="176"/>
                </a:cubicBezTo>
                <a:cubicBezTo>
                  <a:pt x="27" y="176"/>
                  <a:pt x="0" y="149"/>
                  <a:pt x="0" y="116"/>
                </a:cubicBezTo>
                <a:cubicBezTo>
                  <a:pt x="0" y="89"/>
                  <a:pt x="18" y="66"/>
                  <a:pt x="42" y="59"/>
                </a:cubicBezTo>
                <a:cubicBezTo>
                  <a:pt x="56" y="24"/>
                  <a:pt x="89" y="0"/>
                  <a:pt x="128" y="0"/>
                </a:cubicBezTo>
                <a:cubicBezTo>
                  <a:pt x="167" y="0"/>
                  <a:pt x="200" y="24"/>
                  <a:pt x="214" y="59"/>
                </a:cubicBezTo>
                <a:cubicBezTo>
                  <a:pt x="238" y="66"/>
                  <a:pt x="256" y="89"/>
                  <a:pt x="256" y="116"/>
                </a:cubicBezTo>
                <a:cubicBezTo>
                  <a:pt x="256" y="149"/>
                  <a:pt x="229" y="176"/>
                  <a:pt x="196" y="176"/>
                </a:cubicBezTo>
                <a:moveTo>
                  <a:pt x="83" y="148"/>
                </a:moveTo>
                <a:cubicBezTo>
                  <a:pt x="119" y="108"/>
                  <a:pt x="119" y="108"/>
                  <a:pt x="119" y="108"/>
                </a:cubicBezTo>
                <a:cubicBezTo>
                  <a:pt x="119" y="108"/>
                  <a:pt x="119" y="108"/>
                  <a:pt x="119" y="108"/>
                </a:cubicBezTo>
                <a:cubicBezTo>
                  <a:pt x="121" y="106"/>
                  <a:pt x="124" y="104"/>
                  <a:pt x="128" y="104"/>
                </a:cubicBezTo>
                <a:cubicBezTo>
                  <a:pt x="132" y="104"/>
                  <a:pt x="135" y="106"/>
                  <a:pt x="137" y="108"/>
                </a:cubicBezTo>
                <a:cubicBezTo>
                  <a:pt x="137" y="108"/>
                  <a:pt x="137" y="108"/>
                  <a:pt x="137" y="108"/>
                </a:cubicBezTo>
                <a:cubicBezTo>
                  <a:pt x="173" y="148"/>
                  <a:pt x="173" y="148"/>
                  <a:pt x="173" y="148"/>
                </a:cubicBezTo>
                <a:cubicBezTo>
                  <a:pt x="173" y="148"/>
                  <a:pt x="173" y="148"/>
                  <a:pt x="173" y="148"/>
                </a:cubicBezTo>
                <a:cubicBezTo>
                  <a:pt x="175" y="150"/>
                  <a:pt x="176" y="153"/>
                  <a:pt x="176" y="156"/>
                </a:cubicBezTo>
                <a:cubicBezTo>
                  <a:pt x="176" y="163"/>
                  <a:pt x="171" y="168"/>
                  <a:pt x="164" y="168"/>
                </a:cubicBezTo>
                <a:cubicBezTo>
                  <a:pt x="160" y="168"/>
                  <a:pt x="157" y="166"/>
                  <a:pt x="155" y="164"/>
                </a:cubicBezTo>
                <a:cubicBezTo>
                  <a:pt x="155" y="164"/>
                  <a:pt x="155" y="164"/>
                  <a:pt x="155" y="164"/>
                </a:cubicBezTo>
                <a:cubicBezTo>
                  <a:pt x="140" y="147"/>
                  <a:pt x="140" y="147"/>
                  <a:pt x="140" y="147"/>
                </a:cubicBezTo>
                <a:cubicBezTo>
                  <a:pt x="140" y="208"/>
                  <a:pt x="140" y="208"/>
                  <a:pt x="140" y="208"/>
                </a:cubicBezTo>
                <a:cubicBezTo>
                  <a:pt x="140" y="215"/>
                  <a:pt x="135" y="220"/>
                  <a:pt x="128" y="220"/>
                </a:cubicBezTo>
                <a:cubicBezTo>
                  <a:pt x="121" y="220"/>
                  <a:pt x="116" y="215"/>
                  <a:pt x="116" y="208"/>
                </a:cubicBezTo>
                <a:cubicBezTo>
                  <a:pt x="116" y="147"/>
                  <a:pt x="116" y="147"/>
                  <a:pt x="116" y="147"/>
                </a:cubicBezTo>
                <a:cubicBezTo>
                  <a:pt x="101" y="164"/>
                  <a:pt x="101" y="164"/>
                  <a:pt x="101" y="164"/>
                </a:cubicBezTo>
                <a:cubicBezTo>
                  <a:pt x="101" y="164"/>
                  <a:pt x="101" y="164"/>
                  <a:pt x="101" y="164"/>
                </a:cubicBezTo>
                <a:cubicBezTo>
                  <a:pt x="99" y="166"/>
                  <a:pt x="96" y="168"/>
                  <a:pt x="92" y="168"/>
                </a:cubicBezTo>
                <a:cubicBezTo>
                  <a:pt x="85" y="168"/>
                  <a:pt x="80" y="163"/>
                  <a:pt x="80" y="156"/>
                </a:cubicBezTo>
                <a:cubicBezTo>
                  <a:pt x="80" y="153"/>
                  <a:pt x="81" y="150"/>
                  <a:pt x="83" y="148"/>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4" name="Freeform 85"/>
          <p:cNvSpPr>
            <a:spLocks noEditPoints="1"/>
          </p:cNvSpPr>
          <p:nvPr/>
        </p:nvSpPr>
        <p:spPr bwMode="auto">
          <a:xfrm>
            <a:off x="8396445" y="2108831"/>
            <a:ext cx="527051" cy="478367"/>
          </a:xfrm>
          <a:custGeom>
            <a:avLst/>
            <a:gdLst/>
            <a:ahLst/>
            <a:cxnLst>
              <a:cxn ang="0">
                <a:pos x="236" y="184"/>
              </a:cxn>
              <a:cxn ang="0">
                <a:pos x="176" y="184"/>
              </a:cxn>
              <a:cxn ang="0">
                <a:pos x="160" y="184"/>
              </a:cxn>
              <a:cxn ang="0">
                <a:pos x="160" y="204"/>
              </a:cxn>
              <a:cxn ang="0">
                <a:pos x="176" y="220"/>
              </a:cxn>
              <a:cxn ang="0">
                <a:pos x="176" y="224"/>
              </a:cxn>
              <a:cxn ang="0">
                <a:pos x="72" y="224"/>
              </a:cxn>
              <a:cxn ang="0">
                <a:pos x="72" y="220"/>
              </a:cxn>
              <a:cxn ang="0">
                <a:pos x="88" y="204"/>
              </a:cxn>
              <a:cxn ang="0">
                <a:pos x="88" y="184"/>
              </a:cxn>
              <a:cxn ang="0">
                <a:pos x="72" y="184"/>
              </a:cxn>
              <a:cxn ang="0">
                <a:pos x="12" y="184"/>
              </a:cxn>
              <a:cxn ang="0">
                <a:pos x="0" y="172"/>
              </a:cxn>
              <a:cxn ang="0">
                <a:pos x="0" y="12"/>
              </a:cxn>
              <a:cxn ang="0">
                <a:pos x="12" y="0"/>
              </a:cxn>
              <a:cxn ang="0">
                <a:pos x="236" y="0"/>
              </a:cxn>
              <a:cxn ang="0">
                <a:pos x="248" y="12"/>
              </a:cxn>
              <a:cxn ang="0">
                <a:pos x="248" y="172"/>
              </a:cxn>
              <a:cxn ang="0">
                <a:pos x="236" y="184"/>
              </a:cxn>
              <a:cxn ang="0">
                <a:pos x="232" y="16"/>
              </a:cxn>
              <a:cxn ang="0">
                <a:pos x="16" y="16"/>
              </a:cxn>
              <a:cxn ang="0">
                <a:pos x="16" y="152"/>
              </a:cxn>
              <a:cxn ang="0">
                <a:pos x="232" y="152"/>
              </a:cxn>
              <a:cxn ang="0">
                <a:pos x="232" y="16"/>
              </a:cxn>
            </a:cxnLst>
            <a:rect l="0" t="0" r="r" b="b"/>
            <a:pathLst>
              <a:path w="248" h="224">
                <a:moveTo>
                  <a:pt x="236" y="184"/>
                </a:moveTo>
                <a:cubicBezTo>
                  <a:pt x="176" y="184"/>
                  <a:pt x="176" y="184"/>
                  <a:pt x="176" y="184"/>
                </a:cubicBezTo>
                <a:cubicBezTo>
                  <a:pt x="160" y="184"/>
                  <a:pt x="160" y="184"/>
                  <a:pt x="160" y="184"/>
                </a:cubicBezTo>
                <a:cubicBezTo>
                  <a:pt x="160" y="204"/>
                  <a:pt x="160" y="204"/>
                  <a:pt x="160" y="204"/>
                </a:cubicBezTo>
                <a:cubicBezTo>
                  <a:pt x="176" y="220"/>
                  <a:pt x="176" y="220"/>
                  <a:pt x="176" y="220"/>
                </a:cubicBezTo>
                <a:cubicBezTo>
                  <a:pt x="176" y="224"/>
                  <a:pt x="176" y="224"/>
                  <a:pt x="176" y="224"/>
                </a:cubicBezTo>
                <a:cubicBezTo>
                  <a:pt x="72" y="224"/>
                  <a:pt x="72" y="224"/>
                  <a:pt x="72" y="224"/>
                </a:cubicBezTo>
                <a:cubicBezTo>
                  <a:pt x="72" y="220"/>
                  <a:pt x="72" y="220"/>
                  <a:pt x="72" y="220"/>
                </a:cubicBezTo>
                <a:cubicBezTo>
                  <a:pt x="88" y="204"/>
                  <a:pt x="88" y="204"/>
                  <a:pt x="88" y="204"/>
                </a:cubicBezTo>
                <a:cubicBezTo>
                  <a:pt x="88" y="184"/>
                  <a:pt x="88" y="184"/>
                  <a:pt x="88" y="184"/>
                </a:cubicBezTo>
                <a:cubicBezTo>
                  <a:pt x="72" y="184"/>
                  <a:pt x="72" y="184"/>
                  <a:pt x="72" y="184"/>
                </a:cubicBezTo>
                <a:cubicBezTo>
                  <a:pt x="12" y="184"/>
                  <a:pt x="12" y="184"/>
                  <a:pt x="12" y="184"/>
                </a:cubicBezTo>
                <a:cubicBezTo>
                  <a:pt x="5" y="184"/>
                  <a:pt x="0" y="179"/>
                  <a:pt x="0" y="172"/>
                </a:cubicBezTo>
                <a:cubicBezTo>
                  <a:pt x="0" y="12"/>
                  <a:pt x="0" y="12"/>
                  <a:pt x="0" y="12"/>
                </a:cubicBezTo>
                <a:cubicBezTo>
                  <a:pt x="0" y="5"/>
                  <a:pt x="5" y="0"/>
                  <a:pt x="12" y="0"/>
                </a:cubicBezTo>
                <a:cubicBezTo>
                  <a:pt x="236" y="0"/>
                  <a:pt x="236" y="0"/>
                  <a:pt x="236" y="0"/>
                </a:cubicBezTo>
                <a:cubicBezTo>
                  <a:pt x="243" y="0"/>
                  <a:pt x="248" y="5"/>
                  <a:pt x="248" y="12"/>
                </a:cubicBezTo>
                <a:cubicBezTo>
                  <a:pt x="248" y="172"/>
                  <a:pt x="248" y="172"/>
                  <a:pt x="248" y="172"/>
                </a:cubicBezTo>
                <a:cubicBezTo>
                  <a:pt x="248" y="179"/>
                  <a:pt x="243" y="184"/>
                  <a:pt x="236" y="184"/>
                </a:cubicBezTo>
                <a:moveTo>
                  <a:pt x="232" y="16"/>
                </a:moveTo>
                <a:cubicBezTo>
                  <a:pt x="16" y="16"/>
                  <a:pt x="16" y="16"/>
                  <a:pt x="16" y="16"/>
                </a:cubicBezTo>
                <a:cubicBezTo>
                  <a:pt x="16" y="152"/>
                  <a:pt x="16" y="152"/>
                  <a:pt x="16" y="152"/>
                </a:cubicBezTo>
                <a:cubicBezTo>
                  <a:pt x="232" y="152"/>
                  <a:pt x="232" y="152"/>
                  <a:pt x="232" y="152"/>
                </a:cubicBezTo>
                <a:lnTo>
                  <a:pt x="232" y="16"/>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5" name="Freeform 88"/>
          <p:cNvSpPr>
            <a:spLocks noEditPoints="1"/>
          </p:cNvSpPr>
          <p:nvPr/>
        </p:nvSpPr>
        <p:spPr bwMode="auto">
          <a:xfrm>
            <a:off x="3298281" y="5645701"/>
            <a:ext cx="289984" cy="493184"/>
          </a:xfrm>
          <a:custGeom>
            <a:avLst/>
            <a:gdLst/>
            <a:ahLst/>
            <a:cxnLst>
              <a:cxn ang="0">
                <a:pos x="124" y="232"/>
              </a:cxn>
              <a:cxn ang="0">
                <a:pos x="12" y="232"/>
              </a:cxn>
              <a:cxn ang="0">
                <a:pos x="0" y="220"/>
              </a:cxn>
              <a:cxn ang="0">
                <a:pos x="0" y="12"/>
              </a:cxn>
              <a:cxn ang="0">
                <a:pos x="12" y="0"/>
              </a:cxn>
              <a:cxn ang="0">
                <a:pos x="124" y="0"/>
              </a:cxn>
              <a:cxn ang="0">
                <a:pos x="136" y="12"/>
              </a:cxn>
              <a:cxn ang="0">
                <a:pos x="136" y="220"/>
              </a:cxn>
              <a:cxn ang="0">
                <a:pos x="124" y="232"/>
              </a:cxn>
              <a:cxn ang="0">
                <a:pos x="68" y="220"/>
              </a:cxn>
              <a:cxn ang="0">
                <a:pos x="76" y="212"/>
              </a:cxn>
              <a:cxn ang="0">
                <a:pos x="68" y="204"/>
              </a:cxn>
              <a:cxn ang="0">
                <a:pos x="60" y="212"/>
              </a:cxn>
              <a:cxn ang="0">
                <a:pos x="68" y="220"/>
              </a:cxn>
              <a:cxn ang="0">
                <a:pos x="124" y="24"/>
              </a:cxn>
              <a:cxn ang="0">
                <a:pos x="120" y="24"/>
              </a:cxn>
              <a:cxn ang="0">
                <a:pos x="16" y="24"/>
              </a:cxn>
              <a:cxn ang="0">
                <a:pos x="12" y="24"/>
              </a:cxn>
              <a:cxn ang="0">
                <a:pos x="12" y="192"/>
              </a:cxn>
              <a:cxn ang="0">
                <a:pos x="16" y="192"/>
              </a:cxn>
              <a:cxn ang="0">
                <a:pos x="120" y="192"/>
              </a:cxn>
              <a:cxn ang="0">
                <a:pos x="124" y="192"/>
              </a:cxn>
              <a:cxn ang="0">
                <a:pos x="124" y="24"/>
              </a:cxn>
            </a:cxnLst>
            <a:rect l="0" t="0" r="r" b="b"/>
            <a:pathLst>
              <a:path w="136" h="232">
                <a:moveTo>
                  <a:pt x="124" y="232"/>
                </a:moveTo>
                <a:cubicBezTo>
                  <a:pt x="12" y="232"/>
                  <a:pt x="12" y="232"/>
                  <a:pt x="12" y="232"/>
                </a:cubicBezTo>
                <a:cubicBezTo>
                  <a:pt x="5" y="232"/>
                  <a:pt x="0" y="227"/>
                  <a:pt x="0" y="220"/>
                </a:cubicBezTo>
                <a:cubicBezTo>
                  <a:pt x="0" y="12"/>
                  <a:pt x="0" y="12"/>
                  <a:pt x="0" y="12"/>
                </a:cubicBezTo>
                <a:cubicBezTo>
                  <a:pt x="0" y="5"/>
                  <a:pt x="5" y="0"/>
                  <a:pt x="12" y="0"/>
                </a:cubicBezTo>
                <a:cubicBezTo>
                  <a:pt x="124" y="0"/>
                  <a:pt x="124" y="0"/>
                  <a:pt x="124" y="0"/>
                </a:cubicBezTo>
                <a:cubicBezTo>
                  <a:pt x="131" y="0"/>
                  <a:pt x="136" y="5"/>
                  <a:pt x="136" y="12"/>
                </a:cubicBezTo>
                <a:cubicBezTo>
                  <a:pt x="136" y="220"/>
                  <a:pt x="136" y="220"/>
                  <a:pt x="136" y="220"/>
                </a:cubicBezTo>
                <a:cubicBezTo>
                  <a:pt x="136" y="227"/>
                  <a:pt x="131" y="232"/>
                  <a:pt x="124" y="232"/>
                </a:cubicBezTo>
                <a:moveTo>
                  <a:pt x="68" y="220"/>
                </a:moveTo>
                <a:cubicBezTo>
                  <a:pt x="72" y="220"/>
                  <a:pt x="76" y="216"/>
                  <a:pt x="76" y="212"/>
                </a:cubicBezTo>
                <a:cubicBezTo>
                  <a:pt x="76" y="208"/>
                  <a:pt x="72" y="204"/>
                  <a:pt x="68" y="204"/>
                </a:cubicBezTo>
                <a:cubicBezTo>
                  <a:pt x="64" y="204"/>
                  <a:pt x="60" y="208"/>
                  <a:pt x="60" y="212"/>
                </a:cubicBezTo>
                <a:cubicBezTo>
                  <a:pt x="60" y="216"/>
                  <a:pt x="64" y="220"/>
                  <a:pt x="68" y="220"/>
                </a:cubicBezTo>
                <a:moveTo>
                  <a:pt x="124" y="24"/>
                </a:moveTo>
                <a:cubicBezTo>
                  <a:pt x="120" y="24"/>
                  <a:pt x="120" y="24"/>
                  <a:pt x="120" y="24"/>
                </a:cubicBezTo>
                <a:cubicBezTo>
                  <a:pt x="16" y="24"/>
                  <a:pt x="16" y="24"/>
                  <a:pt x="16" y="24"/>
                </a:cubicBezTo>
                <a:cubicBezTo>
                  <a:pt x="12" y="24"/>
                  <a:pt x="12" y="24"/>
                  <a:pt x="12" y="24"/>
                </a:cubicBezTo>
                <a:cubicBezTo>
                  <a:pt x="12" y="192"/>
                  <a:pt x="12" y="192"/>
                  <a:pt x="12" y="192"/>
                </a:cubicBezTo>
                <a:cubicBezTo>
                  <a:pt x="16" y="192"/>
                  <a:pt x="16" y="192"/>
                  <a:pt x="16" y="192"/>
                </a:cubicBezTo>
                <a:cubicBezTo>
                  <a:pt x="120" y="192"/>
                  <a:pt x="120" y="192"/>
                  <a:pt x="120" y="192"/>
                </a:cubicBezTo>
                <a:cubicBezTo>
                  <a:pt x="124" y="192"/>
                  <a:pt x="124" y="192"/>
                  <a:pt x="124" y="192"/>
                </a:cubicBezTo>
                <a:lnTo>
                  <a:pt x="124" y="24"/>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3200"/>
          </a:p>
        </p:txBody>
      </p:sp>
      <p:sp>
        <p:nvSpPr>
          <p:cNvPr id="56" name="Oval 55"/>
          <p:cNvSpPr/>
          <p:nvPr/>
        </p:nvSpPr>
        <p:spPr bwMode="auto">
          <a:xfrm>
            <a:off x="2999553" y="1900221"/>
            <a:ext cx="898480" cy="898480"/>
          </a:xfrm>
          <a:prstGeom prst="ellipse">
            <a:avLst/>
          </a:prstGeom>
          <a:noFill/>
          <a:ln w="19050">
            <a:solidFill>
              <a:schemeClr val="bg1"/>
            </a:solidFill>
            <a:round/>
            <a:headEnd/>
            <a:tailEnd/>
          </a:ln>
        </p:spPr>
        <p:txBody>
          <a:bodyPr vert="horz" wrap="square" lIns="121920" tIns="60960" rIns="121920" bIns="60960" numCol="1" rtlCol="0" anchor="t" anchorCtr="0" compatLnSpc="1">
            <a:prstTxWarp prst="textNoShape">
              <a:avLst/>
            </a:prstTxWarp>
          </a:bodyPr>
          <a:lstStyle/>
          <a:p>
            <a:pPr algn="ctr"/>
            <a:endParaRPr lang="en-US" sz="3200"/>
          </a:p>
        </p:txBody>
      </p:sp>
      <p:sp>
        <p:nvSpPr>
          <p:cNvPr id="57" name="Oval 56"/>
          <p:cNvSpPr/>
          <p:nvPr/>
        </p:nvSpPr>
        <p:spPr bwMode="auto">
          <a:xfrm>
            <a:off x="2999553" y="3653857"/>
            <a:ext cx="898480" cy="898480"/>
          </a:xfrm>
          <a:prstGeom prst="ellipse">
            <a:avLst/>
          </a:prstGeom>
          <a:noFill/>
          <a:ln w="19050">
            <a:solidFill>
              <a:schemeClr val="bg1"/>
            </a:solidFill>
            <a:round/>
            <a:headEnd/>
            <a:tailEnd/>
          </a:ln>
        </p:spPr>
        <p:txBody>
          <a:bodyPr vert="horz" wrap="square" lIns="121920" tIns="60960" rIns="121920" bIns="60960" numCol="1" rtlCol="0" anchor="t" anchorCtr="0" compatLnSpc="1">
            <a:prstTxWarp prst="textNoShape">
              <a:avLst/>
            </a:prstTxWarp>
          </a:bodyPr>
          <a:lstStyle/>
          <a:p>
            <a:pPr algn="ctr"/>
            <a:endParaRPr lang="en-US" sz="3200" dirty="0"/>
          </a:p>
        </p:txBody>
      </p:sp>
      <p:sp>
        <p:nvSpPr>
          <p:cNvPr id="58" name="Oval 57"/>
          <p:cNvSpPr/>
          <p:nvPr/>
        </p:nvSpPr>
        <p:spPr bwMode="auto">
          <a:xfrm>
            <a:off x="2999553" y="5443053"/>
            <a:ext cx="898480" cy="898480"/>
          </a:xfrm>
          <a:prstGeom prst="ellipse">
            <a:avLst/>
          </a:prstGeom>
          <a:noFill/>
          <a:ln w="19050">
            <a:solidFill>
              <a:schemeClr val="bg1"/>
            </a:solidFill>
            <a:round/>
            <a:headEnd/>
            <a:tailEnd/>
          </a:ln>
        </p:spPr>
        <p:txBody>
          <a:bodyPr vert="horz" wrap="square" lIns="121920" tIns="60960" rIns="121920" bIns="60960" numCol="1" rtlCol="0" anchor="t" anchorCtr="0" compatLnSpc="1">
            <a:prstTxWarp prst="textNoShape">
              <a:avLst/>
            </a:prstTxWarp>
          </a:bodyPr>
          <a:lstStyle/>
          <a:p>
            <a:pPr algn="ctr"/>
            <a:endParaRPr lang="en-US" sz="3200" dirty="0"/>
          </a:p>
        </p:txBody>
      </p:sp>
      <p:sp>
        <p:nvSpPr>
          <p:cNvPr id="60" name="Oval 59"/>
          <p:cNvSpPr/>
          <p:nvPr/>
        </p:nvSpPr>
        <p:spPr bwMode="auto">
          <a:xfrm>
            <a:off x="8214531" y="3653857"/>
            <a:ext cx="898480" cy="898480"/>
          </a:xfrm>
          <a:prstGeom prst="ellipse">
            <a:avLst/>
          </a:prstGeom>
          <a:noFill/>
          <a:ln w="19050">
            <a:solidFill>
              <a:schemeClr val="bg1"/>
            </a:solidFill>
            <a:round/>
            <a:headEnd/>
            <a:tailEnd/>
          </a:ln>
        </p:spPr>
        <p:txBody>
          <a:bodyPr vert="horz" wrap="square" lIns="121920" tIns="60960" rIns="121920" bIns="60960" numCol="1" rtlCol="0" anchor="t" anchorCtr="0" compatLnSpc="1">
            <a:prstTxWarp prst="textNoShape">
              <a:avLst/>
            </a:prstTxWarp>
          </a:bodyPr>
          <a:lstStyle/>
          <a:p>
            <a:pPr algn="ctr"/>
            <a:endParaRPr lang="en-US" sz="3200" dirty="0"/>
          </a:p>
        </p:txBody>
      </p:sp>
      <p:sp>
        <p:nvSpPr>
          <p:cNvPr id="61" name="Oval 60"/>
          <p:cNvSpPr/>
          <p:nvPr/>
        </p:nvSpPr>
        <p:spPr bwMode="auto">
          <a:xfrm>
            <a:off x="8214531" y="5443053"/>
            <a:ext cx="898480" cy="898480"/>
          </a:xfrm>
          <a:prstGeom prst="ellipse">
            <a:avLst/>
          </a:prstGeom>
          <a:noFill/>
          <a:ln w="19050">
            <a:solidFill>
              <a:schemeClr val="bg1"/>
            </a:solidFill>
            <a:round/>
            <a:headEnd/>
            <a:tailEnd/>
          </a:ln>
        </p:spPr>
        <p:txBody>
          <a:bodyPr vert="horz" wrap="square" lIns="121920" tIns="60960" rIns="121920" bIns="60960" numCol="1" rtlCol="0" anchor="t" anchorCtr="0" compatLnSpc="1">
            <a:prstTxWarp prst="textNoShape">
              <a:avLst/>
            </a:prstTxWarp>
          </a:bodyPr>
          <a:lstStyle/>
          <a:p>
            <a:pPr algn="ctr"/>
            <a:endParaRPr lang="en-US" sz="3200" dirty="0"/>
          </a:p>
        </p:txBody>
      </p:sp>
      <p:sp>
        <p:nvSpPr>
          <p:cNvPr id="10" name="Légende : flèche vers le bas 9">
            <a:extLst>
              <a:ext uri="{FF2B5EF4-FFF2-40B4-BE49-F238E27FC236}">
                <a16:creationId xmlns:a16="http://schemas.microsoft.com/office/drawing/2014/main" xmlns="" id="{54A383BB-CBAD-9C70-8979-D06939C646DE}"/>
              </a:ext>
            </a:extLst>
          </p:cNvPr>
          <p:cNvSpPr/>
          <p:nvPr/>
        </p:nvSpPr>
        <p:spPr>
          <a:xfrm>
            <a:off x="1573132" y="1199117"/>
            <a:ext cx="8712200" cy="546133"/>
          </a:xfrm>
          <a:prstGeom prst="downArrowCallou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fr-FR" sz="1800" b="1" dirty="0">
                <a:latin typeface="Century Gothic" panose="020B0502020202020204" pitchFamily="34" charset="0"/>
              </a:rPr>
              <a:t>En contrat avec : SGO</a:t>
            </a:r>
          </a:p>
        </p:txBody>
      </p:sp>
      <p:sp>
        <p:nvSpPr>
          <p:cNvPr id="11" name="Rectangle : avec coins arrondis en diagonale 10">
            <a:extLst>
              <a:ext uri="{FF2B5EF4-FFF2-40B4-BE49-F238E27FC236}">
                <a16:creationId xmlns:a16="http://schemas.microsoft.com/office/drawing/2014/main" xmlns="" id="{E4BA7F06-0DA4-B1F1-4764-E11D5E96442B}"/>
              </a:ext>
            </a:extLst>
          </p:cNvPr>
          <p:cNvSpPr/>
          <p:nvPr/>
        </p:nvSpPr>
        <p:spPr>
          <a:xfrm>
            <a:off x="383388" y="1986261"/>
            <a:ext cx="1942603" cy="697564"/>
          </a:xfrm>
          <a:prstGeom prst="round2Diag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sz="3200" i="1" dirty="0"/>
          </a:p>
          <a:p>
            <a:pPr algn="ctr"/>
            <a:endParaRPr lang="fr-FR" sz="3200" dirty="0"/>
          </a:p>
          <a:p>
            <a:pPr algn="ctr"/>
            <a:endParaRPr lang="fr-FR" sz="1400" b="1" u="sng" dirty="0">
              <a:solidFill>
                <a:schemeClr val="accent3"/>
              </a:solidFill>
              <a:latin typeface="Century Gothic" panose="020B0502020202020204" pitchFamily="34" charset="0"/>
            </a:endParaRPr>
          </a:p>
          <a:p>
            <a:pPr algn="ctr"/>
            <a:r>
              <a:rPr lang="fr-FR" sz="1400" b="1" u="sng" dirty="0">
                <a:solidFill>
                  <a:schemeClr val="accent3"/>
                </a:solidFill>
                <a:latin typeface="Century Gothic" panose="020B0502020202020204" pitchFamily="34" charset="0"/>
              </a:rPr>
              <a:t>SGO Africabourse Asset Management</a:t>
            </a:r>
            <a:endParaRPr lang="fr-FR" sz="1400" b="1" dirty="0">
              <a:solidFill>
                <a:schemeClr val="accent3"/>
              </a:solidFill>
              <a:latin typeface="Century Gothic" panose="020B0502020202020204" pitchFamily="34" charset="0"/>
            </a:endParaRPr>
          </a:p>
          <a:p>
            <a:pPr algn="ctr"/>
            <a:endParaRPr lang="fr-FR" sz="1400" dirty="0">
              <a:latin typeface="Century Gothic" panose="020B0502020202020204" pitchFamily="34" charset="0"/>
            </a:endParaRPr>
          </a:p>
          <a:p>
            <a:endParaRPr lang="fr-FR" sz="3200" dirty="0"/>
          </a:p>
          <a:p>
            <a:endParaRPr lang="fr-FR" sz="3200" dirty="0"/>
          </a:p>
        </p:txBody>
      </p:sp>
      <p:sp>
        <p:nvSpPr>
          <p:cNvPr id="12" name="Rectangle : avec coins arrondis en diagonale 11">
            <a:extLst>
              <a:ext uri="{FF2B5EF4-FFF2-40B4-BE49-F238E27FC236}">
                <a16:creationId xmlns:a16="http://schemas.microsoft.com/office/drawing/2014/main" xmlns="" id="{2DCD985B-2EE1-ABB2-C539-8E681EB5728F}"/>
              </a:ext>
            </a:extLst>
          </p:cNvPr>
          <p:cNvSpPr/>
          <p:nvPr/>
        </p:nvSpPr>
        <p:spPr>
          <a:xfrm>
            <a:off x="2649647" y="2057840"/>
            <a:ext cx="1950996" cy="662373"/>
          </a:xfrm>
          <a:prstGeom prst="round2Diag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sz="3200" dirty="0"/>
          </a:p>
          <a:p>
            <a:pPr algn="ctr"/>
            <a:endParaRPr lang="fr-FR" sz="3200" dirty="0"/>
          </a:p>
          <a:p>
            <a:pPr algn="ctr"/>
            <a:endParaRPr lang="fr-FR" sz="3200" dirty="0"/>
          </a:p>
          <a:p>
            <a:pPr algn="ctr"/>
            <a:endParaRPr lang="fr-FR" sz="1400" b="1" u="sng" dirty="0">
              <a:solidFill>
                <a:schemeClr val="accent3"/>
              </a:solidFill>
              <a:latin typeface="Century Gothic" panose="020B0502020202020204" pitchFamily="34" charset="0"/>
            </a:endParaRPr>
          </a:p>
          <a:p>
            <a:pPr algn="ctr"/>
            <a:endParaRPr lang="fr-FR" sz="1400" b="1" u="sng" dirty="0">
              <a:solidFill>
                <a:schemeClr val="accent3"/>
              </a:solidFill>
              <a:latin typeface="Century Gothic" panose="020B0502020202020204" pitchFamily="34" charset="0"/>
            </a:endParaRPr>
          </a:p>
          <a:p>
            <a:pPr algn="ctr"/>
            <a:r>
              <a:rPr lang="fr-FR" sz="1400" b="1" u="sng" dirty="0">
                <a:solidFill>
                  <a:schemeClr val="accent3"/>
                </a:solidFill>
                <a:latin typeface="Century Gothic" panose="020B0502020202020204" pitchFamily="34" charset="0"/>
              </a:rPr>
              <a:t>SGO SAPHIR Asset Management</a:t>
            </a:r>
            <a:endParaRPr lang="fr-FR" sz="1400" b="1" dirty="0">
              <a:solidFill>
                <a:schemeClr val="accent3"/>
              </a:solidFill>
              <a:latin typeface="Century Gothic" panose="020B0502020202020204" pitchFamily="34" charset="0"/>
            </a:endParaRPr>
          </a:p>
          <a:p>
            <a:pPr algn="ctr"/>
            <a:endParaRPr lang="fr-FR" sz="3200" dirty="0"/>
          </a:p>
          <a:p>
            <a:endParaRPr lang="fr-FR" sz="3200" dirty="0"/>
          </a:p>
          <a:p>
            <a:endParaRPr lang="fr-FR" sz="3200" dirty="0"/>
          </a:p>
          <a:p>
            <a:endParaRPr lang="fr-FR" sz="3200" dirty="0"/>
          </a:p>
        </p:txBody>
      </p:sp>
      <p:sp>
        <p:nvSpPr>
          <p:cNvPr id="13" name="Rectangle : avec coins arrondis en diagonale 12">
            <a:extLst>
              <a:ext uri="{FF2B5EF4-FFF2-40B4-BE49-F238E27FC236}">
                <a16:creationId xmlns:a16="http://schemas.microsoft.com/office/drawing/2014/main" xmlns="" id="{1A1A9FD1-D5B9-E243-D906-09E5F6B68176}"/>
              </a:ext>
            </a:extLst>
          </p:cNvPr>
          <p:cNvSpPr/>
          <p:nvPr/>
        </p:nvSpPr>
        <p:spPr>
          <a:xfrm>
            <a:off x="4851125" y="1982901"/>
            <a:ext cx="1928178" cy="672572"/>
          </a:xfrm>
          <a:prstGeom prst="round2Diag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sz="3200" dirty="0"/>
          </a:p>
          <a:p>
            <a:pPr algn="ctr"/>
            <a:endParaRPr lang="fr-FR" sz="3200" dirty="0"/>
          </a:p>
          <a:p>
            <a:pPr algn="ctr"/>
            <a:endParaRPr lang="fr-FR" sz="3200" dirty="0"/>
          </a:p>
          <a:p>
            <a:pPr algn="ctr"/>
            <a:r>
              <a:rPr lang="fr-FR" sz="1400" b="1" u="sng" dirty="0">
                <a:solidFill>
                  <a:schemeClr val="accent3"/>
                </a:solidFill>
                <a:latin typeface="Century Gothic" panose="020B0502020202020204" pitchFamily="34" charset="0"/>
              </a:rPr>
              <a:t>SGO NSIA Asset Management</a:t>
            </a:r>
            <a:endParaRPr lang="fr-FR" sz="1400" b="1" dirty="0">
              <a:solidFill>
                <a:schemeClr val="accent3"/>
              </a:solidFill>
              <a:latin typeface="Century Gothic" panose="020B0502020202020204" pitchFamily="34" charset="0"/>
            </a:endParaRPr>
          </a:p>
          <a:p>
            <a:pPr algn="ctr"/>
            <a:endParaRPr lang="fr-FR" sz="3200" dirty="0"/>
          </a:p>
          <a:p>
            <a:endParaRPr lang="fr-FR" sz="3200" dirty="0"/>
          </a:p>
          <a:p>
            <a:endParaRPr lang="fr-FR" sz="3200" dirty="0"/>
          </a:p>
        </p:txBody>
      </p:sp>
      <p:sp>
        <p:nvSpPr>
          <p:cNvPr id="14" name="Rectangle : avec coins arrondis en diagonale 13">
            <a:extLst>
              <a:ext uri="{FF2B5EF4-FFF2-40B4-BE49-F238E27FC236}">
                <a16:creationId xmlns:a16="http://schemas.microsoft.com/office/drawing/2014/main" xmlns="" id="{F665A244-09D4-A3EA-905A-623A913CB323}"/>
              </a:ext>
            </a:extLst>
          </p:cNvPr>
          <p:cNvSpPr/>
          <p:nvPr/>
        </p:nvSpPr>
        <p:spPr>
          <a:xfrm>
            <a:off x="7232565" y="2034644"/>
            <a:ext cx="1963932" cy="649181"/>
          </a:xfrm>
          <a:prstGeom prst="round2Diag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sz="3200" dirty="0"/>
          </a:p>
          <a:p>
            <a:pPr algn="ctr"/>
            <a:endParaRPr lang="fr-FR" sz="3200" dirty="0"/>
          </a:p>
          <a:p>
            <a:pPr algn="ctr"/>
            <a:endParaRPr lang="fr-FR" sz="3200" dirty="0"/>
          </a:p>
          <a:p>
            <a:pPr algn="ctr"/>
            <a:r>
              <a:rPr lang="fr-FR" sz="1400" b="1" u="sng" dirty="0">
                <a:solidFill>
                  <a:schemeClr val="accent3"/>
                </a:solidFill>
                <a:latin typeface="Century Gothic" panose="020B0502020202020204" pitchFamily="34" charset="0"/>
              </a:rPr>
              <a:t>SGO SOAGA</a:t>
            </a:r>
            <a:endParaRPr lang="fr-FR" sz="1400" b="1" dirty="0">
              <a:solidFill>
                <a:schemeClr val="accent3"/>
              </a:solidFill>
              <a:latin typeface="Century Gothic" panose="020B0502020202020204" pitchFamily="34" charset="0"/>
            </a:endParaRPr>
          </a:p>
          <a:p>
            <a:pPr algn="ctr"/>
            <a:endParaRPr lang="fr-FR" sz="3200" dirty="0"/>
          </a:p>
          <a:p>
            <a:endParaRPr lang="fr-FR" sz="3200" dirty="0"/>
          </a:p>
          <a:p>
            <a:endParaRPr lang="fr-FR" sz="3200" dirty="0"/>
          </a:p>
        </p:txBody>
      </p:sp>
      <p:sp>
        <p:nvSpPr>
          <p:cNvPr id="15" name="Rectangle : coins arrondis 14">
            <a:extLst>
              <a:ext uri="{FF2B5EF4-FFF2-40B4-BE49-F238E27FC236}">
                <a16:creationId xmlns:a16="http://schemas.microsoft.com/office/drawing/2014/main" xmlns="" id="{24F028EF-2085-D624-19E2-322EB70A01A4}"/>
              </a:ext>
            </a:extLst>
          </p:cNvPr>
          <p:cNvSpPr/>
          <p:nvPr/>
        </p:nvSpPr>
        <p:spPr>
          <a:xfrm>
            <a:off x="154117" y="6155267"/>
            <a:ext cx="11846945" cy="408179"/>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just"/>
            <a:r>
              <a:rPr lang="fr-FR" sz="1100" b="1" dirty="0">
                <a:solidFill>
                  <a:schemeClr val="tx1"/>
                </a:solidFill>
                <a:latin typeface="Century Gothic" panose="020B0502020202020204" pitchFamily="34" charset="0"/>
              </a:rPr>
              <a:t>SGI : Société de Gestion et d’Intermédiation</a:t>
            </a:r>
          </a:p>
          <a:p>
            <a:pPr algn="just"/>
            <a:r>
              <a:rPr lang="fr-FR" sz="1100" b="1" dirty="0">
                <a:solidFill>
                  <a:schemeClr val="accent1"/>
                </a:solidFill>
                <a:latin typeface="Century Gothic" panose="020B0502020202020204" pitchFamily="34" charset="0"/>
              </a:rPr>
              <a:t>SGO : Société de Gestion d’OPCVM ( Organisme de Placement Collective en Valeur Mobilière)</a:t>
            </a:r>
          </a:p>
        </p:txBody>
      </p:sp>
      <p:sp>
        <p:nvSpPr>
          <p:cNvPr id="16" name="Rectangle : avec coins arrondis en diagonale 15">
            <a:extLst>
              <a:ext uri="{FF2B5EF4-FFF2-40B4-BE49-F238E27FC236}">
                <a16:creationId xmlns:a16="http://schemas.microsoft.com/office/drawing/2014/main" xmlns="" id="{7A531FA0-81EE-49BB-F2A0-E11EFEF88FA8}"/>
              </a:ext>
            </a:extLst>
          </p:cNvPr>
          <p:cNvSpPr/>
          <p:nvPr/>
        </p:nvSpPr>
        <p:spPr>
          <a:xfrm>
            <a:off x="9610194" y="2052282"/>
            <a:ext cx="2055623" cy="605018"/>
          </a:xfrm>
          <a:prstGeom prst="round2Diag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dirty="0"/>
          </a:p>
          <a:p>
            <a:pPr algn="ctr"/>
            <a:endParaRPr lang="fr-FR" dirty="0"/>
          </a:p>
          <a:p>
            <a:pPr algn="ctr"/>
            <a:endParaRPr lang="fr-FR" dirty="0"/>
          </a:p>
          <a:p>
            <a:pPr algn="ctr"/>
            <a:r>
              <a:rPr lang="fr-FR" sz="1400" b="1" u="sng" dirty="0">
                <a:solidFill>
                  <a:schemeClr val="accent3"/>
                </a:solidFill>
                <a:latin typeface="Century Gothic" panose="020B0502020202020204" pitchFamily="34" charset="0"/>
              </a:rPr>
              <a:t>SGO Africaine de Gestion d’Actifs</a:t>
            </a:r>
            <a:endParaRPr lang="fr-FR" sz="1400" b="1" dirty="0">
              <a:solidFill>
                <a:schemeClr val="accent3"/>
              </a:solidFill>
              <a:latin typeface="Century Gothic" panose="020B0502020202020204" pitchFamily="34" charset="0"/>
            </a:endParaRPr>
          </a:p>
          <a:p>
            <a:pPr algn="ctr"/>
            <a:endParaRPr lang="fr-FR" dirty="0"/>
          </a:p>
          <a:p>
            <a:endParaRPr lang="fr-FR" dirty="0"/>
          </a:p>
          <a:p>
            <a:endParaRPr lang="fr-FR" dirty="0"/>
          </a:p>
        </p:txBody>
      </p:sp>
      <p:sp>
        <p:nvSpPr>
          <p:cNvPr id="21" name="Title 1">
            <a:extLst>
              <a:ext uri="{FF2B5EF4-FFF2-40B4-BE49-F238E27FC236}">
                <a16:creationId xmlns:a16="http://schemas.microsoft.com/office/drawing/2014/main" xmlns="" id="{C57EE2D4-4A64-BB07-0016-2A5EB00F8F03}"/>
              </a:ext>
            </a:extLst>
          </p:cNvPr>
          <p:cNvSpPr txBox="1">
            <a:spLocks/>
          </p:cNvSpPr>
          <p:nvPr/>
        </p:nvSpPr>
        <p:spPr>
          <a:xfrm>
            <a:off x="1727200" y="518731"/>
            <a:ext cx="10464800" cy="406400"/>
          </a:xfrm>
          <a:prstGeom prst="rect">
            <a:avLst/>
          </a:prstGeom>
        </p:spPr>
        <p:style>
          <a:lnRef idx="1">
            <a:schemeClr val="accent3"/>
          </a:lnRef>
          <a:fillRef idx="2">
            <a:schemeClr val="accent3"/>
          </a:fillRef>
          <a:effectRef idx="1">
            <a:schemeClr val="accent3"/>
          </a:effectRef>
          <a:fontRef idx="minor">
            <a:schemeClr val="dk1"/>
          </a:fontRef>
        </p:style>
        <p:txBody>
          <a:bodyPr lIns="0" tIns="0" rIns="0" bIns="0" anchor="ctr"/>
          <a:lstStyle>
            <a:lvl1pPr algn="ctr" defTabSz="1219170" rtl="0" eaLnBrk="1" latinLnBrk="0" hangingPunct="1">
              <a:spcBef>
                <a:spcPct val="0"/>
              </a:spcBef>
              <a:buNone/>
              <a:defRPr sz="4267" kern="1200">
                <a:solidFill>
                  <a:schemeClr val="bg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r>
              <a:rPr lang="en-US" sz="2000" b="1" dirty="0">
                <a:solidFill>
                  <a:schemeClr val="tx1"/>
                </a:solidFill>
                <a:latin typeface="Century Gothic" panose="020B0502020202020204" pitchFamily="34" charset="0"/>
              </a:rPr>
              <a:t>12. </a:t>
            </a:r>
            <a:r>
              <a:rPr lang="fr-FR" sz="2000" b="1" dirty="0">
                <a:solidFill>
                  <a:schemeClr val="tx1"/>
                </a:solidFill>
                <a:latin typeface="Century Gothic" panose="020B0502020202020204" pitchFamily="34" charset="0"/>
              </a:rPr>
              <a:t>Partenaires</a:t>
            </a:r>
          </a:p>
        </p:txBody>
      </p:sp>
      <p:sp>
        <p:nvSpPr>
          <p:cNvPr id="22" name="Rectangle : avec coins arrondis en diagonale 21">
            <a:extLst>
              <a:ext uri="{FF2B5EF4-FFF2-40B4-BE49-F238E27FC236}">
                <a16:creationId xmlns:a16="http://schemas.microsoft.com/office/drawing/2014/main" xmlns="" id="{8F01C788-7951-1BC9-7CAC-C760E1B4F2C9}"/>
              </a:ext>
            </a:extLst>
          </p:cNvPr>
          <p:cNvSpPr/>
          <p:nvPr/>
        </p:nvSpPr>
        <p:spPr>
          <a:xfrm>
            <a:off x="389903" y="4423098"/>
            <a:ext cx="1743697" cy="697564"/>
          </a:xfrm>
          <a:prstGeom prst="round2Diag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sz="3200" i="1" dirty="0"/>
          </a:p>
          <a:p>
            <a:pPr algn="ctr"/>
            <a:endParaRPr lang="fr-FR" sz="3200" dirty="0"/>
          </a:p>
          <a:p>
            <a:pPr algn="ctr"/>
            <a:endParaRPr lang="fr-FR" sz="1400" b="1" u="sng" dirty="0">
              <a:solidFill>
                <a:schemeClr val="accent3"/>
              </a:solidFill>
              <a:latin typeface="Century Gothic" panose="020B0502020202020204" pitchFamily="34" charset="0"/>
            </a:endParaRPr>
          </a:p>
          <a:p>
            <a:pPr algn="ctr"/>
            <a:r>
              <a:rPr lang="fr-FR" sz="1400" b="1" u="sng" dirty="0">
                <a:solidFill>
                  <a:schemeClr val="tx1"/>
                </a:solidFill>
                <a:latin typeface="Century Gothic" panose="020B0502020202020204" pitchFamily="34" charset="0"/>
              </a:rPr>
              <a:t>SGI Africabourse</a:t>
            </a:r>
            <a:endParaRPr lang="fr-FR" sz="1400" b="1" dirty="0">
              <a:solidFill>
                <a:schemeClr val="tx1"/>
              </a:solidFill>
              <a:latin typeface="Century Gothic" panose="020B0502020202020204" pitchFamily="34" charset="0"/>
            </a:endParaRPr>
          </a:p>
          <a:p>
            <a:pPr algn="ctr"/>
            <a:endParaRPr lang="fr-FR" sz="1400" dirty="0">
              <a:latin typeface="Century Gothic" panose="020B0502020202020204" pitchFamily="34" charset="0"/>
            </a:endParaRPr>
          </a:p>
          <a:p>
            <a:endParaRPr lang="fr-FR" sz="3200" dirty="0"/>
          </a:p>
          <a:p>
            <a:endParaRPr lang="fr-FR" sz="3200" dirty="0"/>
          </a:p>
        </p:txBody>
      </p:sp>
      <p:sp>
        <p:nvSpPr>
          <p:cNvPr id="24" name="Rectangle : avec coins arrondis en diagonale 23">
            <a:extLst>
              <a:ext uri="{FF2B5EF4-FFF2-40B4-BE49-F238E27FC236}">
                <a16:creationId xmlns:a16="http://schemas.microsoft.com/office/drawing/2014/main" xmlns="" id="{660EBEA9-AB5F-BCD8-C7F2-F0110A0B75C5}"/>
              </a:ext>
            </a:extLst>
          </p:cNvPr>
          <p:cNvSpPr/>
          <p:nvPr/>
        </p:nvSpPr>
        <p:spPr>
          <a:xfrm>
            <a:off x="2505167" y="4423098"/>
            <a:ext cx="1345437" cy="653410"/>
          </a:xfrm>
          <a:prstGeom prst="round2Diag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sz="3200" i="1" dirty="0"/>
          </a:p>
          <a:p>
            <a:pPr algn="ctr"/>
            <a:endParaRPr lang="fr-FR" sz="3200" dirty="0"/>
          </a:p>
          <a:p>
            <a:pPr algn="ctr"/>
            <a:endParaRPr lang="fr-FR" sz="1400" b="1" u="sng" dirty="0">
              <a:solidFill>
                <a:schemeClr val="accent3"/>
              </a:solidFill>
              <a:latin typeface="Century Gothic" panose="020B0502020202020204" pitchFamily="34" charset="0"/>
            </a:endParaRPr>
          </a:p>
          <a:p>
            <a:pPr algn="ctr"/>
            <a:r>
              <a:rPr lang="fr-FR" sz="1400" b="1" u="sng" dirty="0">
                <a:solidFill>
                  <a:schemeClr val="tx1"/>
                </a:solidFill>
                <a:latin typeface="Century Gothic" panose="020B0502020202020204" pitchFamily="34" charset="0"/>
              </a:rPr>
              <a:t>SGI BENIN</a:t>
            </a:r>
            <a:endParaRPr lang="fr-FR" sz="1400" b="1" dirty="0">
              <a:solidFill>
                <a:schemeClr val="tx1"/>
              </a:solidFill>
              <a:latin typeface="Century Gothic" panose="020B0502020202020204" pitchFamily="34" charset="0"/>
            </a:endParaRPr>
          </a:p>
          <a:p>
            <a:pPr algn="ctr"/>
            <a:endParaRPr lang="fr-FR" sz="1400" dirty="0">
              <a:latin typeface="Century Gothic" panose="020B0502020202020204" pitchFamily="34" charset="0"/>
            </a:endParaRPr>
          </a:p>
          <a:p>
            <a:endParaRPr lang="fr-FR" sz="3200" dirty="0"/>
          </a:p>
          <a:p>
            <a:endParaRPr lang="fr-FR" sz="3200" dirty="0"/>
          </a:p>
        </p:txBody>
      </p:sp>
      <p:sp>
        <p:nvSpPr>
          <p:cNvPr id="35" name="Rectangle : avec coins arrondis en diagonale 34">
            <a:extLst>
              <a:ext uri="{FF2B5EF4-FFF2-40B4-BE49-F238E27FC236}">
                <a16:creationId xmlns:a16="http://schemas.microsoft.com/office/drawing/2014/main" xmlns="" id="{FC9BE10B-40AD-E29C-923A-384F21E8DA40}"/>
              </a:ext>
            </a:extLst>
          </p:cNvPr>
          <p:cNvSpPr/>
          <p:nvPr/>
        </p:nvSpPr>
        <p:spPr>
          <a:xfrm>
            <a:off x="4262701" y="4411044"/>
            <a:ext cx="1345437" cy="649181"/>
          </a:xfrm>
          <a:prstGeom prst="round2Diag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sz="3200" i="1" dirty="0"/>
          </a:p>
          <a:p>
            <a:pPr algn="ctr"/>
            <a:endParaRPr lang="fr-FR" sz="3200" dirty="0"/>
          </a:p>
          <a:p>
            <a:pPr algn="ctr"/>
            <a:endParaRPr lang="fr-FR" sz="1400" b="1" u="sng" dirty="0">
              <a:solidFill>
                <a:schemeClr val="accent3"/>
              </a:solidFill>
              <a:latin typeface="Century Gothic" panose="020B0502020202020204" pitchFamily="34" charset="0"/>
            </a:endParaRPr>
          </a:p>
          <a:p>
            <a:pPr algn="ctr"/>
            <a:r>
              <a:rPr lang="fr-FR" sz="1400" b="1" u="sng" dirty="0">
                <a:solidFill>
                  <a:schemeClr val="tx1"/>
                </a:solidFill>
                <a:latin typeface="Century Gothic" panose="020B0502020202020204" pitchFamily="34" charset="0"/>
              </a:rPr>
              <a:t>SGI UCA </a:t>
            </a:r>
            <a:endParaRPr lang="fr-FR" sz="1400" b="1" dirty="0">
              <a:solidFill>
                <a:schemeClr val="tx1"/>
              </a:solidFill>
              <a:latin typeface="Century Gothic" panose="020B0502020202020204" pitchFamily="34" charset="0"/>
            </a:endParaRPr>
          </a:p>
          <a:p>
            <a:pPr algn="ctr"/>
            <a:endParaRPr lang="fr-FR" sz="1400" dirty="0">
              <a:latin typeface="Century Gothic" panose="020B0502020202020204" pitchFamily="34" charset="0"/>
            </a:endParaRPr>
          </a:p>
          <a:p>
            <a:endParaRPr lang="fr-FR" sz="3200" dirty="0"/>
          </a:p>
          <a:p>
            <a:endParaRPr lang="fr-FR" sz="3200" dirty="0"/>
          </a:p>
        </p:txBody>
      </p:sp>
      <p:sp>
        <p:nvSpPr>
          <p:cNvPr id="48" name="Rectangle : avec coins arrondis en diagonale 47">
            <a:extLst>
              <a:ext uri="{FF2B5EF4-FFF2-40B4-BE49-F238E27FC236}">
                <a16:creationId xmlns:a16="http://schemas.microsoft.com/office/drawing/2014/main" xmlns="" id="{67432557-16D2-64FC-A897-37F693523459}"/>
              </a:ext>
            </a:extLst>
          </p:cNvPr>
          <p:cNvSpPr/>
          <p:nvPr/>
        </p:nvSpPr>
        <p:spPr>
          <a:xfrm>
            <a:off x="9643887" y="4358978"/>
            <a:ext cx="1963932" cy="649181"/>
          </a:xfrm>
          <a:prstGeom prst="round2Diag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sz="3200" dirty="0"/>
          </a:p>
          <a:p>
            <a:pPr algn="ctr"/>
            <a:endParaRPr lang="fr-FR" sz="3200" dirty="0"/>
          </a:p>
          <a:p>
            <a:pPr algn="ctr"/>
            <a:endParaRPr lang="fr-FR" sz="3200" dirty="0"/>
          </a:p>
          <a:p>
            <a:pPr algn="ctr"/>
            <a:r>
              <a:rPr lang="fr-FR" sz="1400" b="1" u="sng" dirty="0">
                <a:solidFill>
                  <a:schemeClr val="tx1"/>
                </a:solidFill>
                <a:latin typeface="Century Gothic" panose="020B0502020202020204" pitchFamily="34" charset="0"/>
              </a:rPr>
              <a:t>SGI BOA CAPITAL SECURITIES</a:t>
            </a:r>
            <a:endParaRPr lang="fr-FR" sz="1400" b="1" dirty="0">
              <a:solidFill>
                <a:schemeClr val="tx1"/>
              </a:solidFill>
              <a:latin typeface="Century Gothic" panose="020B0502020202020204" pitchFamily="34" charset="0"/>
            </a:endParaRPr>
          </a:p>
          <a:p>
            <a:pPr algn="ctr"/>
            <a:endParaRPr lang="fr-FR" sz="3200" dirty="0"/>
          </a:p>
          <a:p>
            <a:endParaRPr lang="fr-FR" sz="3200" dirty="0"/>
          </a:p>
          <a:p>
            <a:endParaRPr lang="fr-FR" sz="3200" dirty="0"/>
          </a:p>
        </p:txBody>
      </p:sp>
      <p:sp>
        <p:nvSpPr>
          <p:cNvPr id="51" name="Rectangle : avec coins arrondis en diagonale 50">
            <a:extLst>
              <a:ext uri="{FF2B5EF4-FFF2-40B4-BE49-F238E27FC236}">
                <a16:creationId xmlns:a16="http://schemas.microsoft.com/office/drawing/2014/main" xmlns="" id="{7024CAA6-1875-AF25-2965-B509AF324F41}"/>
              </a:ext>
            </a:extLst>
          </p:cNvPr>
          <p:cNvSpPr/>
          <p:nvPr/>
        </p:nvSpPr>
        <p:spPr>
          <a:xfrm>
            <a:off x="7892825" y="4388781"/>
            <a:ext cx="1345438" cy="649181"/>
          </a:xfrm>
          <a:prstGeom prst="round2Diag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dirty="0"/>
          </a:p>
          <a:p>
            <a:pPr algn="ctr"/>
            <a:endParaRPr lang="fr-FR" dirty="0"/>
          </a:p>
          <a:p>
            <a:pPr algn="ctr"/>
            <a:endParaRPr lang="fr-FR" dirty="0"/>
          </a:p>
          <a:p>
            <a:pPr algn="ctr"/>
            <a:r>
              <a:rPr lang="fr-FR" sz="1400" b="1" u="sng" dirty="0">
                <a:solidFill>
                  <a:schemeClr val="tx1"/>
                </a:solidFill>
                <a:latin typeface="Century Gothic" panose="020B0502020202020204" pitchFamily="34" charset="0"/>
              </a:rPr>
              <a:t>SGI AGI</a:t>
            </a:r>
            <a:endParaRPr lang="fr-FR" sz="1400" b="1" dirty="0">
              <a:solidFill>
                <a:schemeClr val="tx1"/>
              </a:solidFill>
              <a:latin typeface="Century Gothic" panose="020B0502020202020204" pitchFamily="34" charset="0"/>
            </a:endParaRPr>
          </a:p>
          <a:p>
            <a:pPr algn="ctr"/>
            <a:endParaRPr lang="fr-FR" dirty="0"/>
          </a:p>
          <a:p>
            <a:endParaRPr lang="fr-FR" dirty="0"/>
          </a:p>
          <a:p>
            <a:endParaRPr lang="fr-FR" dirty="0"/>
          </a:p>
        </p:txBody>
      </p:sp>
      <p:sp>
        <p:nvSpPr>
          <p:cNvPr id="4" name="Légende : flèche vers le bas 3">
            <a:extLst>
              <a:ext uri="{FF2B5EF4-FFF2-40B4-BE49-F238E27FC236}">
                <a16:creationId xmlns:a16="http://schemas.microsoft.com/office/drawing/2014/main" xmlns="" id="{0EED2F66-F5C8-582E-DB3A-5AD702F52454}"/>
              </a:ext>
            </a:extLst>
          </p:cNvPr>
          <p:cNvSpPr/>
          <p:nvPr/>
        </p:nvSpPr>
        <p:spPr>
          <a:xfrm>
            <a:off x="1354689" y="3234159"/>
            <a:ext cx="8712200" cy="546133"/>
          </a:xfrm>
          <a:prstGeom prst="downArrowCallou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r>
              <a:rPr lang="fr-FR" sz="1800" b="1" dirty="0">
                <a:latin typeface="Century Gothic" panose="020B0502020202020204" pitchFamily="34" charset="0"/>
              </a:rPr>
              <a:t>SGI au Bénin :</a:t>
            </a:r>
          </a:p>
        </p:txBody>
      </p:sp>
      <p:sp>
        <p:nvSpPr>
          <p:cNvPr id="7" name="Rectangle : avec coins arrondis en diagonale 6">
            <a:extLst>
              <a:ext uri="{FF2B5EF4-FFF2-40B4-BE49-F238E27FC236}">
                <a16:creationId xmlns:a16="http://schemas.microsoft.com/office/drawing/2014/main" xmlns="" id="{FEC634DA-CE6C-7C12-317C-860722079E15}"/>
              </a:ext>
            </a:extLst>
          </p:cNvPr>
          <p:cNvSpPr/>
          <p:nvPr/>
        </p:nvSpPr>
        <p:spPr>
          <a:xfrm>
            <a:off x="6042150" y="4408481"/>
            <a:ext cx="1345438" cy="621967"/>
          </a:xfrm>
          <a:prstGeom prst="round2Diag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fr-FR" sz="3200" i="1" dirty="0"/>
          </a:p>
          <a:p>
            <a:pPr algn="ctr"/>
            <a:endParaRPr lang="fr-FR" sz="3200" dirty="0"/>
          </a:p>
          <a:p>
            <a:pPr algn="ctr"/>
            <a:endParaRPr lang="fr-FR" sz="1400" b="1" u="sng" dirty="0">
              <a:solidFill>
                <a:schemeClr val="accent3"/>
              </a:solidFill>
              <a:latin typeface="Century Gothic" panose="020B0502020202020204" pitchFamily="34" charset="0"/>
            </a:endParaRPr>
          </a:p>
          <a:p>
            <a:pPr algn="ctr"/>
            <a:r>
              <a:rPr lang="fr-FR" sz="1400" b="1" u="sng" dirty="0">
                <a:solidFill>
                  <a:schemeClr val="tx1"/>
                </a:solidFill>
                <a:latin typeface="Century Gothic" panose="020B0502020202020204" pitchFamily="34" charset="0"/>
              </a:rPr>
              <a:t>SGI BFS</a:t>
            </a:r>
            <a:endParaRPr lang="fr-FR" sz="1400" b="1" dirty="0">
              <a:solidFill>
                <a:schemeClr val="tx1"/>
              </a:solidFill>
              <a:latin typeface="Century Gothic" panose="020B0502020202020204" pitchFamily="34" charset="0"/>
            </a:endParaRPr>
          </a:p>
          <a:p>
            <a:pPr algn="ctr"/>
            <a:endParaRPr lang="fr-FR" sz="1400" dirty="0">
              <a:latin typeface="Century Gothic" panose="020B0502020202020204" pitchFamily="34" charset="0"/>
            </a:endParaRPr>
          </a:p>
          <a:p>
            <a:endParaRPr lang="fr-FR" sz="3200" dirty="0"/>
          </a:p>
          <a:p>
            <a:endParaRPr lang="fr-FR" sz="3200" dirty="0"/>
          </a:p>
        </p:txBody>
      </p:sp>
      <p:pic>
        <p:nvPicPr>
          <p:cNvPr id="43" name="Image 42">
            <a:extLst>
              <a:ext uri="{FF2B5EF4-FFF2-40B4-BE49-F238E27FC236}">
                <a16:creationId xmlns:a16="http://schemas.microsoft.com/office/drawing/2014/main" xmlns="" id="{C4216A53-926B-0BC1-5CCA-C218B60ACA4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097343" y="1985838"/>
            <a:ext cx="2219325" cy="927735"/>
          </a:xfrm>
          <a:prstGeom prst="rect">
            <a:avLst/>
          </a:prstGeom>
          <a:noFill/>
          <a:ln>
            <a:noFill/>
          </a:ln>
        </p:spPr>
      </p:pic>
      <p:pic>
        <p:nvPicPr>
          <p:cNvPr id="44" name="Image 43" descr="Une image contenant logo, Bleu électrique, Police, Graphique&#10;&#10;Description générée automatiquement">
            <a:extLst>
              <a:ext uri="{FF2B5EF4-FFF2-40B4-BE49-F238E27FC236}">
                <a16:creationId xmlns:a16="http://schemas.microsoft.com/office/drawing/2014/main" xmlns="" id="{27DCD200-F50C-D7D7-74BF-AFE1DE1F565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538835" y="1901329"/>
            <a:ext cx="2100462" cy="1004872"/>
          </a:xfrm>
          <a:prstGeom prst="rect">
            <a:avLst/>
          </a:prstGeom>
          <a:noFill/>
          <a:ln>
            <a:noFill/>
          </a:ln>
        </p:spPr>
      </p:pic>
      <p:pic>
        <p:nvPicPr>
          <p:cNvPr id="59" name="Image 58" descr="Une image contenant logo, texte, Graphique, symbole&#10;&#10;Description générée automatiquement">
            <a:extLst>
              <a:ext uri="{FF2B5EF4-FFF2-40B4-BE49-F238E27FC236}">
                <a16:creationId xmlns:a16="http://schemas.microsoft.com/office/drawing/2014/main" xmlns="" id="{A4E3FBC5-59AB-63D3-5981-AB706972D8D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9529511" y="1898056"/>
            <a:ext cx="2234705" cy="797603"/>
          </a:xfrm>
          <a:prstGeom prst="rect">
            <a:avLst/>
          </a:prstGeom>
          <a:noFill/>
          <a:ln>
            <a:noFill/>
          </a:ln>
        </p:spPr>
      </p:pic>
      <p:pic>
        <p:nvPicPr>
          <p:cNvPr id="62" name="Image 61" descr="Une image contenant texte, Police, Graphique, Bleu électrique&#10;&#10;Description générée automatiquement">
            <a:extLst>
              <a:ext uri="{FF2B5EF4-FFF2-40B4-BE49-F238E27FC236}">
                <a16:creationId xmlns:a16="http://schemas.microsoft.com/office/drawing/2014/main" xmlns="" id="{D1C88D25-7BFE-7B09-FB9B-ADBE824CBE3B}"/>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801884" y="1936527"/>
            <a:ext cx="1995265" cy="800895"/>
          </a:xfrm>
          <a:prstGeom prst="rect">
            <a:avLst/>
          </a:prstGeom>
          <a:noFill/>
          <a:ln>
            <a:noFill/>
          </a:ln>
        </p:spPr>
      </p:pic>
      <p:pic>
        <p:nvPicPr>
          <p:cNvPr id="63" name="Image 62">
            <a:extLst>
              <a:ext uri="{FF2B5EF4-FFF2-40B4-BE49-F238E27FC236}">
                <a16:creationId xmlns:a16="http://schemas.microsoft.com/office/drawing/2014/main" xmlns="" id="{6B49E8A1-EBD9-5DA1-ABFA-1878455EA490}"/>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70544" y="1839787"/>
            <a:ext cx="2248120" cy="895109"/>
          </a:xfrm>
          <a:prstGeom prst="rect">
            <a:avLst/>
          </a:prstGeom>
          <a:noFill/>
          <a:ln>
            <a:noFill/>
          </a:ln>
        </p:spPr>
      </p:pic>
      <p:pic>
        <p:nvPicPr>
          <p:cNvPr id="64" name="Image 63">
            <a:extLst>
              <a:ext uri="{FF2B5EF4-FFF2-40B4-BE49-F238E27FC236}">
                <a16:creationId xmlns:a16="http://schemas.microsoft.com/office/drawing/2014/main" xmlns="" id="{CD8A2070-B576-1038-EDA8-EC5039B2FCE4}"/>
              </a:ext>
            </a:extLst>
          </p:cNvPr>
          <p:cNvPicPr>
            <a:picLocks noChangeAspect="1"/>
          </p:cNvPicPr>
          <p:nvPr/>
        </p:nvPicPr>
        <p:blipFill>
          <a:blip r:embed="rId7">
            <a:extLst>
              <a:ext uri="{28A0092B-C50C-407E-A947-70E740481C1C}">
                <a14:useLocalDpi xmlns:a14="http://schemas.microsoft.com/office/drawing/2010/main" val="0"/>
              </a:ext>
            </a:extLst>
          </a:blip>
          <a:srcRect/>
          <a:stretch>
            <a:fillRect/>
          </a:stretch>
        </p:blipFill>
        <p:spPr bwMode="auto">
          <a:xfrm>
            <a:off x="4199594" y="4343839"/>
            <a:ext cx="1436932" cy="783590"/>
          </a:xfrm>
          <a:prstGeom prst="rect">
            <a:avLst/>
          </a:prstGeom>
          <a:noFill/>
          <a:ln>
            <a:noFill/>
          </a:ln>
        </p:spPr>
      </p:pic>
      <p:pic>
        <p:nvPicPr>
          <p:cNvPr id="67" name="Image 66">
            <a:extLst>
              <a:ext uri="{FF2B5EF4-FFF2-40B4-BE49-F238E27FC236}">
                <a16:creationId xmlns:a16="http://schemas.microsoft.com/office/drawing/2014/main" xmlns="" id="{9C5D0A8B-948B-970C-4400-314FA3B142DB}"/>
              </a:ext>
            </a:extLst>
          </p:cNvPr>
          <p:cNvPicPr>
            <a:picLocks noChangeAspect="1"/>
          </p:cNvPicPr>
          <p:nvPr/>
        </p:nvPicPr>
        <p:blipFill>
          <a:blip r:embed="rId8">
            <a:extLst>
              <a:ext uri="{28A0092B-C50C-407E-A947-70E740481C1C}">
                <a14:useLocalDpi xmlns:a14="http://schemas.microsoft.com/office/drawing/2010/main" val="0"/>
              </a:ext>
            </a:extLst>
          </a:blip>
          <a:srcRect/>
          <a:stretch>
            <a:fillRect/>
          </a:stretch>
        </p:blipFill>
        <p:spPr bwMode="auto">
          <a:xfrm>
            <a:off x="7834827" y="4358978"/>
            <a:ext cx="1436932" cy="724062"/>
          </a:xfrm>
          <a:prstGeom prst="rect">
            <a:avLst/>
          </a:prstGeom>
          <a:noFill/>
          <a:ln>
            <a:noFill/>
          </a:ln>
        </p:spPr>
      </p:pic>
      <p:pic>
        <p:nvPicPr>
          <p:cNvPr id="68" name="Image 67">
            <a:extLst>
              <a:ext uri="{FF2B5EF4-FFF2-40B4-BE49-F238E27FC236}">
                <a16:creationId xmlns:a16="http://schemas.microsoft.com/office/drawing/2014/main" xmlns="" id="{051A9133-0247-7DA5-8438-524697F1DA6A}"/>
              </a:ext>
            </a:extLst>
          </p:cNvPr>
          <p:cNvPicPr>
            <a:picLocks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6016230" y="4358978"/>
            <a:ext cx="1446469" cy="743404"/>
          </a:xfrm>
          <a:prstGeom prst="rect">
            <a:avLst/>
          </a:prstGeom>
          <a:noFill/>
          <a:ln>
            <a:noFill/>
          </a:ln>
        </p:spPr>
      </p:pic>
      <p:pic>
        <p:nvPicPr>
          <p:cNvPr id="69" name="Image 68">
            <a:extLst>
              <a:ext uri="{FF2B5EF4-FFF2-40B4-BE49-F238E27FC236}">
                <a16:creationId xmlns:a16="http://schemas.microsoft.com/office/drawing/2014/main" xmlns="" id="{3523F76B-79FF-B185-F0A4-500CED339839}"/>
              </a:ext>
            </a:extLst>
          </p:cNvPr>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9593465" y="4237279"/>
            <a:ext cx="2014354" cy="1031921"/>
          </a:xfrm>
          <a:prstGeom prst="rect">
            <a:avLst/>
          </a:prstGeom>
          <a:noFill/>
          <a:ln>
            <a:noFill/>
          </a:ln>
        </p:spPr>
      </p:pic>
      <p:pic>
        <p:nvPicPr>
          <p:cNvPr id="70" name="Image 69">
            <a:extLst>
              <a:ext uri="{FF2B5EF4-FFF2-40B4-BE49-F238E27FC236}">
                <a16:creationId xmlns:a16="http://schemas.microsoft.com/office/drawing/2014/main" xmlns="" id="{0F9006BD-2262-9CCC-B822-D8E2A2A165D4}"/>
              </a:ext>
            </a:extLst>
          </p:cNvPr>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2447169" y="4300230"/>
            <a:ext cx="1450864" cy="783590"/>
          </a:xfrm>
          <a:prstGeom prst="rect">
            <a:avLst/>
          </a:prstGeom>
          <a:noFill/>
          <a:ln>
            <a:noFill/>
          </a:ln>
        </p:spPr>
      </p:pic>
      <p:pic>
        <p:nvPicPr>
          <p:cNvPr id="72" name="Image 71" descr="Une image contenant Police, logo, Graphique, texte&#10;&#10;Description générée automatiquement">
            <a:extLst>
              <a:ext uri="{FF2B5EF4-FFF2-40B4-BE49-F238E27FC236}">
                <a16:creationId xmlns:a16="http://schemas.microsoft.com/office/drawing/2014/main" xmlns="" id="{E87733D3-4335-0DF0-FC19-29C7D88C99CD}"/>
              </a:ext>
            </a:extLst>
          </p:cNvPr>
          <p:cNvPicPr>
            <a:picLocks noChangeAspect="1"/>
          </p:cNvPicPr>
          <p:nvPr/>
        </p:nvPicPr>
        <p:blipFill>
          <a:blip r:embed="rId12">
            <a:extLst>
              <a:ext uri="{28A0092B-C50C-407E-A947-70E740481C1C}">
                <a14:useLocalDpi xmlns:a14="http://schemas.microsoft.com/office/drawing/2010/main" val="0"/>
              </a:ext>
            </a:extLst>
          </a:blip>
          <a:srcRect/>
          <a:stretch>
            <a:fillRect/>
          </a:stretch>
        </p:blipFill>
        <p:spPr bwMode="auto">
          <a:xfrm>
            <a:off x="216414" y="4386666"/>
            <a:ext cx="2230755" cy="731400"/>
          </a:xfrm>
          <a:prstGeom prst="rect">
            <a:avLst/>
          </a:prstGeom>
          <a:noFill/>
          <a:ln>
            <a:noFill/>
          </a:ln>
        </p:spPr>
      </p:pic>
    </p:spTree>
    <p:extLst>
      <p:ext uri="{BB962C8B-B14F-4D97-AF65-F5344CB8AC3E}">
        <p14:creationId xmlns:p14="http://schemas.microsoft.com/office/powerpoint/2010/main" val="134706234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2"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wipe(right)">
                                      <p:cBhvr>
                                        <p:cTn id="7" dur="500"/>
                                        <p:tgtEl>
                                          <p:spTgt spid="25"/>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56"/>
                                        </p:tgtEl>
                                        <p:attrNameLst>
                                          <p:attrName>style.visibility</p:attrName>
                                        </p:attrNameLst>
                                      </p:cBhvr>
                                      <p:to>
                                        <p:strVal val="visible"/>
                                      </p:to>
                                    </p:set>
                                    <p:anim calcmode="lin" valueType="num">
                                      <p:cBhvr>
                                        <p:cTn id="11" dur="500" fill="hold"/>
                                        <p:tgtEl>
                                          <p:spTgt spid="56"/>
                                        </p:tgtEl>
                                        <p:attrNameLst>
                                          <p:attrName>ppt_w</p:attrName>
                                        </p:attrNameLst>
                                      </p:cBhvr>
                                      <p:tavLst>
                                        <p:tav tm="0">
                                          <p:val>
                                            <p:fltVal val="0"/>
                                          </p:val>
                                        </p:tav>
                                        <p:tav tm="100000">
                                          <p:val>
                                            <p:strVal val="#ppt_w"/>
                                          </p:val>
                                        </p:tav>
                                      </p:tavLst>
                                    </p:anim>
                                    <p:anim calcmode="lin" valueType="num">
                                      <p:cBhvr>
                                        <p:cTn id="12" dur="500" fill="hold"/>
                                        <p:tgtEl>
                                          <p:spTgt spid="56"/>
                                        </p:tgtEl>
                                        <p:attrNameLst>
                                          <p:attrName>ppt_h</p:attrName>
                                        </p:attrNameLst>
                                      </p:cBhvr>
                                      <p:tavLst>
                                        <p:tav tm="0">
                                          <p:val>
                                            <p:fltVal val="0"/>
                                          </p:val>
                                        </p:tav>
                                        <p:tav tm="100000">
                                          <p:val>
                                            <p:strVal val="#ppt_h"/>
                                          </p:val>
                                        </p:tav>
                                      </p:tavLst>
                                    </p:anim>
                                    <p:animEffect transition="in" filter="fade">
                                      <p:cBhvr>
                                        <p:cTn id="13" dur="500"/>
                                        <p:tgtEl>
                                          <p:spTgt spid="56"/>
                                        </p:tgtEl>
                                      </p:cBhvr>
                                    </p:animEffect>
                                  </p:childTnLst>
                                </p:cTn>
                              </p:par>
                            </p:childTnLst>
                          </p:cTn>
                        </p:par>
                        <p:par>
                          <p:cTn id="14"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50"/>
                                        </p:tgtEl>
                                        <p:attrNameLst>
                                          <p:attrName>style.visibility</p:attrName>
                                        </p:attrNameLst>
                                      </p:cBhvr>
                                      <p:to>
                                        <p:strVal val="visible"/>
                                      </p:to>
                                    </p:set>
                                    <p:anim calcmode="lin" valueType="num">
                                      <p:cBhvr>
                                        <p:cTn id="17" dur="500" fill="hold"/>
                                        <p:tgtEl>
                                          <p:spTgt spid="50"/>
                                        </p:tgtEl>
                                        <p:attrNameLst>
                                          <p:attrName>ppt_w</p:attrName>
                                        </p:attrNameLst>
                                      </p:cBhvr>
                                      <p:tavLst>
                                        <p:tav tm="0">
                                          <p:val>
                                            <p:fltVal val="0"/>
                                          </p:val>
                                        </p:tav>
                                        <p:tav tm="100000">
                                          <p:val>
                                            <p:strVal val="#ppt_w"/>
                                          </p:val>
                                        </p:tav>
                                      </p:tavLst>
                                    </p:anim>
                                    <p:anim calcmode="lin" valueType="num">
                                      <p:cBhvr>
                                        <p:cTn id="18" dur="500" fill="hold"/>
                                        <p:tgtEl>
                                          <p:spTgt spid="50"/>
                                        </p:tgtEl>
                                        <p:attrNameLst>
                                          <p:attrName>ppt_h</p:attrName>
                                        </p:attrNameLst>
                                      </p:cBhvr>
                                      <p:tavLst>
                                        <p:tav tm="0">
                                          <p:val>
                                            <p:fltVal val="0"/>
                                          </p:val>
                                        </p:tav>
                                        <p:tav tm="100000">
                                          <p:val>
                                            <p:strVal val="#ppt_h"/>
                                          </p:val>
                                        </p:tav>
                                      </p:tavLst>
                                    </p:anim>
                                    <p:animEffect transition="in" filter="fade">
                                      <p:cBhvr>
                                        <p:cTn id="19" dur="500"/>
                                        <p:tgtEl>
                                          <p:spTgt spid="50"/>
                                        </p:tgtEl>
                                      </p:cBhvr>
                                    </p:animEffect>
                                  </p:childTnLst>
                                </p:cTn>
                              </p:par>
                            </p:childTnLst>
                          </p:cTn>
                        </p:par>
                        <p:par>
                          <p:cTn id="20" fill="hold">
                            <p:stCondLst>
                              <p:cond delay="1500"/>
                            </p:stCondLst>
                            <p:childTnLst>
                              <p:par>
                                <p:cTn id="21" presetID="22" presetClass="entr" presetSubtype="2" fill="hold" grpId="0" nodeType="after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wipe(right)">
                                      <p:cBhvr>
                                        <p:cTn id="23" dur="500"/>
                                        <p:tgtEl>
                                          <p:spTgt spid="32"/>
                                        </p:tgtEl>
                                      </p:cBhvr>
                                    </p:animEffect>
                                  </p:childTnLst>
                                </p:cTn>
                              </p:par>
                            </p:childTnLst>
                          </p:cTn>
                        </p:par>
                        <p:par>
                          <p:cTn id="24" fill="hold">
                            <p:stCondLst>
                              <p:cond delay="2000"/>
                            </p:stCondLst>
                            <p:childTnLst>
                              <p:par>
                                <p:cTn id="25" presetID="22" presetClass="entr" presetSubtype="2" fill="hold"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wipe(right)">
                                      <p:cBhvr>
                                        <p:cTn id="27" dur="500"/>
                                        <p:tgtEl>
                                          <p:spTgt spid="27"/>
                                        </p:tgtEl>
                                      </p:cBhvr>
                                    </p:animEffect>
                                  </p:childTnLst>
                                </p:cTn>
                              </p:par>
                            </p:childTnLst>
                          </p:cTn>
                        </p:par>
                        <p:par>
                          <p:cTn id="28" fill="hold">
                            <p:stCondLst>
                              <p:cond delay="2500"/>
                            </p:stCondLst>
                            <p:childTnLst>
                              <p:par>
                                <p:cTn id="29" presetID="53" presetClass="entr" presetSubtype="16" fill="hold" grpId="0" nodeType="afterEffect">
                                  <p:stCondLst>
                                    <p:cond delay="0"/>
                                  </p:stCondLst>
                                  <p:childTnLst>
                                    <p:set>
                                      <p:cBhvr>
                                        <p:cTn id="30" dur="1" fill="hold">
                                          <p:stCondLst>
                                            <p:cond delay="0"/>
                                          </p:stCondLst>
                                        </p:cTn>
                                        <p:tgtEl>
                                          <p:spTgt spid="57"/>
                                        </p:tgtEl>
                                        <p:attrNameLst>
                                          <p:attrName>style.visibility</p:attrName>
                                        </p:attrNameLst>
                                      </p:cBhvr>
                                      <p:to>
                                        <p:strVal val="visible"/>
                                      </p:to>
                                    </p:set>
                                    <p:anim calcmode="lin" valueType="num">
                                      <p:cBhvr>
                                        <p:cTn id="31" dur="500" fill="hold"/>
                                        <p:tgtEl>
                                          <p:spTgt spid="57"/>
                                        </p:tgtEl>
                                        <p:attrNameLst>
                                          <p:attrName>ppt_w</p:attrName>
                                        </p:attrNameLst>
                                      </p:cBhvr>
                                      <p:tavLst>
                                        <p:tav tm="0">
                                          <p:val>
                                            <p:fltVal val="0"/>
                                          </p:val>
                                        </p:tav>
                                        <p:tav tm="100000">
                                          <p:val>
                                            <p:strVal val="#ppt_w"/>
                                          </p:val>
                                        </p:tav>
                                      </p:tavLst>
                                    </p:anim>
                                    <p:anim calcmode="lin" valueType="num">
                                      <p:cBhvr>
                                        <p:cTn id="32" dur="500" fill="hold"/>
                                        <p:tgtEl>
                                          <p:spTgt spid="57"/>
                                        </p:tgtEl>
                                        <p:attrNameLst>
                                          <p:attrName>ppt_h</p:attrName>
                                        </p:attrNameLst>
                                      </p:cBhvr>
                                      <p:tavLst>
                                        <p:tav tm="0">
                                          <p:val>
                                            <p:fltVal val="0"/>
                                          </p:val>
                                        </p:tav>
                                        <p:tav tm="100000">
                                          <p:val>
                                            <p:strVal val="#ppt_h"/>
                                          </p:val>
                                        </p:tav>
                                      </p:tavLst>
                                    </p:anim>
                                    <p:animEffect transition="in" filter="fade">
                                      <p:cBhvr>
                                        <p:cTn id="33" dur="500"/>
                                        <p:tgtEl>
                                          <p:spTgt spid="57"/>
                                        </p:tgtEl>
                                      </p:cBhvr>
                                    </p:animEffect>
                                  </p:childTnLst>
                                </p:cTn>
                              </p:par>
                            </p:childTnLst>
                          </p:cTn>
                        </p:par>
                        <p:par>
                          <p:cTn id="34" fill="hold">
                            <p:stCondLst>
                              <p:cond delay="3000"/>
                            </p:stCondLst>
                            <p:childTnLst>
                              <p:par>
                                <p:cTn id="35" presetID="53" presetClass="entr" presetSubtype="16" fill="hold" grpId="0" nodeType="afterEffect">
                                  <p:stCondLst>
                                    <p:cond delay="0"/>
                                  </p:stCondLst>
                                  <p:childTnLst>
                                    <p:set>
                                      <p:cBhvr>
                                        <p:cTn id="36" dur="1" fill="hold">
                                          <p:stCondLst>
                                            <p:cond delay="0"/>
                                          </p:stCondLst>
                                        </p:cTn>
                                        <p:tgtEl>
                                          <p:spTgt spid="53"/>
                                        </p:tgtEl>
                                        <p:attrNameLst>
                                          <p:attrName>style.visibility</p:attrName>
                                        </p:attrNameLst>
                                      </p:cBhvr>
                                      <p:to>
                                        <p:strVal val="visible"/>
                                      </p:to>
                                    </p:set>
                                    <p:anim calcmode="lin" valueType="num">
                                      <p:cBhvr>
                                        <p:cTn id="37" dur="500" fill="hold"/>
                                        <p:tgtEl>
                                          <p:spTgt spid="53"/>
                                        </p:tgtEl>
                                        <p:attrNameLst>
                                          <p:attrName>ppt_w</p:attrName>
                                        </p:attrNameLst>
                                      </p:cBhvr>
                                      <p:tavLst>
                                        <p:tav tm="0">
                                          <p:val>
                                            <p:fltVal val="0"/>
                                          </p:val>
                                        </p:tav>
                                        <p:tav tm="100000">
                                          <p:val>
                                            <p:strVal val="#ppt_w"/>
                                          </p:val>
                                        </p:tav>
                                      </p:tavLst>
                                    </p:anim>
                                    <p:anim calcmode="lin" valueType="num">
                                      <p:cBhvr>
                                        <p:cTn id="38" dur="500" fill="hold"/>
                                        <p:tgtEl>
                                          <p:spTgt spid="53"/>
                                        </p:tgtEl>
                                        <p:attrNameLst>
                                          <p:attrName>ppt_h</p:attrName>
                                        </p:attrNameLst>
                                      </p:cBhvr>
                                      <p:tavLst>
                                        <p:tav tm="0">
                                          <p:val>
                                            <p:fltVal val="0"/>
                                          </p:val>
                                        </p:tav>
                                        <p:tav tm="100000">
                                          <p:val>
                                            <p:strVal val="#ppt_h"/>
                                          </p:val>
                                        </p:tav>
                                      </p:tavLst>
                                    </p:anim>
                                    <p:animEffect transition="in" filter="fade">
                                      <p:cBhvr>
                                        <p:cTn id="39" dur="500"/>
                                        <p:tgtEl>
                                          <p:spTgt spid="53"/>
                                        </p:tgtEl>
                                      </p:cBhvr>
                                    </p:animEffect>
                                  </p:childTnLst>
                                </p:cTn>
                              </p:par>
                            </p:childTnLst>
                          </p:cTn>
                        </p:par>
                        <p:par>
                          <p:cTn id="40" fill="hold">
                            <p:stCondLst>
                              <p:cond delay="3500"/>
                            </p:stCondLst>
                            <p:childTnLst>
                              <p:par>
                                <p:cTn id="41" presetID="22" presetClass="entr" presetSubtype="2" fill="hold" grpId="0" nodeType="afterEffect">
                                  <p:stCondLst>
                                    <p:cond delay="0"/>
                                  </p:stCondLst>
                                  <p:childTnLst>
                                    <p:set>
                                      <p:cBhvr>
                                        <p:cTn id="42" dur="1" fill="hold">
                                          <p:stCondLst>
                                            <p:cond delay="0"/>
                                          </p:stCondLst>
                                        </p:cTn>
                                        <p:tgtEl>
                                          <p:spTgt spid="33"/>
                                        </p:tgtEl>
                                        <p:attrNameLst>
                                          <p:attrName>style.visibility</p:attrName>
                                        </p:attrNameLst>
                                      </p:cBhvr>
                                      <p:to>
                                        <p:strVal val="visible"/>
                                      </p:to>
                                    </p:set>
                                    <p:animEffect transition="in" filter="wipe(right)">
                                      <p:cBhvr>
                                        <p:cTn id="43" dur="500"/>
                                        <p:tgtEl>
                                          <p:spTgt spid="33"/>
                                        </p:tgtEl>
                                      </p:cBhvr>
                                    </p:animEffect>
                                  </p:childTnLst>
                                </p:cTn>
                              </p:par>
                            </p:childTnLst>
                          </p:cTn>
                        </p:par>
                        <p:par>
                          <p:cTn id="44" fill="hold">
                            <p:stCondLst>
                              <p:cond delay="4000"/>
                            </p:stCondLst>
                            <p:childTnLst>
                              <p:par>
                                <p:cTn id="45" presetID="22" presetClass="entr" presetSubtype="2" fill="hold" nodeType="afterEffect">
                                  <p:stCondLst>
                                    <p:cond delay="0"/>
                                  </p:stCondLst>
                                  <p:childTnLst>
                                    <p:set>
                                      <p:cBhvr>
                                        <p:cTn id="46" dur="1" fill="hold">
                                          <p:stCondLst>
                                            <p:cond delay="0"/>
                                          </p:stCondLst>
                                        </p:cTn>
                                        <p:tgtEl>
                                          <p:spTgt spid="26"/>
                                        </p:tgtEl>
                                        <p:attrNameLst>
                                          <p:attrName>style.visibility</p:attrName>
                                        </p:attrNameLst>
                                      </p:cBhvr>
                                      <p:to>
                                        <p:strVal val="visible"/>
                                      </p:to>
                                    </p:set>
                                    <p:animEffect transition="in" filter="wipe(right)">
                                      <p:cBhvr>
                                        <p:cTn id="47" dur="500"/>
                                        <p:tgtEl>
                                          <p:spTgt spid="26"/>
                                        </p:tgtEl>
                                      </p:cBhvr>
                                    </p:animEffect>
                                  </p:childTnLst>
                                </p:cTn>
                              </p:par>
                            </p:childTnLst>
                          </p:cTn>
                        </p:par>
                        <p:par>
                          <p:cTn id="48" fill="hold">
                            <p:stCondLst>
                              <p:cond delay="4500"/>
                            </p:stCondLst>
                            <p:childTnLst>
                              <p:par>
                                <p:cTn id="49" presetID="53" presetClass="entr" presetSubtype="16" fill="hold" grpId="0" nodeType="afterEffect">
                                  <p:stCondLst>
                                    <p:cond delay="0"/>
                                  </p:stCondLst>
                                  <p:childTnLst>
                                    <p:set>
                                      <p:cBhvr>
                                        <p:cTn id="50" dur="1" fill="hold">
                                          <p:stCondLst>
                                            <p:cond delay="0"/>
                                          </p:stCondLst>
                                        </p:cTn>
                                        <p:tgtEl>
                                          <p:spTgt spid="58"/>
                                        </p:tgtEl>
                                        <p:attrNameLst>
                                          <p:attrName>style.visibility</p:attrName>
                                        </p:attrNameLst>
                                      </p:cBhvr>
                                      <p:to>
                                        <p:strVal val="visible"/>
                                      </p:to>
                                    </p:set>
                                    <p:anim calcmode="lin" valueType="num">
                                      <p:cBhvr>
                                        <p:cTn id="51" dur="500" fill="hold"/>
                                        <p:tgtEl>
                                          <p:spTgt spid="58"/>
                                        </p:tgtEl>
                                        <p:attrNameLst>
                                          <p:attrName>ppt_w</p:attrName>
                                        </p:attrNameLst>
                                      </p:cBhvr>
                                      <p:tavLst>
                                        <p:tav tm="0">
                                          <p:val>
                                            <p:fltVal val="0"/>
                                          </p:val>
                                        </p:tav>
                                        <p:tav tm="100000">
                                          <p:val>
                                            <p:strVal val="#ppt_w"/>
                                          </p:val>
                                        </p:tav>
                                      </p:tavLst>
                                    </p:anim>
                                    <p:anim calcmode="lin" valueType="num">
                                      <p:cBhvr>
                                        <p:cTn id="52" dur="500" fill="hold"/>
                                        <p:tgtEl>
                                          <p:spTgt spid="58"/>
                                        </p:tgtEl>
                                        <p:attrNameLst>
                                          <p:attrName>ppt_h</p:attrName>
                                        </p:attrNameLst>
                                      </p:cBhvr>
                                      <p:tavLst>
                                        <p:tav tm="0">
                                          <p:val>
                                            <p:fltVal val="0"/>
                                          </p:val>
                                        </p:tav>
                                        <p:tav tm="100000">
                                          <p:val>
                                            <p:strVal val="#ppt_h"/>
                                          </p:val>
                                        </p:tav>
                                      </p:tavLst>
                                    </p:anim>
                                    <p:animEffect transition="in" filter="fade">
                                      <p:cBhvr>
                                        <p:cTn id="53" dur="500"/>
                                        <p:tgtEl>
                                          <p:spTgt spid="58"/>
                                        </p:tgtEl>
                                      </p:cBhvr>
                                    </p:animEffect>
                                  </p:childTnLst>
                                </p:cTn>
                              </p:par>
                            </p:childTnLst>
                          </p:cTn>
                        </p:par>
                        <p:par>
                          <p:cTn id="54" fill="hold">
                            <p:stCondLst>
                              <p:cond delay="5000"/>
                            </p:stCondLst>
                            <p:childTnLst>
                              <p:par>
                                <p:cTn id="55" presetID="53" presetClass="entr" presetSubtype="16" fill="hold" grpId="0" nodeType="afterEffect">
                                  <p:stCondLst>
                                    <p:cond delay="0"/>
                                  </p:stCondLst>
                                  <p:childTnLst>
                                    <p:set>
                                      <p:cBhvr>
                                        <p:cTn id="56" dur="1" fill="hold">
                                          <p:stCondLst>
                                            <p:cond delay="0"/>
                                          </p:stCondLst>
                                        </p:cTn>
                                        <p:tgtEl>
                                          <p:spTgt spid="55"/>
                                        </p:tgtEl>
                                        <p:attrNameLst>
                                          <p:attrName>style.visibility</p:attrName>
                                        </p:attrNameLst>
                                      </p:cBhvr>
                                      <p:to>
                                        <p:strVal val="visible"/>
                                      </p:to>
                                    </p:set>
                                    <p:anim calcmode="lin" valueType="num">
                                      <p:cBhvr>
                                        <p:cTn id="57" dur="500" fill="hold"/>
                                        <p:tgtEl>
                                          <p:spTgt spid="55"/>
                                        </p:tgtEl>
                                        <p:attrNameLst>
                                          <p:attrName>ppt_w</p:attrName>
                                        </p:attrNameLst>
                                      </p:cBhvr>
                                      <p:tavLst>
                                        <p:tav tm="0">
                                          <p:val>
                                            <p:fltVal val="0"/>
                                          </p:val>
                                        </p:tav>
                                        <p:tav tm="100000">
                                          <p:val>
                                            <p:strVal val="#ppt_w"/>
                                          </p:val>
                                        </p:tav>
                                      </p:tavLst>
                                    </p:anim>
                                    <p:anim calcmode="lin" valueType="num">
                                      <p:cBhvr>
                                        <p:cTn id="58" dur="500" fill="hold"/>
                                        <p:tgtEl>
                                          <p:spTgt spid="55"/>
                                        </p:tgtEl>
                                        <p:attrNameLst>
                                          <p:attrName>ppt_h</p:attrName>
                                        </p:attrNameLst>
                                      </p:cBhvr>
                                      <p:tavLst>
                                        <p:tav tm="0">
                                          <p:val>
                                            <p:fltVal val="0"/>
                                          </p:val>
                                        </p:tav>
                                        <p:tav tm="100000">
                                          <p:val>
                                            <p:strVal val="#ppt_h"/>
                                          </p:val>
                                        </p:tav>
                                      </p:tavLst>
                                    </p:anim>
                                    <p:animEffect transition="in" filter="fade">
                                      <p:cBhvr>
                                        <p:cTn id="59" dur="500"/>
                                        <p:tgtEl>
                                          <p:spTgt spid="55"/>
                                        </p:tgtEl>
                                      </p:cBhvr>
                                    </p:animEffect>
                                  </p:childTnLst>
                                </p:cTn>
                              </p:par>
                            </p:childTnLst>
                          </p:cTn>
                        </p:par>
                        <p:par>
                          <p:cTn id="60" fill="hold">
                            <p:stCondLst>
                              <p:cond delay="5500"/>
                            </p:stCondLst>
                            <p:childTnLst>
                              <p:par>
                                <p:cTn id="61" presetID="22" presetClass="entr" presetSubtype="2" fill="hold" grpId="0" nodeType="afterEffect">
                                  <p:stCondLst>
                                    <p:cond delay="0"/>
                                  </p:stCondLst>
                                  <p:childTnLst>
                                    <p:set>
                                      <p:cBhvr>
                                        <p:cTn id="62" dur="1" fill="hold">
                                          <p:stCondLst>
                                            <p:cond delay="0"/>
                                          </p:stCondLst>
                                        </p:cTn>
                                        <p:tgtEl>
                                          <p:spTgt spid="34"/>
                                        </p:tgtEl>
                                        <p:attrNameLst>
                                          <p:attrName>style.visibility</p:attrName>
                                        </p:attrNameLst>
                                      </p:cBhvr>
                                      <p:to>
                                        <p:strVal val="visible"/>
                                      </p:to>
                                    </p:set>
                                    <p:animEffect transition="in" filter="wipe(right)">
                                      <p:cBhvr>
                                        <p:cTn id="63" dur="500"/>
                                        <p:tgtEl>
                                          <p:spTgt spid="34"/>
                                        </p:tgtEl>
                                      </p:cBhvr>
                                    </p:animEffect>
                                  </p:childTnLst>
                                </p:cTn>
                              </p:par>
                            </p:childTnLst>
                          </p:cTn>
                        </p:par>
                        <p:par>
                          <p:cTn id="64" fill="hold">
                            <p:stCondLst>
                              <p:cond delay="6000"/>
                            </p:stCondLst>
                            <p:childTnLst>
                              <p:par>
                                <p:cTn id="65" presetID="22" presetClass="entr" presetSubtype="8" fill="hold" nodeType="afterEffect">
                                  <p:stCondLst>
                                    <p:cond delay="0"/>
                                  </p:stCondLst>
                                  <p:childTnLst>
                                    <p:set>
                                      <p:cBhvr>
                                        <p:cTn id="66" dur="1" fill="hold">
                                          <p:stCondLst>
                                            <p:cond delay="0"/>
                                          </p:stCondLst>
                                        </p:cTn>
                                        <p:tgtEl>
                                          <p:spTgt spid="36"/>
                                        </p:tgtEl>
                                        <p:attrNameLst>
                                          <p:attrName>style.visibility</p:attrName>
                                        </p:attrNameLst>
                                      </p:cBhvr>
                                      <p:to>
                                        <p:strVal val="visible"/>
                                      </p:to>
                                    </p:set>
                                    <p:animEffect transition="in" filter="wipe(left)">
                                      <p:cBhvr>
                                        <p:cTn id="67" dur="500"/>
                                        <p:tgtEl>
                                          <p:spTgt spid="36"/>
                                        </p:tgtEl>
                                      </p:cBhvr>
                                    </p:animEffect>
                                  </p:childTnLst>
                                </p:cTn>
                              </p:par>
                            </p:childTnLst>
                          </p:cTn>
                        </p:par>
                        <p:par>
                          <p:cTn id="68" fill="hold">
                            <p:stCondLst>
                              <p:cond delay="6500"/>
                            </p:stCondLst>
                            <p:childTnLst>
                              <p:par>
                                <p:cTn id="69" presetID="53" presetClass="entr" presetSubtype="16" fill="hold" grpId="0" nodeType="afterEffect">
                                  <p:stCondLst>
                                    <p:cond delay="0"/>
                                  </p:stCondLst>
                                  <p:childTnLst>
                                    <p:set>
                                      <p:cBhvr>
                                        <p:cTn id="70" dur="1" fill="hold">
                                          <p:stCondLst>
                                            <p:cond delay="0"/>
                                          </p:stCondLst>
                                        </p:cTn>
                                        <p:tgtEl>
                                          <p:spTgt spid="54"/>
                                        </p:tgtEl>
                                        <p:attrNameLst>
                                          <p:attrName>style.visibility</p:attrName>
                                        </p:attrNameLst>
                                      </p:cBhvr>
                                      <p:to>
                                        <p:strVal val="visible"/>
                                      </p:to>
                                    </p:set>
                                    <p:anim calcmode="lin" valueType="num">
                                      <p:cBhvr>
                                        <p:cTn id="71" dur="500" fill="hold"/>
                                        <p:tgtEl>
                                          <p:spTgt spid="54"/>
                                        </p:tgtEl>
                                        <p:attrNameLst>
                                          <p:attrName>ppt_w</p:attrName>
                                        </p:attrNameLst>
                                      </p:cBhvr>
                                      <p:tavLst>
                                        <p:tav tm="0">
                                          <p:val>
                                            <p:fltVal val="0"/>
                                          </p:val>
                                        </p:tav>
                                        <p:tav tm="100000">
                                          <p:val>
                                            <p:strVal val="#ppt_w"/>
                                          </p:val>
                                        </p:tav>
                                      </p:tavLst>
                                    </p:anim>
                                    <p:anim calcmode="lin" valueType="num">
                                      <p:cBhvr>
                                        <p:cTn id="72" dur="500" fill="hold"/>
                                        <p:tgtEl>
                                          <p:spTgt spid="54"/>
                                        </p:tgtEl>
                                        <p:attrNameLst>
                                          <p:attrName>ppt_h</p:attrName>
                                        </p:attrNameLst>
                                      </p:cBhvr>
                                      <p:tavLst>
                                        <p:tav tm="0">
                                          <p:val>
                                            <p:fltVal val="0"/>
                                          </p:val>
                                        </p:tav>
                                        <p:tav tm="100000">
                                          <p:val>
                                            <p:strVal val="#ppt_h"/>
                                          </p:val>
                                        </p:tav>
                                      </p:tavLst>
                                    </p:anim>
                                    <p:animEffect transition="in" filter="fade">
                                      <p:cBhvr>
                                        <p:cTn id="73" dur="500"/>
                                        <p:tgtEl>
                                          <p:spTgt spid="54"/>
                                        </p:tgtEl>
                                      </p:cBhvr>
                                    </p:animEffect>
                                  </p:childTnLst>
                                </p:cTn>
                              </p:par>
                            </p:childTnLst>
                          </p:cTn>
                        </p:par>
                        <p:par>
                          <p:cTn id="74" fill="hold">
                            <p:stCondLst>
                              <p:cond delay="7000"/>
                            </p:stCondLst>
                            <p:childTnLst>
                              <p:par>
                                <p:cTn id="75" presetID="22" presetClass="entr" presetSubtype="8" fill="hold" grpId="0" nodeType="afterEffect">
                                  <p:stCondLst>
                                    <p:cond delay="0"/>
                                  </p:stCondLst>
                                  <p:childTnLst>
                                    <p:set>
                                      <p:cBhvr>
                                        <p:cTn id="76" dur="1" fill="hold">
                                          <p:stCondLst>
                                            <p:cond delay="0"/>
                                          </p:stCondLst>
                                        </p:cTn>
                                        <p:tgtEl>
                                          <p:spTgt spid="45"/>
                                        </p:tgtEl>
                                        <p:attrNameLst>
                                          <p:attrName>style.visibility</p:attrName>
                                        </p:attrNameLst>
                                      </p:cBhvr>
                                      <p:to>
                                        <p:strVal val="visible"/>
                                      </p:to>
                                    </p:set>
                                    <p:animEffect transition="in" filter="wipe(left)">
                                      <p:cBhvr>
                                        <p:cTn id="77" dur="500"/>
                                        <p:tgtEl>
                                          <p:spTgt spid="45"/>
                                        </p:tgtEl>
                                      </p:cBhvr>
                                    </p:animEffect>
                                  </p:childTnLst>
                                </p:cTn>
                              </p:par>
                            </p:childTnLst>
                          </p:cTn>
                        </p:par>
                        <p:par>
                          <p:cTn id="78" fill="hold">
                            <p:stCondLst>
                              <p:cond delay="7500"/>
                            </p:stCondLst>
                            <p:childTnLst>
                              <p:par>
                                <p:cTn id="79" presetID="22" presetClass="entr" presetSubtype="8" fill="hold" nodeType="afterEffect">
                                  <p:stCondLst>
                                    <p:cond delay="0"/>
                                  </p:stCondLst>
                                  <p:childTnLst>
                                    <p:set>
                                      <p:cBhvr>
                                        <p:cTn id="80" dur="1" fill="hold">
                                          <p:stCondLst>
                                            <p:cond delay="0"/>
                                          </p:stCondLst>
                                        </p:cTn>
                                        <p:tgtEl>
                                          <p:spTgt spid="38"/>
                                        </p:tgtEl>
                                        <p:attrNameLst>
                                          <p:attrName>style.visibility</p:attrName>
                                        </p:attrNameLst>
                                      </p:cBhvr>
                                      <p:to>
                                        <p:strVal val="visible"/>
                                      </p:to>
                                    </p:set>
                                    <p:animEffect transition="in" filter="wipe(left)">
                                      <p:cBhvr>
                                        <p:cTn id="81" dur="500"/>
                                        <p:tgtEl>
                                          <p:spTgt spid="38"/>
                                        </p:tgtEl>
                                      </p:cBhvr>
                                    </p:animEffect>
                                  </p:childTnLst>
                                </p:cTn>
                              </p:par>
                            </p:childTnLst>
                          </p:cTn>
                        </p:par>
                        <p:par>
                          <p:cTn id="82" fill="hold">
                            <p:stCondLst>
                              <p:cond delay="8000"/>
                            </p:stCondLst>
                            <p:childTnLst>
                              <p:par>
                                <p:cTn id="83" presetID="53" presetClass="entr" presetSubtype="16" fill="hold" grpId="0" nodeType="afterEffect">
                                  <p:stCondLst>
                                    <p:cond delay="0"/>
                                  </p:stCondLst>
                                  <p:childTnLst>
                                    <p:set>
                                      <p:cBhvr>
                                        <p:cTn id="84" dur="1" fill="hold">
                                          <p:stCondLst>
                                            <p:cond delay="0"/>
                                          </p:stCondLst>
                                        </p:cTn>
                                        <p:tgtEl>
                                          <p:spTgt spid="60"/>
                                        </p:tgtEl>
                                        <p:attrNameLst>
                                          <p:attrName>style.visibility</p:attrName>
                                        </p:attrNameLst>
                                      </p:cBhvr>
                                      <p:to>
                                        <p:strVal val="visible"/>
                                      </p:to>
                                    </p:set>
                                    <p:anim calcmode="lin" valueType="num">
                                      <p:cBhvr>
                                        <p:cTn id="85" dur="500" fill="hold"/>
                                        <p:tgtEl>
                                          <p:spTgt spid="60"/>
                                        </p:tgtEl>
                                        <p:attrNameLst>
                                          <p:attrName>ppt_w</p:attrName>
                                        </p:attrNameLst>
                                      </p:cBhvr>
                                      <p:tavLst>
                                        <p:tav tm="0">
                                          <p:val>
                                            <p:fltVal val="0"/>
                                          </p:val>
                                        </p:tav>
                                        <p:tav tm="100000">
                                          <p:val>
                                            <p:strVal val="#ppt_w"/>
                                          </p:val>
                                        </p:tav>
                                      </p:tavLst>
                                    </p:anim>
                                    <p:anim calcmode="lin" valueType="num">
                                      <p:cBhvr>
                                        <p:cTn id="86" dur="500" fill="hold"/>
                                        <p:tgtEl>
                                          <p:spTgt spid="60"/>
                                        </p:tgtEl>
                                        <p:attrNameLst>
                                          <p:attrName>ppt_h</p:attrName>
                                        </p:attrNameLst>
                                      </p:cBhvr>
                                      <p:tavLst>
                                        <p:tav tm="0">
                                          <p:val>
                                            <p:fltVal val="0"/>
                                          </p:val>
                                        </p:tav>
                                        <p:tav tm="100000">
                                          <p:val>
                                            <p:strVal val="#ppt_h"/>
                                          </p:val>
                                        </p:tav>
                                      </p:tavLst>
                                    </p:anim>
                                    <p:animEffect transition="in" filter="fade">
                                      <p:cBhvr>
                                        <p:cTn id="87" dur="500"/>
                                        <p:tgtEl>
                                          <p:spTgt spid="60"/>
                                        </p:tgtEl>
                                      </p:cBhvr>
                                    </p:animEffect>
                                  </p:childTnLst>
                                </p:cTn>
                              </p:par>
                            </p:childTnLst>
                          </p:cTn>
                        </p:par>
                        <p:par>
                          <p:cTn id="88" fill="hold">
                            <p:stCondLst>
                              <p:cond delay="8500"/>
                            </p:stCondLst>
                            <p:childTnLst>
                              <p:par>
                                <p:cTn id="89" presetID="53" presetClass="entr" presetSubtype="16" fill="hold" grpId="0" nodeType="afterEffect">
                                  <p:stCondLst>
                                    <p:cond delay="0"/>
                                  </p:stCondLst>
                                  <p:childTnLst>
                                    <p:set>
                                      <p:cBhvr>
                                        <p:cTn id="90" dur="1" fill="hold">
                                          <p:stCondLst>
                                            <p:cond delay="0"/>
                                          </p:stCondLst>
                                        </p:cTn>
                                        <p:tgtEl>
                                          <p:spTgt spid="52"/>
                                        </p:tgtEl>
                                        <p:attrNameLst>
                                          <p:attrName>style.visibility</p:attrName>
                                        </p:attrNameLst>
                                      </p:cBhvr>
                                      <p:to>
                                        <p:strVal val="visible"/>
                                      </p:to>
                                    </p:set>
                                    <p:anim calcmode="lin" valueType="num">
                                      <p:cBhvr>
                                        <p:cTn id="91" dur="500" fill="hold"/>
                                        <p:tgtEl>
                                          <p:spTgt spid="52"/>
                                        </p:tgtEl>
                                        <p:attrNameLst>
                                          <p:attrName>ppt_w</p:attrName>
                                        </p:attrNameLst>
                                      </p:cBhvr>
                                      <p:tavLst>
                                        <p:tav tm="0">
                                          <p:val>
                                            <p:fltVal val="0"/>
                                          </p:val>
                                        </p:tav>
                                        <p:tav tm="100000">
                                          <p:val>
                                            <p:strVal val="#ppt_w"/>
                                          </p:val>
                                        </p:tav>
                                      </p:tavLst>
                                    </p:anim>
                                    <p:anim calcmode="lin" valueType="num">
                                      <p:cBhvr>
                                        <p:cTn id="92" dur="500" fill="hold"/>
                                        <p:tgtEl>
                                          <p:spTgt spid="52"/>
                                        </p:tgtEl>
                                        <p:attrNameLst>
                                          <p:attrName>ppt_h</p:attrName>
                                        </p:attrNameLst>
                                      </p:cBhvr>
                                      <p:tavLst>
                                        <p:tav tm="0">
                                          <p:val>
                                            <p:fltVal val="0"/>
                                          </p:val>
                                        </p:tav>
                                        <p:tav tm="100000">
                                          <p:val>
                                            <p:strVal val="#ppt_h"/>
                                          </p:val>
                                        </p:tav>
                                      </p:tavLst>
                                    </p:anim>
                                    <p:animEffect transition="in" filter="fade">
                                      <p:cBhvr>
                                        <p:cTn id="93" dur="500"/>
                                        <p:tgtEl>
                                          <p:spTgt spid="52"/>
                                        </p:tgtEl>
                                      </p:cBhvr>
                                    </p:animEffect>
                                  </p:childTnLst>
                                </p:cTn>
                              </p:par>
                            </p:childTnLst>
                          </p:cTn>
                        </p:par>
                        <p:par>
                          <p:cTn id="94" fill="hold">
                            <p:stCondLst>
                              <p:cond delay="9000"/>
                            </p:stCondLst>
                            <p:childTnLst>
                              <p:par>
                                <p:cTn id="95" presetID="22" presetClass="entr" presetSubtype="8" fill="hold" grpId="0" nodeType="afterEffect">
                                  <p:stCondLst>
                                    <p:cond delay="0"/>
                                  </p:stCondLst>
                                  <p:childTnLst>
                                    <p:set>
                                      <p:cBhvr>
                                        <p:cTn id="96" dur="1" fill="hold">
                                          <p:stCondLst>
                                            <p:cond delay="0"/>
                                          </p:stCondLst>
                                        </p:cTn>
                                        <p:tgtEl>
                                          <p:spTgt spid="46"/>
                                        </p:tgtEl>
                                        <p:attrNameLst>
                                          <p:attrName>style.visibility</p:attrName>
                                        </p:attrNameLst>
                                      </p:cBhvr>
                                      <p:to>
                                        <p:strVal val="visible"/>
                                      </p:to>
                                    </p:set>
                                    <p:animEffect transition="in" filter="wipe(left)">
                                      <p:cBhvr>
                                        <p:cTn id="97" dur="500"/>
                                        <p:tgtEl>
                                          <p:spTgt spid="46"/>
                                        </p:tgtEl>
                                      </p:cBhvr>
                                    </p:animEffect>
                                  </p:childTnLst>
                                </p:cTn>
                              </p:par>
                            </p:childTnLst>
                          </p:cTn>
                        </p:par>
                        <p:par>
                          <p:cTn id="98" fill="hold">
                            <p:stCondLst>
                              <p:cond delay="9500"/>
                            </p:stCondLst>
                            <p:childTnLst>
                              <p:par>
                                <p:cTn id="99" presetID="53" presetClass="entr" presetSubtype="16" fill="hold" grpId="0" nodeType="afterEffect">
                                  <p:stCondLst>
                                    <p:cond delay="0"/>
                                  </p:stCondLst>
                                  <p:childTnLst>
                                    <p:set>
                                      <p:cBhvr>
                                        <p:cTn id="100" dur="1" fill="hold">
                                          <p:stCondLst>
                                            <p:cond delay="0"/>
                                          </p:stCondLst>
                                        </p:cTn>
                                        <p:tgtEl>
                                          <p:spTgt spid="61"/>
                                        </p:tgtEl>
                                        <p:attrNameLst>
                                          <p:attrName>style.visibility</p:attrName>
                                        </p:attrNameLst>
                                      </p:cBhvr>
                                      <p:to>
                                        <p:strVal val="visible"/>
                                      </p:to>
                                    </p:set>
                                    <p:anim calcmode="lin" valueType="num">
                                      <p:cBhvr>
                                        <p:cTn id="101" dur="500" fill="hold"/>
                                        <p:tgtEl>
                                          <p:spTgt spid="61"/>
                                        </p:tgtEl>
                                        <p:attrNameLst>
                                          <p:attrName>ppt_w</p:attrName>
                                        </p:attrNameLst>
                                      </p:cBhvr>
                                      <p:tavLst>
                                        <p:tav tm="0">
                                          <p:val>
                                            <p:fltVal val="0"/>
                                          </p:val>
                                        </p:tav>
                                        <p:tav tm="100000">
                                          <p:val>
                                            <p:strVal val="#ppt_w"/>
                                          </p:val>
                                        </p:tav>
                                      </p:tavLst>
                                    </p:anim>
                                    <p:anim calcmode="lin" valueType="num">
                                      <p:cBhvr>
                                        <p:cTn id="102" dur="500" fill="hold"/>
                                        <p:tgtEl>
                                          <p:spTgt spid="61"/>
                                        </p:tgtEl>
                                        <p:attrNameLst>
                                          <p:attrName>ppt_h</p:attrName>
                                        </p:attrNameLst>
                                      </p:cBhvr>
                                      <p:tavLst>
                                        <p:tav tm="0">
                                          <p:val>
                                            <p:fltVal val="0"/>
                                          </p:val>
                                        </p:tav>
                                        <p:tav tm="100000">
                                          <p:val>
                                            <p:strVal val="#ppt_h"/>
                                          </p:val>
                                        </p:tav>
                                      </p:tavLst>
                                    </p:anim>
                                    <p:animEffect transition="in" filter="fade">
                                      <p:cBhvr>
                                        <p:cTn id="103" dur="500"/>
                                        <p:tgtEl>
                                          <p:spTgt spid="61"/>
                                        </p:tgtEl>
                                      </p:cBhvr>
                                    </p:animEffect>
                                  </p:childTnLst>
                                </p:cTn>
                              </p:par>
                            </p:childTnLst>
                          </p:cTn>
                        </p:par>
                        <p:par>
                          <p:cTn id="104" fill="hold">
                            <p:stCondLst>
                              <p:cond delay="10000"/>
                            </p:stCondLst>
                            <p:childTnLst>
                              <p:par>
                                <p:cTn id="105" presetID="53" presetClass="entr" presetSubtype="16" fill="hold" grpId="0" nodeType="afterEffect">
                                  <p:stCondLst>
                                    <p:cond delay="0"/>
                                  </p:stCondLst>
                                  <p:childTnLst>
                                    <p:set>
                                      <p:cBhvr>
                                        <p:cTn id="106" dur="1" fill="hold">
                                          <p:stCondLst>
                                            <p:cond delay="0"/>
                                          </p:stCondLst>
                                        </p:cTn>
                                        <p:tgtEl>
                                          <p:spTgt spid="49"/>
                                        </p:tgtEl>
                                        <p:attrNameLst>
                                          <p:attrName>style.visibility</p:attrName>
                                        </p:attrNameLst>
                                      </p:cBhvr>
                                      <p:to>
                                        <p:strVal val="visible"/>
                                      </p:to>
                                    </p:set>
                                    <p:anim calcmode="lin" valueType="num">
                                      <p:cBhvr>
                                        <p:cTn id="107" dur="500" fill="hold"/>
                                        <p:tgtEl>
                                          <p:spTgt spid="49"/>
                                        </p:tgtEl>
                                        <p:attrNameLst>
                                          <p:attrName>ppt_w</p:attrName>
                                        </p:attrNameLst>
                                      </p:cBhvr>
                                      <p:tavLst>
                                        <p:tav tm="0">
                                          <p:val>
                                            <p:fltVal val="0"/>
                                          </p:val>
                                        </p:tav>
                                        <p:tav tm="100000">
                                          <p:val>
                                            <p:strVal val="#ppt_w"/>
                                          </p:val>
                                        </p:tav>
                                      </p:tavLst>
                                    </p:anim>
                                    <p:anim calcmode="lin" valueType="num">
                                      <p:cBhvr>
                                        <p:cTn id="108" dur="500" fill="hold"/>
                                        <p:tgtEl>
                                          <p:spTgt spid="49"/>
                                        </p:tgtEl>
                                        <p:attrNameLst>
                                          <p:attrName>ppt_h</p:attrName>
                                        </p:attrNameLst>
                                      </p:cBhvr>
                                      <p:tavLst>
                                        <p:tav tm="0">
                                          <p:val>
                                            <p:fltVal val="0"/>
                                          </p:val>
                                        </p:tav>
                                        <p:tav tm="100000">
                                          <p:val>
                                            <p:strVal val="#ppt_h"/>
                                          </p:val>
                                        </p:tav>
                                      </p:tavLst>
                                    </p:anim>
                                    <p:animEffect transition="in" filter="fade">
                                      <p:cBhvr>
                                        <p:cTn id="109"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4" grpId="0"/>
      <p:bldP spid="45" grpId="0"/>
      <p:bldP spid="46" grpId="0"/>
      <p:bldP spid="49" grpId="0" animBg="1"/>
      <p:bldP spid="50" grpId="0" animBg="1"/>
      <p:bldP spid="52" grpId="0" animBg="1"/>
      <p:bldP spid="53" grpId="0" animBg="1"/>
      <p:bldP spid="54" grpId="0" animBg="1"/>
      <p:bldP spid="55" grpId="0" animBg="1"/>
      <p:bldP spid="56" grpId="0" animBg="1"/>
      <p:bldP spid="57" grpId="0" animBg="1"/>
      <p:bldP spid="58" grpId="0" animBg="1"/>
      <p:bldP spid="60" grpId="0" animBg="1"/>
      <p:bldP spid="61" grpId="0" animBg="1"/>
    </p:bld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 name="Freeform 27"/>
          <p:cNvSpPr>
            <a:spLocks noEditPoints="1"/>
          </p:cNvSpPr>
          <p:nvPr/>
        </p:nvSpPr>
        <p:spPr bwMode="auto">
          <a:xfrm>
            <a:off x="1284014" y="2222885"/>
            <a:ext cx="657556" cy="390783"/>
          </a:xfrm>
          <a:custGeom>
            <a:avLst/>
            <a:gdLst>
              <a:gd name="T0" fmla="*/ 1585 w 3789"/>
              <a:gd name="T1" fmla="*/ 738 h 2251"/>
              <a:gd name="T2" fmla="*/ 1405 w 3789"/>
              <a:gd name="T3" fmla="*/ 1067 h 2251"/>
              <a:gd name="T4" fmla="*/ 1509 w 3789"/>
              <a:gd name="T5" fmla="*/ 1435 h 2251"/>
              <a:gd name="T6" fmla="*/ 1837 w 3789"/>
              <a:gd name="T7" fmla="*/ 1616 h 2251"/>
              <a:gd name="T8" fmla="*/ 2204 w 3789"/>
              <a:gd name="T9" fmla="*/ 1511 h 2251"/>
              <a:gd name="T10" fmla="*/ 2385 w 3789"/>
              <a:gd name="T11" fmla="*/ 1184 h 2251"/>
              <a:gd name="T12" fmla="*/ 2280 w 3789"/>
              <a:gd name="T13" fmla="*/ 815 h 2251"/>
              <a:gd name="T14" fmla="*/ 1952 w 3789"/>
              <a:gd name="T15" fmla="*/ 635 h 2251"/>
              <a:gd name="T16" fmla="*/ 2240 w 3789"/>
              <a:gd name="T17" fmla="*/ 393 h 2251"/>
              <a:gd name="T18" fmla="*/ 2592 w 3789"/>
              <a:gd name="T19" fmla="*/ 718 h 2251"/>
              <a:gd name="T20" fmla="*/ 2699 w 3789"/>
              <a:gd name="T21" fmla="*/ 1201 h 2251"/>
              <a:gd name="T22" fmla="*/ 2496 w 3789"/>
              <a:gd name="T23" fmla="*/ 1663 h 2251"/>
              <a:gd name="T24" fmla="*/ 2065 w 3789"/>
              <a:gd name="T25" fmla="*/ 1916 h 2251"/>
              <a:gd name="T26" fmla="*/ 2361 w 3789"/>
              <a:gd name="T27" fmla="*/ 1870 h 2251"/>
              <a:gd name="T28" fmla="*/ 2863 w 3789"/>
              <a:gd name="T29" fmla="*/ 1645 h 2251"/>
              <a:gd name="T30" fmla="*/ 3213 w 3789"/>
              <a:gd name="T31" fmla="*/ 1368 h 2251"/>
              <a:gd name="T32" fmla="*/ 3400 w 3789"/>
              <a:gd name="T33" fmla="*/ 1164 h 2251"/>
              <a:gd name="T34" fmla="*/ 3412 w 3789"/>
              <a:gd name="T35" fmla="*/ 1103 h 2251"/>
              <a:gd name="T36" fmla="*/ 3251 w 3789"/>
              <a:gd name="T37" fmla="*/ 915 h 2251"/>
              <a:gd name="T38" fmla="*/ 2921 w 3789"/>
              <a:gd name="T39" fmla="*/ 640 h 2251"/>
              <a:gd name="T40" fmla="*/ 2433 w 3789"/>
              <a:gd name="T41" fmla="*/ 399 h 2251"/>
              <a:gd name="T42" fmla="*/ 1874 w 3789"/>
              <a:gd name="T43" fmla="*/ 315 h 2251"/>
              <a:gd name="T44" fmla="*/ 1274 w 3789"/>
              <a:gd name="T45" fmla="*/ 432 h 2251"/>
              <a:gd name="T46" fmla="*/ 817 w 3789"/>
              <a:gd name="T47" fmla="*/ 684 h 2251"/>
              <a:gd name="T48" fmla="*/ 513 w 3789"/>
              <a:gd name="T49" fmla="*/ 953 h 2251"/>
              <a:gd name="T50" fmla="*/ 375 w 3789"/>
              <a:gd name="T51" fmla="*/ 1114 h 2251"/>
              <a:gd name="T52" fmla="*/ 413 w 3789"/>
              <a:gd name="T53" fmla="*/ 1184 h 2251"/>
              <a:gd name="T54" fmla="*/ 621 w 3789"/>
              <a:gd name="T55" fmla="*/ 1406 h 2251"/>
              <a:gd name="T56" fmla="*/ 991 w 3789"/>
              <a:gd name="T57" fmla="*/ 1683 h 2251"/>
              <a:gd name="T58" fmla="*/ 1511 w 3789"/>
              <a:gd name="T59" fmla="*/ 1892 h 2251"/>
              <a:gd name="T60" fmla="*/ 1653 w 3789"/>
              <a:gd name="T61" fmla="*/ 1898 h 2251"/>
              <a:gd name="T62" fmla="*/ 1248 w 3789"/>
              <a:gd name="T63" fmla="*/ 1608 h 2251"/>
              <a:gd name="T64" fmla="*/ 1086 w 3789"/>
              <a:gd name="T65" fmla="*/ 1125 h 2251"/>
              <a:gd name="T66" fmla="*/ 1248 w 3789"/>
              <a:gd name="T67" fmla="*/ 643 h 2251"/>
              <a:gd name="T68" fmla="*/ 1653 w 3789"/>
              <a:gd name="T69" fmla="*/ 352 h 2251"/>
              <a:gd name="T70" fmla="*/ 2197 w 3789"/>
              <a:gd name="T71" fmla="*/ 22 h 2251"/>
              <a:gd name="T72" fmla="*/ 2806 w 3789"/>
              <a:gd name="T73" fmla="*/ 214 h 2251"/>
              <a:gd name="T74" fmla="*/ 3270 w 3789"/>
              <a:gd name="T75" fmla="*/ 510 h 2251"/>
              <a:gd name="T76" fmla="*/ 3583 w 3789"/>
              <a:gd name="T77" fmla="*/ 808 h 2251"/>
              <a:gd name="T78" fmla="*/ 3737 w 3789"/>
              <a:gd name="T79" fmla="*/ 998 h 2251"/>
              <a:gd name="T80" fmla="*/ 3789 w 3789"/>
              <a:gd name="T81" fmla="*/ 1123 h 2251"/>
              <a:gd name="T82" fmla="*/ 3737 w 3789"/>
              <a:gd name="T83" fmla="*/ 1254 h 2251"/>
              <a:gd name="T84" fmla="*/ 3586 w 3789"/>
              <a:gd name="T85" fmla="*/ 1447 h 2251"/>
              <a:gd name="T86" fmla="*/ 3277 w 3789"/>
              <a:gd name="T87" fmla="*/ 1749 h 2251"/>
              <a:gd name="T88" fmla="*/ 2814 w 3789"/>
              <a:gd name="T89" fmla="*/ 2046 h 2251"/>
              <a:gd name="T90" fmla="*/ 2202 w 3789"/>
              <a:gd name="T91" fmla="*/ 2232 h 2251"/>
              <a:gd name="T92" fmla="*/ 1477 w 3789"/>
              <a:gd name="T93" fmla="*/ 2203 h 2251"/>
              <a:gd name="T94" fmla="*/ 870 w 3789"/>
              <a:gd name="T95" fmla="*/ 1977 h 2251"/>
              <a:gd name="T96" fmla="*/ 427 w 3789"/>
              <a:gd name="T97" fmla="*/ 1665 h 2251"/>
              <a:gd name="T98" fmla="*/ 148 w 3789"/>
              <a:gd name="T99" fmla="*/ 1379 h 2251"/>
              <a:gd name="T100" fmla="*/ 38 w 3789"/>
              <a:gd name="T101" fmla="*/ 1233 h 2251"/>
              <a:gd name="T102" fmla="*/ 2 w 3789"/>
              <a:gd name="T103" fmla="*/ 1101 h 2251"/>
              <a:gd name="T104" fmla="*/ 64 w 3789"/>
              <a:gd name="T105" fmla="*/ 981 h 2251"/>
              <a:gd name="T106" fmla="*/ 243 w 3789"/>
              <a:gd name="T107" fmla="*/ 770 h 2251"/>
              <a:gd name="T108" fmla="*/ 580 w 3789"/>
              <a:gd name="T109" fmla="*/ 465 h 2251"/>
              <a:gd name="T110" fmla="*/ 1066 w 3789"/>
              <a:gd name="T111" fmla="*/ 177 h 2251"/>
              <a:gd name="T112" fmla="*/ 1691 w 3789"/>
              <a:gd name="T113" fmla="*/ 11 h 2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789" h="2251">
                <a:moveTo>
                  <a:pt x="1894" y="631"/>
                </a:moveTo>
                <a:lnTo>
                  <a:pt x="1837" y="635"/>
                </a:lnTo>
                <a:lnTo>
                  <a:pt x="1780" y="644"/>
                </a:lnTo>
                <a:lnTo>
                  <a:pt x="1728" y="660"/>
                </a:lnTo>
                <a:lnTo>
                  <a:pt x="1677" y="681"/>
                </a:lnTo>
                <a:lnTo>
                  <a:pt x="1630" y="707"/>
                </a:lnTo>
                <a:lnTo>
                  <a:pt x="1585" y="738"/>
                </a:lnTo>
                <a:lnTo>
                  <a:pt x="1546" y="775"/>
                </a:lnTo>
                <a:lnTo>
                  <a:pt x="1509" y="816"/>
                </a:lnTo>
                <a:lnTo>
                  <a:pt x="1478" y="860"/>
                </a:lnTo>
                <a:lnTo>
                  <a:pt x="1451" y="907"/>
                </a:lnTo>
                <a:lnTo>
                  <a:pt x="1431" y="958"/>
                </a:lnTo>
                <a:lnTo>
                  <a:pt x="1414" y="1011"/>
                </a:lnTo>
                <a:lnTo>
                  <a:pt x="1405" y="1067"/>
                </a:lnTo>
                <a:lnTo>
                  <a:pt x="1402" y="1125"/>
                </a:lnTo>
                <a:lnTo>
                  <a:pt x="1405" y="1184"/>
                </a:lnTo>
                <a:lnTo>
                  <a:pt x="1414" y="1239"/>
                </a:lnTo>
                <a:lnTo>
                  <a:pt x="1429" y="1293"/>
                </a:lnTo>
                <a:lnTo>
                  <a:pt x="1451" y="1344"/>
                </a:lnTo>
                <a:lnTo>
                  <a:pt x="1478" y="1391"/>
                </a:lnTo>
                <a:lnTo>
                  <a:pt x="1509" y="1435"/>
                </a:lnTo>
                <a:lnTo>
                  <a:pt x="1545" y="1475"/>
                </a:lnTo>
                <a:lnTo>
                  <a:pt x="1585" y="1511"/>
                </a:lnTo>
                <a:lnTo>
                  <a:pt x="1629" y="1542"/>
                </a:lnTo>
                <a:lnTo>
                  <a:pt x="1677" y="1569"/>
                </a:lnTo>
                <a:lnTo>
                  <a:pt x="1728" y="1591"/>
                </a:lnTo>
                <a:lnTo>
                  <a:pt x="1780" y="1606"/>
                </a:lnTo>
                <a:lnTo>
                  <a:pt x="1837" y="1616"/>
                </a:lnTo>
                <a:lnTo>
                  <a:pt x="1894" y="1620"/>
                </a:lnTo>
                <a:lnTo>
                  <a:pt x="1953" y="1616"/>
                </a:lnTo>
                <a:lnTo>
                  <a:pt x="2008" y="1606"/>
                </a:lnTo>
                <a:lnTo>
                  <a:pt x="2062" y="1591"/>
                </a:lnTo>
                <a:lnTo>
                  <a:pt x="2113" y="1569"/>
                </a:lnTo>
                <a:lnTo>
                  <a:pt x="2160" y="1542"/>
                </a:lnTo>
                <a:lnTo>
                  <a:pt x="2204" y="1511"/>
                </a:lnTo>
                <a:lnTo>
                  <a:pt x="2244" y="1475"/>
                </a:lnTo>
                <a:lnTo>
                  <a:pt x="2280" y="1435"/>
                </a:lnTo>
                <a:lnTo>
                  <a:pt x="2311" y="1391"/>
                </a:lnTo>
                <a:lnTo>
                  <a:pt x="2337" y="1343"/>
                </a:lnTo>
                <a:lnTo>
                  <a:pt x="2359" y="1292"/>
                </a:lnTo>
                <a:lnTo>
                  <a:pt x="2374" y="1239"/>
                </a:lnTo>
                <a:lnTo>
                  <a:pt x="2385" y="1184"/>
                </a:lnTo>
                <a:lnTo>
                  <a:pt x="2387" y="1125"/>
                </a:lnTo>
                <a:lnTo>
                  <a:pt x="2385" y="1067"/>
                </a:lnTo>
                <a:lnTo>
                  <a:pt x="2374" y="1011"/>
                </a:lnTo>
                <a:lnTo>
                  <a:pt x="2359" y="958"/>
                </a:lnTo>
                <a:lnTo>
                  <a:pt x="2337" y="907"/>
                </a:lnTo>
                <a:lnTo>
                  <a:pt x="2311" y="858"/>
                </a:lnTo>
                <a:lnTo>
                  <a:pt x="2280" y="815"/>
                </a:lnTo>
                <a:lnTo>
                  <a:pt x="2244" y="774"/>
                </a:lnTo>
                <a:lnTo>
                  <a:pt x="2204" y="738"/>
                </a:lnTo>
                <a:lnTo>
                  <a:pt x="2160" y="707"/>
                </a:lnTo>
                <a:lnTo>
                  <a:pt x="2112" y="681"/>
                </a:lnTo>
                <a:lnTo>
                  <a:pt x="2061" y="660"/>
                </a:lnTo>
                <a:lnTo>
                  <a:pt x="2008" y="644"/>
                </a:lnTo>
                <a:lnTo>
                  <a:pt x="1952" y="635"/>
                </a:lnTo>
                <a:lnTo>
                  <a:pt x="1894" y="631"/>
                </a:lnTo>
                <a:close/>
                <a:moveTo>
                  <a:pt x="1894" y="315"/>
                </a:moveTo>
                <a:lnTo>
                  <a:pt x="1968" y="319"/>
                </a:lnTo>
                <a:lnTo>
                  <a:pt x="2039" y="329"/>
                </a:lnTo>
                <a:lnTo>
                  <a:pt x="2108" y="345"/>
                </a:lnTo>
                <a:lnTo>
                  <a:pt x="2175" y="367"/>
                </a:lnTo>
                <a:lnTo>
                  <a:pt x="2240" y="393"/>
                </a:lnTo>
                <a:lnTo>
                  <a:pt x="2302" y="427"/>
                </a:lnTo>
                <a:lnTo>
                  <a:pt x="2359" y="464"/>
                </a:lnTo>
                <a:lnTo>
                  <a:pt x="2415" y="507"/>
                </a:lnTo>
                <a:lnTo>
                  <a:pt x="2465" y="554"/>
                </a:lnTo>
                <a:lnTo>
                  <a:pt x="2511" y="605"/>
                </a:lnTo>
                <a:lnTo>
                  <a:pt x="2554" y="659"/>
                </a:lnTo>
                <a:lnTo>
                  <a:pt x="2592" y="718"/>
                </a:lnTo>
                <a:lnTo>
                  <a:pt x="2624" y="779"/>
                </a:lnTo>
                <a:lnTo>
                  <a:pt x="2652" y="843"/>
                </a:lnTo>
                <a:lnTo>
                  <a:pt x="2674" y="910"/>
                </a:lnTo>
                <a:lnTo>
                  <a:pt x="2690" y="981"/>
                </a:lnTo>
                <a:lnTo>
                  <a:pt x="2699" y="1052"/>
                </a:lnTo>
                <a:lnTo>
                  <a:pt x="2702" y="1125"/>
                </a:lnTo>
                <a:lnTo>
                  <a:pt x="2699" y="1201"/>
                </a:lnTo>
                <a:lnTo>
                  <a:pt x="2689" y="1276"/>
                </a:lnTo>
                <a:lnTo>
                  <a:pt x="2671" y="1349"/>
                </a:lnTo>
                <a:lnTo>
                  <a:pt x="2647" y="1418"/>
                </a:lnTo>
                <a:lnTo>
                  <a:pt x="2617" y="1485"/>
                </a:lnTo>
                <a:lnTo>
                  <a:pt x="2583" y="1548"/>
                </a:lnTo>
                <a:lnTo>
                  <a:pt x="2542" y="1608"/>
                </a:lnTo>
                <a:lnTo>
                  <a:pt x="2496" y="1663"/>
                </a:lnTo>
                <a:lnTo>
                  <a:pt x="2446" y="1715"/>
                </a:lnTo>
                <a:lnTo>
                  <a:pt x="2392" y="1763"/>
                </a:lnTo>
                <a:lnTo>
                  <a:pt x="2333" y="1804"/>
                </a:lnTo>
                <a:lnTo>
                  <a:pt x="2271" y="1841"/>
                </a:lnTo>
                <a:lnTo>
                  <a:pt x="2205" y="1872"/>
                </a:lnTo>
                <a:lnTo>
                  <a:pt x="2136" y="1898"/>
                </a:lnTo>
                <a:lnTo>
                  <a:pt x="2065" y="1916"/>
                </a:lnTo>
                <a:lnTo>
                  <a:pt x="1991" y="1929"/>
                </a:lnTo>
                <a:lnTo>
                  <a:pt x="1915" y="1935"/>
                </a:lnTo>
                <a:lnTo>
                  <a:pt x="2011" y="1931"/>
                </a:lnTo>
                <a:lnTo>
                  <a:pt x="2102" y="1922"/>
                </a:lnTo>
                <a:lnTo>
                  <a:pt x="2191" y="1909"/>
                </a:lnTo>
                <a:lnTo>
                  <a:pt x="2278" y="1892"/>
                </a:lnTo>
                <a:lnTo>
                  <a:pt x="2361" y="1870"/>
                </a:lnTo>
                <a:lnTo>
                  <a:pt x="2442" y="1846"/>
                </a:lnTo>
                <a:lnTo>
                  <a:pt x="2519" y="1818"/>
                </a:lnTo>
                <a:lnTo>
                  <a:pt x="2594" y="1788"/>
                </a:lnTo>
                <a:lnTo>
                  <a:pt x="2666" y="1755"/>
                </a:lnTo>
                <a:lnTo>
                  <a:pt x="2735" y="1720"/>
                </a:lnTo>
                <a:lnTo>
                  <a:pt x="2800" y="1683"/>
                </a:lnTo>
                <a:lnTo>
                  <a:pt x="2863" y="1645"/>
                </a:lnTo>
                <a:lnTo>
                  <a:pt x="2923" y="1606"/>
                </a:lnTo>
                <a:lnTo>
                  <a:pt x="2980" y="1565"/>
                </a:lnTo>
                <a:lnTo>
                  <a:pt x="3033" y="1525"/>
                </a:lnTo>
                <a:lnTo>
                  <a:pt x="3082" y="1486"/>
                </a:lnTo>
                <a:lnTo>
                  <a:pt x="3129" y="1445"/>
                </a:lnTo>
                <a:lnTo>
                  <a:pt x="3173" y="1406"/>
                </a:lnTo>
                <a:lnTo>
                  <a:pt x="3213" y="1368"/>
                </a:lnTo>
                <a:lnTo>
                  <a:pt x="3250" y="1332"/>
                </a:lnTo>
                <a:lnTo>
                  <a:pt x="3284" y="1298"/>
                </a:lnTo>
                <a:lnTo>
                  <a:pt x="3313" y="1266"/>
                </a:lnTo>
                <a:lnTo>
                  <a:pt x="3341" y="1236"/>
                </a:lnTo>
                <a:lnTo>
                  <a:pt x="3364" y="1208"/>
                </a:lnTo>
                <a:lnTo>
                  <a:pt x="3384" y="1184"/>
                </a:lnTo>
                <a:lnTo>
                  <a:pt x="3400" y="1164"/>
                </a:lnTo>
                <a:lnTo>
                  <a:pt x="3412" y="1148"/>
                </a:lnTo>
                <a:lnTo>
                  <a:pt x="3422" y="1135"/>
                </a:lnTo>
                <a:lnTo>
                  <a:pt x="3427" y="1127"/>
                </a:lnTo>
                <a:lnTo>
                  <a:pt x="3430" y="1125"/>
                </a:lnTo>
                <a:lnTo>
                  <a:pt x="3427" y="1123"/>
                </a:lnTo>
                <a:lnTo>
                  <a:pt x="3422" y="1114"/>
                </a:lnTo>
                <a:lnTo>
                  <a:pt x="3412" y="1103"/>
                </a:lnTo>
                <a:lnTo>
                  <a:pt x="3400" y="1086"/>
                </a:lnTo>
                <a:lnTo>
                  <a:pt x="3384" y="1065"/>
                </a:lnTo>
                <a:lnTo>
                  <a:pt x="3364" y="1041"/>
                </a:lnTo>
                <a:lnTo>
                  <a:pt x="3341" y="1013"/>
                </a:lnTo>
                <a:lnTo>
                  <a:pt x="3315" y="983"/>
                </a:lnTo>
                <a:lnTo>
                  <a:pt x="3285" y="951"/>
                </a:lnTo>
                <a:lnTo>
                  <a:pt x="3251" y="915"/>
                </a:lnTo>
                <a:lnTo>
                  <a:pt x="3213" y="878"/>
                </a:lnTo>
                <a:lnTo>
                  <a:pt x="3173" y="840"/>
                </a:lnTo>
                <a:lnTo>
                  <a:pt x="3129" y="801"/>
                </a:lnTo>
                <a:lnTo>
                  <a:pt x="3082" y="760"/>
                </a:lnTo>
                <a:lnTo>
                  <a:pt x="3033" y="720"/>
                </a:lnTo>
                <a:lnTo>
                  <a:pt x="2979" y="680"/>
                </a:lnTo>
                <a:lnTo>
                  <a:pt x="2921" y="640"/>
                </a:lnTo>
                <a:lnTo>
                  <a:pt x="2861" y="600"/>
                </a:lnTo>
                <a:lnTo>
                  <a:pt x="2798" y="562"/>
                </a:lnTo>
                <a:lnTo>
                  <a:pt x="2731" y="525"/>
                </a:lnTo>
                <a:lnTo>
                  <a:pt x="2662" y="490"/>
                </a:lnTo>
                <a:lnTo>
                  <a:pt x="2588" y="458"/>
                </a:lnTo>
                <a:lnTo>
                  <a:pt x="2512" y="427"/>
                </a:lnTo>
                <a:lnTo>
                  <a:pt x="2433" y="399"/>
                </a:lnTo>
                <a:lnTo>
                  <a:pt x="2351" y="375"/>
                </a:lnTo>
                <a:lnTo>
                  <a:pt x="2266" y="355"/>
                </a:lnTo>
                <a:lnTo>
                  <a:pt x="2178" y="338"/>
                </a:lnTo>
                <a:lnTo>
                  <a:pt x="2087" y="325"/>
                </a:lnTo>
                <a:lnTo>
                  <a:pt x="1992" y="319"/>
                </a:lnTo>
                <a:lnTo>
                  <a:pt x="1894" y="315"/>
                </a:lnTo>
                <a:close/>
                <a:moveTo>
                  <a:pt x="1874" y="315"/>
                </a:moveTo>
                <a:lnTo>
                  <a:pt x="1779" y="320"/>
                </a:lnTo>
                <a:lnTo>
                  <a:pt x="1688" y="328"/>
                </a:lnTo>
                <a:lnTo>
                  <a:pt x="1600" y="342"/>
                </a:lnTo>
                <a:lnTo>
                  <a:pt x="1515" y="359"/>
                </a:lnTo>
                <a:lnTo>
                  <a:pt x="1432" y="380"/>
                </a:lnTo>
                <a:lnTo>
                  <a:pt x="1351" y="404"/>
                </a:lnTo>
                <a:lnTo>
                  <a:pt x="1274" y="432"/>
                </a:lnTo>
                <a:lnTo>
                  <a:pt x="1200" y="463"/>
                </a:lnTo>
                <a:lnTo>
                  <a:pt x="1129" y="495"/>
                </a:lnTo>
                <a:lnTo>
                  <a:pt x="1060" y="531"/>
                </a:lnTo>
                <a:lnTo>
                  <a:pt x="994" y="568"/>
                </a:lnTo>
                <a:lnTo>
                  <a:pt x="932" y="606"/>
                </a:lnTo>
                <a:lnTo>
                  <a:pt x="874" y="645"/>
                </a:lnTo>
                <a:lnTo>
                  <a:pt x="817" y="684"/>
                </a:lnTo>
                <a:lnTo>
                  <a:pt x="764" y="725"/>
                </a:lnTo>
                <a:lnTo>
                  <a:pt x="715" y="765"/>
                </a:lnTo>
                <a:lnTo>
                  <a:pt x="668" y="804"/>
                </a:lnTo>
                <a:lnTo>
                  <a:pt x="624" y="843"/>
                </a:lnTo>
                <a:lnTo>
                  <a:pt x="584" y="881"/>
                </a:lnTo>
                <a:lnTo>
                  <a:pt x="547" y="918"/>
                </a:lnTo>
                <a:lnTo>
                  <a:pt x="513" y="953"/>
                </a:lnTo>
                <a:lnTo>
                  <a:pt x="483" y="985"/>
                </a:lnTo>
                <a:lnTo>
                  <a:pt x="457" y="1015"/>
                </a:lnTo>
                <a:lnTo>
                  <a:pt x="434" y="1042"/>
                </a:lnTo>
                <a:lnTo>
                  <a:pt x="414" y="1066"/>
                </a:lnTo>
                <a:lnTo>
                  <a:pt x="397" y="1087"/>
                </a:lnTo>
                <a:lnTo>
                  <a:pt x="384" y="1103"/>
                </a:lnTo>
                <a:lnTo>
                  <a:pt x="375" y="1114"/>
                </a:lnTo>
                <a:lnTo>
                  <a:pt x="371" y="1123"/>
                </a:lnTo>
                <a:lnTo>
                  <a:pt x="368" y="1125"/>
                </a:lnTo>
                <a:lnTo>
                  <a:pt x="371" y="1127"/>
                </a:lnTo>
                <a:lnTo>
                  <a:pt x="375" y="1135"/>
                </a:lnTo>
                <a:lnTo>
                  <a:pt x="384" y="1148"/>
                </a:lnTo>
                <a:lnTo>
                  <a:pt x="397" y="1164"/>
                </a:lnTo>
                <a:lnTo>
                  <a:pt x="413" y="1184"/>
                </a:lnTo>
                <a:lnTo>
                  <a:pt x="433" y="1208"/>
                </a:lnTo>
                <a:lnTo>
                  <a:pt x="456" y="1236"/>
                </a:lnTo>
                <a:lnTo>
                  <a:pt x="482" y="1266"/>
                </a:lnTo>
                <a:lnTo>
                  <a:pt x="512" y="1298"/>
                </a:lnTo>
                <a:lnTo>
                  <a:pt x="544" y="1332"/>
                </a:lnTo>
                <a:lnTo>
                  <a:pt x="581" y="1368"/>
                </a:lnTo>
                <a:lnTo>
                  <a:pt x="621" y="1406"/>
                </a:lnTo>
                <a:lnTo>
                  <a:pt x="664" y="1445"/>
                </a:lnTo>
                <a:lnTo>
                  <a:pt x="710" y="1486"/>
                </a:lnTo>
                <a:lnTo>
                  <a:pt x="761" y="1525"/>
                </a:lnTo>
                <a:lnTo>
                  <a:pt x="813" y="1565"/>
                </a:lnTo>
                <a:lnTo>
                  <a:pt x="869" y="1606"/>
                </a:lnTo>
                <a:lnTo>
                  <a:pt x="929" y="1645"/>
                </a:lnTo>
                <a:lnTo>
                  <a:pt x="991" y="1683"/>
                </a:lnTo>
                <a:lnTo>
                  <a:pt x="1055" y="1720"/>
                </a:lnTo>
                <a:lnTo>
                  <a:pt x="1124" y="1755"/>
                </a:lnTo>
                <a:lnTo>
                  <a:pt x="1196" y="1788"/>
                </a:lnTo>
                <a:lnTo>
                  <a:pt x="1271" y="1818"/>
                </a:lnTo>
                <a:lnTo>
                  <a:pt x="1348" y="1846"/>
                </a:lnTo>
                <a:lnTo>
                  <a:pt x="1428" y="1870"/>
                </a:lnTo>
                <a:lnTo>
                  <a:pt x="1511" y="1892"/>
                </a:lnTo>
                <a:lnTo>
                  <a:pt x="1597" y="1909"/>
                </a:lnTo>
                <a:lnTo>
                  <a:pt x="1687" y="1922"/>
                </a:lnTo>
                <a:lnTo>
                  <a:pt x="1779" y="1931"/>
                </a:lnTo>
                <a:lnTo>
                  <a:pt x="1874" y="1935"/>
                </a:lnTo>
                <a:lnTo>
                  <a:pt x="1798" y="1929"/>
                </a:lnTo>
                <a:lnTo>
                  <a:pt x="1724" y="1916"/>
                </a:lnTo>
                <a:lnTo>
                  <a:pt x="1653" y="1898"/>
                </a:lnTo>
                <a:lnTo>
                  <a:pt x="1584" y="1872"/>
                </a:lnTo>
                <a:lnTo>
                  <a:pt x="1518" y="1841"/>
                </a:lnTo>
                <a:lnTo>
                  <a:pt x="1456" y="1804"/>
                </a:lnTo>
                <a:lnTo>
                  <a:pt x="1397" y="1762"/>
                </a:lnTo>
                <a:lnTo>
                  <a:pt x="1343" y="1715"/>
                </a:lnTo>
                <a:lnTo>
                  <a:pt x="1292" y="1663"/>
                </a:lnTo>
                <a:lnTo>
                  <a:pt x="1248" y="1608"/>
                </a:lnTo>
                <a:lnTo>
                  <a:pt x="1206" y="1548"/>
                </a:lnTo>
                <a:lnTo>
                  <a:pt x="1172" y="1485"/>
                </a:lnTo>
                <a:lnTo>
                  <a:pt x="1142" y="1418"/>
                </a:lnTo>
                <a:lnTo>
                  <a:pt x="1119" y="1349"/>
                </a:lnTo>
                <a:lnTo>
                  <a:pt x="1101" y="1276"/>
                </a:lnTo>
                <a:lnTo>
                  <a:pt x="1090" y="1201"/>
                </a:lnTo>
                <a:lnTo>
                  <a:pt x="1086" y="1125"/>
                </a:lnTo>
                <a:lnTo>
                  <a:pt x="1090" y="1049"/>
                </a:lnTo>
                <a:lnTo>
                  <a:pt x="1101" y="974"/>
                </a:lnTo>
                <a:lnTo>
                  <a:pt x="1119" y="902"/>
                </a:lnTo>
                <a:lnTo>
                  <a:pt x="1142" y="832"/>
                </a:lnTo>
                <a:lnTo>
                  <a:pt x="1172" y="766"/>
                </a:lnTo>
                <a:lnTo>
                  <a:pt x="1206" y="703"/>
                </a:lnTo>
                <a:lnTo>
                  <a:pt x="1248" y="643"/>
                </a:lnTo>
                <a:lnTo>
                  <a:pt x="1292" y="586"/>
                </a:lnTo>
                <a:lnTo>
                  <a:pt x="1343" y="535"/>
                </a:lnTo>
                <a:lnTo>
                  <a:pt x="1397" y="488"/>
                </a:lnTo>
                <a:lnTo>
                  <a:pt x="1456" y="445"/>
                </a:lnTo>
                <a:lnTo>
                  <a:pt x="1518" y="408"/>
                </a:lnTo>
                <a:lnTo>
                  <a:pt x="1584" y="377"/>
                </a:lnTo>
                <a:lnTo>
                  <a:pt x="1653" y="352"/>
                </a:lnTo>
                <a:lnTo>
                  <a:pt x="1724" y="334"/>
                </a:lnTo>
                <a:lnTo>
                  <a:pt x="1798" y="321"/>
                </a:lnTo>
                <a:lnTo>
                  <a:pt x="1874" y="315"/>
                </a:lnTo>
                <a:close/>
                <a:moveTo>
                  <a:pt x="1894" y="0"/>
                </a:moveTo>
                <a:lnTo>
                  <a:pt x="1998" y="2"/>
                </a:lnTo>
                <a:lnTo>
                  <a:pt x="2099" y="11"/>
                </a:lnTo>
                <a:lnTo>
                  <a:pt x="2197" y="22"/>
                </a:lnTo>
                <a:lnTo>
                  <a:pt x="2293" y="39"/>
                </a:lnTo>
                <a:lnTo>
                  <a:pt x="2386" y="60"/>
                </a:lnTo>
                <a:lnTo>
                  <a:pt x="2476" y="84"/>
                </a:lnTo>
                <a:lnTo>
                  <a:pt x="2562" y="112"/>
                </a:lnTo>
                <a:lnTo>
                  <a:pt x="2646" y="143"/>
                </a:lnTo>
                <a:lnTo>
                  <a:pt x="2728" y="177"/>
                </a:lnTo>
                <a:lnTo>
                  <a:pt x="2806" y="214"/>
                </a:lnTo>
                <a:lnTo>
                  <a:pt x="2881" y="252"/>
                </a:lnTo>
                <a:lnTo>
                  <a:pt x="2953" y="292"/>
                </a:lnTo>
                <a:lnTo>
                  <a:pt x="3022" y="334"/>
                </a:lnTo>
                <a:lnTo>
                  <a:pt x="3089" y="376"/>
                </a:lnTo>
                <a:lnTo>
                  <a:pt x="3152" y="420"/>
                </a:lnTo>
                <a:lnTo>
                  <a:pt x="3212" y="465"/>
                </a:lnTo>
                <a:lnTo>
                  <a:pt x="3270" y="510"/>
                </a:lnTo>
                <a:lnTo>
                  <a:pt x="3324" y="555"/>
                </a:lnTo>
                <a:lnTo>
                  <a:pt x="3376" y="600"/>
                </a:lnTo>
                <a:lnTo>
                  <a:pt x="3423" y="644"/>
                </a:lnTo>
                <a:lnTo>
                  <a:pt x="3468" y="686"/>
                </a:lnTo>
                <a:lnTo>
                  <a:pt x="3509" y="729"/>
                </a:lnTo>
                <a:lnTo>
                  <a:pt x="3548" y="770"/>
                </a:lnTo>
                <a:lnTo>
                  <a:pt x="3583" y="808"/>
                </a:lnTo>
                <a:lnTo>
                  <a:pt x="3615" y="843"/>
                </a:lnTo>
                <a:lnTo>
                  <a:pt x="3644" y="877"/>
                </a:lnTo>
                <a:lnTo>
                  <a:pt x="3669" y="908"/>
                </a:lnTo>
                <a:lnTo>
                  <a:pt x="3691" y="936"/>
                </a:lnTo>
                <a:lnTo>
                  <a:pt x="3709" y="961"/>
                </a:lnTo>
                <a:lnTo>
                  <a:pt x="3725" y="981"/>
                </a:lnTo>
                <a:lnTo>
                  <a:pt x="3737" y="998"/>
                </a:lnTo>
                <a:lnTo>
                  <a:pt x="3745" y="1009"/>
                </a:lnTo>
                <a:lnTo>
                  <a:pt x="3751" y="1018"/>
                </a:lnTo>
                <a:lnTo>
                  <a:pt x="3752" y="1020"/>
                </a:lnTo>
                <a:lnTo>
                  <a:pt x="3768" y="1043"/>
                </a:lnTo>
                <a:lnTo>
                  <a:pt x="3780" y="1067"/>
                </a:lnTo>
                <a:lnTo>
                  <a:pt x="3786" y="1094"/>
                </a:lnTo>
                <a:lnTo>
                  <a:pt x="3789" y="1123"/>
                </a:lnTo>
                <a:lnTo>
                  <a:pt x="3786" y="1150"/>
                </a:lnTo>
                <a:lnTo>
                  <a:pt x="3780" y="1178"/>
                </a:lnTo>
                <a:lnTo>
                  <a:pt x="3768" y="1206"/>
                </a:lnTo>
                <a:lnTo>
                  <a:pt x="3752" y="1231"/>
                </a:lnTo>
                <a:lnTo>
                  <a:pt x="3751" y="1233"/>
                </a:lnTo>
                <a:lnTo>
                  <a:pt x="3746" y="1241"/>
                </a:lnTo>
                <a:lnTo>
                  <a:pt x="3737" y="1254"/>
                </a:lnTo>
                <a:lnTo>
                  <a:pt x="3725" y="1270"/>
                </a:lnTo>
                <a:lnTo>
                  <a:pt x="3711" y="1292"/>
                </a:lnTo>
                <a:lnTo>
                  <a:pt x="3692" y="1316"/>
                </a:lnTo>
                <a:lnTo>
                  <a:pt x="3670" y="1345"/>
                </a:lnTo>
                <a:lnTo>
                  <a:pt x="3646" y="1376"/>
                </a:lnTo>
                <a:lnTo>
                  <a:pt x="3617" y="1411"/>
                </a:lnTo>
                <a:lnTo>
                  <a:pt x="3586" y="1447"/>
                </a:lnTo>
                <a:lnTo>
                  <a:pt x="3552" y="1486"/>
                </a:lnTo>
                <a:lnTo>
                  <a:pt x="3514" y="1527"/>
                </a:lnTo>
                <a:lnTo>
                  <a:pt x="3473" y="1570"/>
                </a:lnTo>
                <a:lnTo>
                  <a:pt x="3429" y="1613"/>
                </a:lnTo>
                <a:lnTo>
                  <a:pt x="3381" y="1658"/>
                </a:lnTo>
                <a:lnTo>
                  <a:pt x="3331" y="1703"/>
                </a:lnTo>
                <a:lnTo>
                  <a:pt x="3277" y="1749"/>
                </a:lnTo>
                <a:lnTo>
                  <a:pt x="3220" y="1794"/>
                </a:lnTo>
                <a:lnTo>
                  <a:pt x="3160" y="1839"/>
                </a:lnTo>
                <a:lnTo>
                  <a:pt x="3097" y="1883"/>
                </a:lnTo>
                <a:lnTo>
                  <a:pt x="3030" y="1926"/>
                </a:lnTo>
                <a:lnTo>
                  <a:pt x="2961" y="1968"/>
                </a:lnTo>
                <a:lnTo>
                  <a:pt x="2889" y="2008"/>
                </a:lnTo>
                <a:lnTo>
                  <a:pt x="2814" y="2046"/>
                </a:lnTo>
                <a:lnTo>
                  <a:pt x="2736" y="2083"/>
                </a:lnTo>
                <a:lnTo>
                  <a:pt x="2654" y="2116"/>
                </a:lnTo>
                <a:lnTo>
                  <a:pt x="2569" y="2147"/>
                </a:lnTo>
                <a:lnTo>
                  <a:pt x="2481" y="2173"/>
                </a:lnTo>
                <a:lnTo>
                  <a:pt x="2392" y="2198"/>
                </a:lnTo>
                <a:lnTo>
                  <a:pt x="2298" y="2217"/>
                </a:lnTo>
                <a:lnTo>
                  <a:pt x="2202" y="2232"/>
                </a:lnTo>
                <a:lnTo>
                  <a:pt x="2102" y="2244"/>
                </a:lnTo>
                <a:lnTo>
                  <a:pt x="2000" y="2249"/>
                </a:lnTo>
                <a:lnTo>
                  <a:pt x="1894" y="2251"/>
                </a:lnTo>
                <a:lnTo>
                  <a:pt x="1785" y="2246"/>
                </a:lnTo>
                <a:lnTo>
                  <a:pt x="1679" y="2237"/>
                </a:lnTo>
                <a:lnTo>
                  <a:pt x="1577" y="2222"/>
                </a:lnTo>
                <a:lnTo>
                  <a:pt x="1477" y="2203"/>
                </a:lnTo>
                <a:lnTo>
                  <a:pt x="1380" y="2180"/>
                </a:lnTo>
                <a:lnTo>
                  <a:pt x="1287" y="2154"/>
                </a:lnTo>
                <a:lnTo>
                  <a:pt x="1197" y="2124"/>
                </a:lnTo>
                <a:lnTo>
                  <a:pt x="1111" y="2091"/>
                </a:lnTo>
                <a:lnTo>
                  <a:pt x="1028" y="2056"/>
                </a:lnTo>
                <a:lnTo>
                  <a:pt x="947" y="2018"/>
                </a:lnTo>
                <a:lnTo>
                  <a:pt x="870" y="1977"/>
                </a:lnTo>
                <a:lnTo>
                  <a:pt x="798" y="1935"/>
                </a:lnTo>
                <a:lnTo>
                  <a:pt x="727" y="1892"/>
                </a:lnTo>
                <a:lnTo>
                  <a:pt x="661" y="1847"/>
                </a:lnTo>
                <a:lnTo>
                  <a:pt x="597" y="1802"/>
                </a:lnTo>
                <a:lnTo>
                  <a:pt x="536" y="1756"/>
                </a:lnTo>
                <a:lnTo>
                  <a:pt x="480" y="1710"/>
                </a:lnTo>
                <a:lnTo>
                  <a:pt x="427" y="1665"/>
                </a:lnTo>
                <a:lnTo>
                  <a:pt x="376" y="1620"/>
                </a:lnTo>
                <a:lnTo>
                  <a:pt x="330" y="1575"/>
                </a:lnTo>
                <a:lnTo>
                  <a:pt x="287" y="1532"/>
                </a:lnTo>
                <a:lnTo>
                  <a:pt x="247" y="1490"/>
                </a:lnTo>
                <a:lnTo>
                  <a:pt x="211" y="1451"/>
                </a:lnTo>
                <a:lnTo>
                  <a:pt x="178" y="1413"/>
                </a:lnTo>
                <a:lnTo>
                  <a:pt x="148" y="1379"/>
                </a:lnTo>
                <a:lnTo>
                  <a:pt x="122" y="1346"/>
                </a:lnTo>
                <a:lnTo>
                  <a:pt x="100" y="1317"/>
                </a:lnTo>
                <a:lnTo>
                  <a:pt x="81" y="1292"/>
                </a:lnTo>
                <a:lnTo>
                  <a:pt x="64" y="1271"/>
                </a:lnTo>
                <a:lnTo>
                  <a:pt x="53" y="1254"/>
                </a:lnTo>
                <a:lnTo>
                  <a:pt x="44" y="1241"/>
                </a:lnTo>
                <a:lnTo>
                  <a:pt x="38" y="1233"/>
                </a:lnTo>
                <a:lnTo>
                  <a:pt x="37" y="1231"/>
                </a:lnTo>
                <a:lnTo>
                  <a:pt x="21" y="1208"/>
                </a:lnTo>
                <a:lnTo>
                  <a:pt x="9" y="1182"/>
                </a:lnTo>
                <a:lnTo>
                  <a:pt x="2" y="1156"/>
                </a:lnTo>
                <a:lnTo>
                  <a:pt x="0" y="1128"/>
                </a:lnTo>
                <a:lnTo>
                  <a:pt x="0" y="1128"/>
                </a:lnTo>
                <a:lnTo>
                  <a:pt x="2" y="1101"/>
                </a:lnTo>
                <a:lnTo>
                  <a:pt x="9" y="1072"/>
                </a:lnTo>
                <a:lnTo>
                  <a:pt x="21" y="1045"/>
                </a:lnTo>
                <a:lnTo>
                  <a:pt x="37" y="1020"/>
                </a:lnTo>
                <a:lnTo>
                  <a:pt x="38" y="1018"/>
                </a:lnTo>
                <a:lnTo>
                  <a:pt x="44" y="1009"/>
                </a:lnTo>
                <a:lnTo>
                  <a:pt x="52" y="998"/>
                </a:lnTo>
                <a:lnTo>
                  <a:pt x="64" y="981"/>
                </a:lnTo>
                <a:lnTo>
                  <a:pt x="79" y="961"/>
                </a:lnTo>
                <a:lnTo>
                  <a:pt x="99" y="936"/>
                </a:lnTo>
                <a:lnTo>
                  <a:pt x="121" y="908"/>
                </a:lnTo>
                <a:lnTo>
                  <a:pt x="146" y="877"/>
                </a:lnTo>
                <a:lnTo>
                  <a:pt x="176" y="843"/>
                </a:lnTo>
                <a:lnTo>
                  <a:pt x="207" y="808"/>
                </a:lnTo>
                <a:lnTo>
                  <a:pt x="243" y="770"/>
                </a:lnTo>
                <a:lnTo>
                  <a:pt x="282" y="729"/>
                </a:lnTo>
                <a:lnTo>
                  <a:pt x="323" y="686"/>
                </a:lnTo>
                <a:lnTo>
                  <a:pt x="368" y="644"/>
                </a:lnTo>
                <a:lnTo>
                  <a:pt x="417" y="600"/>
                </a:lnTo>
                <a:lnTo>
                  <a:pt x="468" y="555"/>
                </a:lnTo>
                <a:lnTo>
                  <a:pt x="523" y="510"/>
                </a:lnTo>
                <a:lnTo>
                  <a:pt x="580" y="465"/>
                </a:lnTo>
                <a:lnTo>
                  <a:pt x="640" y="420"/>
                </a:lnTo>
                <a:lnTo>
                  <a:pt x="703" y="376"/>
                </a:lnTo>
                <a:lnTo>
                  <a:pt x="770" y="334"/>
                </a:lnTo>
                <a:lnTo>
                  <a:pt x="839" y="292"/>
                </a:lnTo>
                <a:lnTo>
                  <a:pt x="912" y="252"/>
                </a:lnTo>
                <a:lnTo>
                  <a:pt x="987" y="214"/>
                </a:lnTo>
                <a:lnTo>
                  <a:pt x="1066" y="177"/>
                </a:lnTo>
                <a:lnTo>
                  <a:pt x="1146" y="143"/>
                </a:lnTo>
                <a:lnTo>
                  <a:pt x="1230" y="112"/>
                </a:lnTo>
                <a:lnTo>
                  <a:pt x="1317" y="84"/>
                </a:lnTo>
                <a:lnTo>
                  <a:pt x="1406" y="60"/>
                </a:lnTo>
                <a:lnTo>
                  <a:pt x="1498" y="39"/>
                </a:lnTo>
                <a:lnTo>
                  <a:pt x="1594" y="22"/>
                </a:lnTo>
                <a:lnTo>
                  <a:pt x="1691" y="11"/>
                </a:lnTo>
                <a:lnTo>
                  <a:pt x="1792" y="2"/>
                </a:lnTo>
                <a:lnTo>
                  <a:pt x="1894" y="0"/>
                </a:lnTo>
                <a:close/>
              </a:path>
            </a:pathLst>
          </a:custGeom>
          <a:solidFill>
            <a:schemeClr val="bg1"/>
          </a:solidFill>
          <a:ln w="0">
            <a:noFill/>
            <a:prstDash val="solid"/>
            <a:round/>
            <a:headEnd/>
            <a:tailEnd/>
          </a:ln>
        </p:spPr>
        <p:txBody>
          <a:bodyPr vert="horz" wrap="square" lIns="121920" tIns="60960" rIns="121920" bIns="60960" numCol="1" anchor="t" anchorCtr="0" compatLnSpc="1">
            <a:prstTxWarp prst="textNoShape">
              <a:avLst/>
            </a:prstTxWarp>
          </a:bodyPr>
          <a:lstStyle/>
          <a:p>
            <a:endParaRPr lang="en-US" sz="3200">
              <a:solidFill>
                <a:schemeClr val="bg1"/>
              </a:solidFill>
            </a:endParaRPr>
          </a:p>
        </p:txBody>
      </p:sp>
      <p:grpSp>
        <p:nvGrpSpPr>
          <p:cNvPr id="17" name="Group 16"/>
          <p:cNvGrpSpPr/>
          <p:nvPr/>
        </p:nvGrpSpPr>
        <p:grpSpPr>
          <a:xfrm>
            <a:off x="4295136" y="2098907"/>
            <a:ext cx="638737" cy="638737"/>
            <a:chOff x="-1238250" y="2566988"/>
            <a:chExt cx="1381125" cy="1381125"/>
          </a:xfrm>
          <a:solidFill>
            <a:schemeClr val="bg1"/>
          </a:solidFill>
        </p:grpSpPr>
        <p:sp>
          <p:nvSpPr>
            <p:cNvPr id="18" name="Freeform 32"/>
            <p:cNvSpPr>
              <a:spLocks noEditPoints="1"/>
            </p:cNvSpPr>
            <p:nvPr/>
          </p:nvSpPr>
          <p:spPr bwMode="auto">
            <a:xfrm>
              <a:off x="-1238250" y="2566988"/>
              <a:ext cx="1381125" cy="1381125"/>
            </a:xfrm>
            <a:custGeom>
              <a:avLst/>
              <a:gdLst>
                <a:gd name="T0" fmla="*/ 1520 w 3480"/>
                <a:gd name="T1" fmla="*/ 434 h 3480"/>
                <a:gd name="T2" fmla="*/ 1188 w 3480"/>
                <a:gd name="T3" fmla="*/ 611 h 3480"/>
                <a:gd name="T4" fmla="*/ 919 w 3480"/>
                <a:gd name="T5" fmla="*/ 632 h 3480"/>
                <a:gd name="T6" fmla="*/ 509 w 3480"/>
                <a:gd name="T7" fmla="*/ 752 h 3480"/>
                <a:gd name="T8" fmla="*/ 668 w 3480"/>
                <a:gd name="T9" fmla="*/ 1063 h 3480"/>
                <a:gd name="T10" fmla="*/ 502 w 3480"/>
                <a:gd name="T11" fmla="*/ 1461 h 3480"/>
                <a:gd name="T12" fmla="*/ 171 w 3480"/>
                <a:gd name="T13" fmla="*/ 1568 h 3480"/>
                <a:gd name="T14" fmla="*/ 375 w 3480"/>
                <a:gd name="T15" fmla="*/ 1942 h 3480"/>
                <a:gd name="T16" fmla="*/ 552 w 3480"/>
                <a:gd name="T17" fmla="*/ 2149 h 3480"/>
                <a:gd name="T18" fmla="*/ 661 w 3480"/>
                <a:gd name="T19" fmla="*/ 2507 h 3480"/>
                <a:gd name="T20" fmla="*/ 735 w 3480"/>
                <a:gd name="T21" fmla="*/ 2965 h 3480"/>
                <a:gd name="T22" fmla="*/ 1001 w 3480"/>
                <a:gd name="T23" fmla="*/ 2812 h 3480"/>
                <a:gd name="T24" fmla="*/ 1405 w 3480"/>
                <a:gd name="T25" fmla="*/ 2952 h 3480"/>
                <a:gd name="T26" fmla="*/ 1550 w 3480"/>
                <a:gd name="T27" fmla="*/ 3204 h 3480"/>
                <a:gd name="T28" fmla="*/ 1915 w 3480"/>
                <a:gd name="T29" fmla="*/ 3301 h 3480"/>
                <a:gd name="T30" fmla="*/ 2046 w 3480"/>
                <a:gd name="T31" fmla="*/ 2962 h 3480"/>
                <a:gd name="T32" fmla="*/ 2448 w 3480"/>
                <a:gd name="T33" fmla="*/ 2810 h 3480"/>
                <a:gd name="T34" fmla="*/ 2738 w 3480"/>
                <a:gd name="T35" fmla="*/ 2971 h 3480"/>
                <a:gd name="T36" fmla="*/ 2831 w 3480"/>
                <a:gd name="T37" fmla="*/ 2535 h 3480"/>
                <a:gd name="T38" fmla="*/ 2901 w 3480"/>
                <a:gd name="T39" fmla="*/ 2221 h 3480"/>
                <a:gd name="T40" fmla="*/ 3074 w 3480"/>
                <a:gd name="T41" fmla="*/ 1950 h 3480"/>
                <a:gd name="T42" fmla="*/ 3315 w 3480"/>
                <a:gd name="T43" fmla="*/ 1575 h 3480"/>
                <a:gd name="T44" fmla="*/ 2997 w 3480"/>
                <a:gd name="T45" fmla="*/ 1484 h 3480"/>
                <a:gd name="T46" fmla="*/ 2821 w 3480"/>
                <a:gd name="T47" fmla="*/ 1091 h 3480"/>
                <a:gd name="T48" fmla="*/ 2967 w 3480"/>
                <a:gd name="T49" fmla="*/ 760 h 3480"/>
                <a:gd name="T50" fmla="*/ 2641 w 3480"/>
                <a:gd name="T51" fmla="*/ 572 h 3480"/>
                <a:gd name="T52" fmla="*/ 2360 w 3480"/>
                <a:gd name="T53" fmla="*/ 646 h 3480"/>
                <a:gd name="T54" fmla="*/ 1976 w 3480"/>
                <a:gd name="T55" fmla="*/ 461 h 3480"/>
                <a:gd name="T56" fmla="*/ 1896 w 3480"/>
                <a:gd name="T57" fmla="*/ 162 h 3480"/>
                <a:gd name="T58" fmla="*/ 2036 w 3480"/>
                <a:gd name="T59" fmla="*/ 67 h 3480"/>
                <a:gd name="T60" fmla="*/ 2110 w 3480"/>
                <a:gd name="T61" fmla="*/ 367 h 3480"/>
                <a:gd name="T62" fmla="*/ 2455 w 3480"/>
                <a:gd name="T63" fmla="*/ 507 h 3480"/>
                <a:gd name="T64" fmla="*/ 2759 w 3480"/>
                <a:gd name="T65" fmla="*/ 349 h 3480"/>
                <a:gd name="T66" fmla="*/ 3125 w 3480"/>
                <a:gd name="T67" fmla="*/ 693 h 3480"/>
                <a:gd name="T68" fmla="*/ 2977 w 3480"/>
                <a:gd name="T69" fmla="*/ 1018 h 3480"/>
                <a:gd name="T70" fmla="*/ 3110 w 3480"/>
                <a:gd name="T71" fmla="*/ 1367 h 3480"/>
                <a:gd name="T72" fmla="*/ 3386 w 3480"/>
                <a:gd name="T73" fmla="*/ 1425 h 3480"/>
                <a:gd name="T74" fmla="*/ 3477 w 3480"/>
                <a:gd name="T75" fmla="*/ 1929 h 3480"/>
                <a:gd name="T76" fmla="*/ 3226 w 3480"/>
                <a:gd name="T77" fmla="*/ 2090 h 3480"/>
                <a:gd name="T78" fmla="*/ 3052 w 3480"/>
                <a:gd name="T79" fmla="*/ 2283 h 3480"/>
                <a:gd name="T80" fmla="*/ 3114 w 3480"/>
                <a:gd name="T81" fmla="*/ 2648 h 3480"/>
                <a:gd name="T82" fmla="*/ 3080 w 3480"/>
                <a:gd name="T83" fmla="*/ 2860 h 3480"/>
                <a:gd name="T84" fmla="*/ 2674 w 3480"/>
                <a:gd name="T85" fmla="*/ 3125 h 3480"/>
                <a:gd name="T86" fmla="*/ 2363 w 3480"/>
                <a:gd name="T87" fmla="*/ 3016 h 3480"/>
                <a:gd name="T88" fmla="*/ 2104 w 3480"/>
                <a:gd name="T89" fmla="*/ 3126 h 3480"/>
                <a:gd name="T90" fmla="*/ 1959 w 3480"/>
                <a:gd name="T91" fmla="*/ 3468 h 3480"/>
                <a:gd name="T92" fmla="*/ 1444 w 3480"/>
                <a:gd name="T93" fmla="*/ 3413 h 3480"/>
                <a:gd name="T94" fmla="*/ 1370 w 3480"/>
                <a:gd name="T95" fmla="*/ 3113 h 3480"/>
                <a:gd name="T96" fmla="*/ 1025 w 3480"/>
                <a:gd name="T97" fmla="*/ 2973 h 3480"/>
                <a:gd name="T98" fmla="*/ 721 w 3480"/>
                <a:gd name="T99" fmla="*/ 3131 h 3480"/>
                <a:gd name="T100" fmla="*/ 355 w 3480"/>
                <a:gd name="T101" fmla="*/ 2787 h 3480"/>
                <a:gd name="T102" fmla="*/ 503 w 3480"/>
                <a:gd name="T103" fmla="*/ 2462 h 3480"/>
                <a:gd name="T104" fmla="*/ 370 w 3480"/>
                <a:gd name="T105" fmla="*/ 2113 h 3480"/>
                <a:gd name="T106" fmla="*/ 94 w 3480"/>
                <a:gd name="T107" fmla="*/ 2055 h 3480"/>
                <a:gd name="T108" fmla="*/ 3 w 3480"/>
                <a:gd name="T109" fmla="*/ 1551 h 3480"/>
                <a:gd name="T110" fmla="*/ 254 w 3480"/>
                <a:gd name="T111" fmla="*/ 1390 h 3480"/>
                <a:gd name="T112" fmla="*/ 428 w 3480"/>
                <a:gd name="T113" fmla="*/ 1197 h 3480"/>
                <a:gd name="T114" fmla="*/ 366 w 3480"/>
                <a:gd name="T115" fmla="*/ 832 h 3480"/>
                <a:gd name="T116" fmla="*/ 400 w 3480"/>
                <a:gd name="T117" fmla="*/ 620 h 3480"/>
                <a:gd name="T118" fmla="*/ 806 w 3480"/>
                <a:gd name="T119" fmla="*/ 355 h 3480"/>
                <a:gd name="T120" fmla="*/ 1117 w 3480"/>
                <a:gd name="T121" fmla="*/ 464 h 3480"/>
                <a:gd name="T122" fmla="*/ 1376 w 3480"/>
                <a:gd name="T123" fmla="*/ 354 h 3480"/>
                <a:gd name="T124" fmla="*/ 1521 w 3480"/>
                <a:gd name="T125" fmla="*/ 12 h 3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480" h="3480">
                  <a:moveTo>
                    <a:pt x="1584" y="162"/>
                  </a:moveTo>
                  <a:lnTo>
                    <a:pt x="1575" y="165"/>
                  </a:lnTo>
                  <a:lnTo>
                    <a:pt x="1568" y="171"/>
                  </a:lnTo>
                  <a:lnTo>
                    <a:pt x="1565" y="179"/>
                  </a:lnTo>
                  <a:lnTo>
                    <a:pt x="1550" y="277"/>
                  </a:lnTo>
                  <a:lnTo>
                    <a:pt x="1538" y="375"/>
                  </a:lnTo>
                  <a:lnTo>
                    <a:pt x="1530" y="406"/>
                  </a:lnTo>
                  <a:lnTo>
                    <a:pt x="1520" y="434"/>
                  </a:lnTo>
                  <a:lnTo>
                    <a:pt x="1504" y="461"/>
                  </a:lnTo>
                  <a:lnTo>
                    <a:pt x="1484" y="483"/>
                  </a:lnTo>
                  <a:lnTo>
                    <a:pt x="1461" y="502"/>
                  </a:lnTo>
                  <a:lnTo>
                    <a:pt x="1434" y="518"/>
                  </a:lnTo>
                  <a:lnTo>
                    <a:pt x="1405" y="528"/>
                  </a:lnTo>
                  <a:lnTo>
                    <a:pt x="1331" y="552"/>
                  </a:lnTo>
                  <a:lnTo>
                    <a:pt x="1259" y="579"/>
                  </a:lnTo>
                  <a:lnTo>
                    <a:pt x="1188" y="611"/>
                  </a:lnTo>
                  <a:lnTo>
                    <a:pt x="1120" y="646"/>
                  </a:lnTo>
                  <a:lnTo>
                    <a:pt x="1091" y="659"/>
                  </a:lnTo>
                  <a:lnTo>
                    <a:pt x="1063" y="668"/>
                  </a:lnTo>
                  <a:lnTo>
                    <a:pt x="1032" y="670"/>
                  </a:lnTo>
                  <a:lnTo>
                    <a:pt x="1003" y="668"/>
                  </a:lnTo>
                  <a:lnTo>
                    <a:pt x="973" y="661"/>
                  </a:lnTo>
                  <a:lnTo>
                    <a:pt x="945" y="649"/>
                  </a:lnTo>
                  <a:lnTo>
                    <a:pt x="919" y="632"/>
                  </a:lnTo>
                  <a:lnTo>
                    <a:pt x="839" y="572"/>
                  </a:lnTo>
                  <a:lnTo>
                    <a:pt x="760" y="513"/>
                  </a:lnTo>
                  <a:lnTo>
                    <a:pt x="752" y="509"/>
                  </a:lnTo>
                  <a:lnTo>
                    <a:pt x="742" y="509"/>
                  </a:lnTo>
                  <a:lnTo>
                    <a:pt x="735" y="515"/>
                  </a:lnTo>
                  <a:lnTo>
                    <a:pt x="515" y="735"/>
                  </a:lnTo>
                  <a:lnTo>
                    <a:pt x="509" y="742"/>
                  </a:lnTo>
                  <a:lnTo>
                    <a:pt x="509" y="752"/>
                  </a:lnTo>
                  <a:lnTo>
                    <a:pt x="513" y="760"/>
                  </a:lnTo>
                  <a:lnTo>
                    <a:pt x="572" y="839"/>
                  </a:lnTo>
                  <a:lnTo>
                    <a:pt x="632" y="919"/>
                  </a:lnTo>
                  <a:lnTo>
                    <a:pt x="649" y="945"/>
                  </a:lnTo>
                  <a:lnTo>
                    <a:pt x="661" y="973"/>
                  </a:lnTo>
                  <a:lnTo>
                    <a:pt x="668" y="1003"/>
                  </a:lnTo>
                  <a:lnTo>
                    <a:pt x="670" y="1032"/>
                  </a:lnTo>
                  <a:lnTo>
                    <a:pt x="668" y="1063"/>
                  </a:lnTo>
                  <a:lnTo>
                    <a:pt x="659" y="1091"/>
                  </a:lnTo>
                  <a:lnTo>
                    <a:pt x="646" y="1120"/>
                  </a:lnTo>
                  <a:lnTo>
                    <a:pt x="611" y="1188"/>
                  </a:lnTo>
                  <a:lnTo>
                    <a:pt x="579" y="1259"/>
                  </a:lnTo>
                  <a:lnTo>
                    <a:pt x="552" y="1331"/>
                  </a:lnTo>
                  <a:lnTo>
                    <a:pt x="528" y="1405"/>
                  </a:lnTo>
                  <a:lnTo>
                    <a:pt x="518" y="1434"/>
                  </a:lnTo>
                  <a:lnTo>
                    <a:pt x="502" y="1461"/>
                  </a:lnTo>
                  <a:lnTo>
                    <a:pt x="483" y="1484"/>
                  </a:lnTo>
                  <a:lnTo>
                    <a:pt x="461" y="1504"/>
                  </a:lnTo>
                  <a:lnTo>
                    <a:pt x="434" y="1520"/>
                  </a:lnTo>
                  <a:lnTo>
                    <a:pt x="406" y="1530"/>
                  </a:lnTo>
                  <a:lnTo>
                    <a:pt x="375" y="1538"/>
                  </a:lnTo>
                  <a:lnTo>
                    <a:pt x="277" y="1550"/>
                  </a:lnTo>
                  <a:lnTo>
                    <a:pt x="179" y="1565"/>
                  </a:lnTo>
                  <a:lnTo>
                    <a:pt x="171" y="1568"/>
                  </a:lnTo>
                  <a:lnTo>
                    <a:pt x="165" y="1575"/>
                  </a:lnTo>
                  <a:lnTo>
                    <a:pt x="162" y="1585"/>
                  </a:lnTo>
                  <a:lnTo>
                    <a:pt x="162" y="1896"/>
                  </a:lnTo>
                  <a:lnTo>
                    <a:pt x="165" y="1905"/>
                  </a:lnTo>
                  <a:lnTo>
                    <a:pt x="171" y="1912"/>
                  </a:lnTo>
                  <a:lnTo>
                    <a:pt x="179" y="1915"/>
                  </a:lnTo>
                  <a:lnTo>
                    <a:pt x="277" y="1930"/>
                  </a:lnTo>
                  <a:lnTo>
                    <a:pt x="375" y="1942"/>
                  </a:lnTo>
                  <a:lnTo>
                    <a:pt x="406" y="1950"/>
                  </a:lnTo>
                  <a:lnTo>
                    <a:pt x="434" y="1960"/>
                  </a:lnTo>
                  <a:lnTo>
                    <a:pt x="461" y="1976"/>
                  </a:lnTo>
                  <a:lnTo>
                    <a:pt x="483" y="1996"/>
                  </a:lnTo>
                  <a:lnTo>
                    <a:pt x="502" y="2019"/>
                  </a:lnTo>
                  <a:lnTo>
                    <a:pt x="518" y="2046"/>
                  </a:lnTo>
                  <a:lnTo>
                    <a:pt x="528" y="2075"/>
                  </a:lnTo>
                  <a:lnTo>
                    <a:pt x="552" y="2149"/>
                  </a:lnTo>
                  <a:lnTo>
                    <a:pt x="579" y="2221"/>
                  </a:lnTo>
                  <a:lnTo>
                    <a:pt x="611" y="2292"/>
                  </a:lnTo>
                  <a:lnTo>
                    <a:pt x="646" y="2360"/>
                  </a:lnTo>
                  <a:lnTo>
                    <a:pt x="659" y="2389"/>
                  </a:lnTo>
                  <a:lnTo>
                    <a:pt x="668" y="2417"/>
                  </a:lnTo>
                  <a:lnTo>
                    <a:pt x="670" y="2448"/>
                  </a:lnTo>
                  <a:lnTo>
                    <a:pt x="668" y="2477"/>
                  </a:lnTo>
                  <a:lnTo>
                    <a:pt x="661" y="2507"/>
                  </a:lnTo>
                  <a:lnTo>
                    <a:pt x="649" y="2535"/>
                  </a:lnTo>
                  <a:lnTo>
                    <a:pt x="632" y="2561"/>
                  </a:lnTo>
                  <a:lnTo>
                    <a:pt x="572" y="2641"/>
                  </a:lnTo>
                  <a:lnTo>
                    <a:pt x="513" y="2720"/>
                  </a:lnTo>
                  <a:lnTo>
                    <a:pt x="509" y="2728"/>
                  </a:lnTo>
                  <a:lnTo>
                    <a:pt x="509" y="2738"/>
                  </a:lnTo>
                  <a:lnTo>
                    <a:pt x="515" y="2745"/>
                  </a:lnTo>
                  <a:lnTo>
                    <a:pt x="735" y="2965"/>
                  </a:lnTo>
                  <a:lnTo>
                    <a:pt x="742" y="2971"/>
                  </a:lnTo>
                  <a:lnTo>
                    <a:pt x="752" y="2972"/>
                  </a:lnTo>
                  <a:lnTo>
                    <a:pt x="760" y="2967"/>
                  </a:lnTo>
                  <a:lnTo>
                    <a:pt x="839" y="2908"/>
                  </a:lnTo>
                  <a:lnTo>
                    <a:pt x="919" y="2848"/>
                  </a:lnTo>
                  <a:lnTo>
                    <a:pt x="945" y="2831"/>
                  </a:lnTo>
                  <a:lnTo>
                    <a:pt x="972" y="2820"/>
                  </a:lnTo>
                  <a:lnTo>
                    <a:pt x="1001" y="2812"/>
                  </a:lnTo>
                  <a:lnTo>
                    <a:pt x="1030" y="2810"/>
                  </a:lnTo>
                  <a:lnTo>
                    <a:pt x="1061" y="2812"/>
                  </a:lnTo>
                  <a:lnTo>
                    <a:pt x="1091" y="2821"/>
                  </a:lnTo>
                  <a:lnTo>
                    <a:pt x="1120" y="2834"/>
                  </a:lnTo>
                  <a:lnTo>
                    <a:pt x="1188" y="2869"/>
                  </a:lnTo>
                  <a:lnTo>
                    <a:pt x="1259" y="2901"/>
                  </a:lnTo>
                  <a:lnTo>
                    <a:pt x="1331" y="2928"/>
                  </a:lnTo>
                  <a:lnTo>
                    <a:pt x="1405" y="2952"/>
                  </a:lnTo>
                  <a:lnTo>
                    <a:pt x="1434" y="2962"/>
                  </a:lnTo>
                  <a:lnTo>
                    <a:pt x="1461" y="2978"/>
                  </a:lnTo>
                  <a:lnTo>
                    <a:pt x="1484" y="2997"/>
                  </a:lnTo>
                  <a:lnTo>
                    <a:pt x="1504" y="3019"/>
                  </a:lnTo>
                  <a:lnTo>
                    <a:pt x="1520" y="3046"/>
                  </a:lnTo>
                  <a:lnTo>
                    <a:pt x="1530" y="3074"/>
                  </a:lnTo>
                  <a:lnTo>
                    <a:pt x="1538" y="3105"/>
                  </a:lnTo>
                  <a:lnTo>
                    <a:pt x="1550" y="3204"/>
                  </a:lnTo>
                  <a:lnTo>
                    <a:pt x="1565" y="3301"/>
                  </a:lnTo>
                  <a:lnTo>
                    <a:pt x="1568" y="3309"/>
                  </a:lnTo>
                  <a:lnTo>
                    <a:pt x="1575" y="3315"/>
                  </a:lnTo>
                  <a:lnTo>
                    <a:pt x="1584" y="3318"/>
                  </a:lnTo>
                  <a:lnTo>
                    <a:pt x="1896" y="3318"/>
                  </a:lnTo>
                  <a:lnTo>
                    <a:pt x="1905" y="3315"/>
                  </a:lnTo>
                  <a:lnTo>
                    <a:pt x="1912" y="3309"/>
                  </a:lnTo>
                  <a:lnTo>
                    <a:pt x="1915" y="3301"/>
                  </a:lnTo>
                  <a:lnTo>
                    <a:pt x="1930" y="3203"/>
                  </a:lnTo>
                  <a:lnTo>
                    <a:pt x="1942" y="3105"/>
                  </a:lnTo>
                  <a:lnTo>
                    <a:pt x="1950" y="3074"/>
                  </a:lnTo>
                  <a:lnTo>
                    <a:pt x="1960" y="3046"/>
                  </a:lnTo>
                  <a:lnTo>
                    <a:pt x="1976" y="3019"/>
                  </a:lnTo>
                  <a:lnTo>
                    <a:pt x="1996" y="2997"/>
                  </a:lnTo>
                  <a:lnTo>
                    <a:pt x="2019" y="2978"/>
                  </a:lnTo>
                  <a:lnTo>
                    <a:pt x="2046" y="2962"/>
                  </a:lnTo>
                  <a:lnTo>
                    <a:pt x="2075" y="2952"/>
                  </a:lnTo>
                  <a:lnTo>
                    <a:pt x="2149" y="2928"/>
                  </a:lnTo>
                  <a:lnTo>
                    <a:pt x="2221" y="2901"/>
                  </a:lnTo>
                  <a:lnTo>
                    <a:pt x="2292" y="2869"/>
                  </a:lnTo>
                  <a:lnTo>
                    <a:pt x="2360" y="2834"/>
                  </a:lnTo>
                  <a:lnTo>
                    <a:pt x="2389" y="2821"/>
                  </a:lnTo>
                  <a:lnTo>
                    <a:pt x="2417" y="2812"/>
                  </a:lnTo>
                  <a:lnTo>
                    <a:pt x="2448" y="2810"/>
                  </a:lnTo>
                  <a:lnTo>
                    <a:pt x="2477" y="2812"/>
                  </a:lnTo>
                  <a:lnTo>
                    <a:pt x="2507" y="2819"/>
                  </a:lnTo>
                  <a:lnTo>
                    <a:pt x="2535" y="2831"/>
                  </a:lnTo>
                  <a:lnTo>
                    <a:pt x="2561" y="2848"/>
                  </a:lnTo>
                  <a:lnTo>
                    <a:pt x="2641" y="2908"/>
                  </a:lnTo>
                  <a:lnTo>
                    <a:pt x="2720" y="2967"/>
                  </a:lnTo>
                  <a:lnTo>
                    <a:pt x="2728" y="2972"/>
                  </a:lnTo>
                  <a:lnTo>
                    <a:pt x="2738" y="2971"/>
                  </a:lnTo>
                  <a:lnTo>
                    <a:pt x="2745" y="2965"/>
                  </a:lnTo>
                  <a:lnTo>
                    <a:pt x="2965" y="2745"/>
                  </a:lnTo>
                  <a:lnTo>
                    <a:pt x="2971" y="2738"/>
                  </a:lnTo>
                  <a:lnTo>
                    <a:pt x="2971" y="2728"/>
                  </a:lnTo>
                  <a:lnTo>
                    <a:pt x="2967" y="2720"/>
                  </a:lnTo>
                  <a:lnTo>
                    <a:pt x="2908" y="2641"/>
                  </a:lnTo>
                  <a:lnTo>
                    <a:pt x="2848" y="2561"/>
                  </a:lnTo>
                  <a:lnTo>
                    <a:pt x="2831" y="2535"/>
                  </a:lnTo>
                  <a:lnTo>
                    <a:pt x="2819" y="2507"/>
                  </a:lnTo>
                  <a:lnTo>
                    <a:pt x="2812" y="2477"/>
                  </a:lnTo>
                  <a:lnTo>
                    <a:pt x="2810" y="2448"/>
                  </a:lnTo>
                  <a:lnTo>
                    <a:pt x="2812" y="2417"/>
                  </a:lnTo>
                  <a:lnTo>
                    <a:pt x="2821" y="2389"/>
                  </a:lnTo>
                  <a:lnTo>
                    <a:pt x="2834" y="2360"/>
                  </a:lnTo>
                  <a:lnTo>
                    <a:pt x="2869" y="2292"/>
                  </a:lnTo>
                  <a:lnTo>
                    <a:pt x="2901" y="2221"/>
                  </a:lnTo>
                  <a:lnTo>
                    <a:pt x="2928" y="2149"/>
                  </a:lnTo>
                  <a:lnTo>
                    <a:pt x="2952" y="2075"/>
                  </a:lnTo>
                  <a:lnTo>
                    <a:pt x="2962" y="2046"/>
                  </a:lnTo>
                  <a:lnTo>
                    <a:pt x="2978" y="2019"/>
                  </a:lnTo>
                  <a:lnTo>
                    <a:pt x="2997" y="1996"/>
                  </a:lnTo>
                  <a:lnTo>
                    <a:pt x="3019" y="1976"/>
                  </a:lnTo>
                  <a:lnTo>
                    <a:pt x="3046" y="1960"/>
                  </a:lnTo>
                  <a:lnTo>
                    <a:pt x="3074" y="1950"/>
                  </a:lnTo>
                  <a:lnTo>
                    <a:pt x="3105" y="1942"/>
                  </a:lnTo>
                  <a:lnTo>
                    <a:pt x="3203" y="1930"/>
                  </a:lnTo>
                  <a:lnTo>
                    <a:pt x="3301" y="1915"/>
                  </a:lnTo>
                  <a:lnTo>
                    <a:pt x="3309" y="1912"/>
                  </a:lnTo>
                  <a:lnTo>
                    <a:pt x="3315" y="1905"/>
                  </a:lnTo>
                  <a:lnTo>
                    <a:pt x="3318" y="1896"/>
                  </a:lnTo>
                  <a:lnTo>
                    <a:pt x="3318" y="1584"/>
                  </a:lnTo>
                  <a:lnTo>
                    <a:pt x="3315" y="1575"/>
                  </a:lnTo>
                  <a:lnTo>
                    <a:pt x="3309" y="1568"/>
                  </a:lnTo>
                  <a:lnTo>
                    <a:pt x="3301" y="1565"/>
                  </a:lnTo>
                  <a:lnTo>
                    <a:pt x="3203" y="1550"/>
                  </a:lnTo>
                  <a:lnTo>
                    <a:pt x="3105" y="1538"/>
                  </a:lnTo>
                  <a:lnTo>
                    <a:pt x="3074" y="1530"/>
                  </a:lnTo>
                  <a:lnTo>
                    <a:pt x="3046" y="1520"/>
                  </a:lnTo>
                  <a:lnTo>
                    <a:pt x="3019" y="1504"/>
                  </a:lnTo>
                  <a:lnTo>
                    <a:pt x="2997" y="1484"/>
                  </a:lnTo>
                  <a:lnTo>
                    <a:pt x="2978" y="1461"/>
                  </a:lnTo>
                  <a:lnTo>
                    <a:pt x="2962" y="1434"/>
                  </a:lnTo>
                  <a:lnTo>
                    <a:pt x="2952" y="1405"/>
                  </a:lnTo>
                  <a:lnTo>
                    <a:pt x="2928" y="1331"/>
                  </a:lnTo>
                  <a:lnTo>
                    <a:pt x="2901" y="1259"/>
                  </a:lnTo>
                  <a:lnTo>
                    <a:pt x="2869" y="1188"/>
                  </a:lnTo>
                  <a:lnTo>
                    <a:pt x="2834" y="1120"/>
                  </a:lnTo>
                  <a:lnTo>
                    <a:pt x="2821" y="1091"/>
                  </a:lnTo>
                  <a:lnTo>
                    <a:pt x="2812" y="1063"/>
                  </a:lnTo>
                  <a:lnTo>
                    <a:pt x="2810" y="1032"/>
                  </a:lnTo>
                  <a:lnTo>
                    <a:pt x="2812" y="1003"/>
                  </a:lnTo>
                  <a:lnTo>
                    <a:pt x="2819" y="973"/>
                  </a:lnTo>
                  <a:lnTo>
                    <a:pt x="2831" y="945"/>
                  </a:lnTo>
                  <a:lnTo>
                    <a:pt x="2848" y="919"/>
                  </a:lnTo>
                  <a:lnTo>
                    <a:pt x="2908" y="839"/>
                  </a:lnTo>
                  <a:lnTo>
                    <a:pt x="2967" y="760"/>
                  </a:lnTo>
                  <a:lnTo>
                    <a:pt x="2971" y="752"/>
                  </a:lnTo>
                  <a:lnTo>
                    <a:pt x="2971" y="742"/>
                  </a:lnTo>
                  <a:lnTo>
                    <a:pt x="2965" y="735"/>
                  </a:lnTo>
                  <a:lnTo>
                    <a:pt x="2745" y="515"/>
                  </a:lnTo>
                  <a:lnTo>
                    <a:pt x="2738" y="509"/>
                  </a:lnTo>
                  <a:lnTo>
                    <a:pt x="2728" y="509"/>
                  </a:lnTo>
                  <a:lnTo>
                    <a:pt x="2720" y="513"/>
                  </a:lnTo>
                  <a:lnTo>
                    <a:pt x="2641" y="572"/>
                  </a:lnTo>
                  <a:lnTo>
                    <a:pt x="2561" y="632"/>
                  </a:lnTo>
                  <a:lnTo>
                    <a:pt x="2535" y="649"/>
                  </a:lnTo>
                  <a:lnTo>
                    <a:pt x="2507" y="661"/>
                  </a:lnTo>
                  <a:lnTo>
                    <a:pt x="2477" y="668"/>
                  </a:lnTo>
                  <a:lnTo>
                    <a:pt x="2448" y="670"/>
                  </a:lnTo>
                  <a:lnTo>
                    <a:pt x="2417" y="668"/>
                  </a:lnTo>
                  <a:lnTo>
                    <a:pt x="2389" y="659"/>
                  </a:lnTo>
                  <a:lnTo>
                    <a:pt x="2360" y="646"/>
                  </a:lnTo>
                  <a:lnTo>
                    <a:pt x="2292" y="611"/>
                  </a:lnTo>
                  <a:lnTo>
                    <a:pt x="2221" y="579"/>
                  </a:lnTo>
                  <a:lnTo>
                    <a:pt x="2149" y="552"/>
                  </a:lnTo>
                  <a:lnTo>
                    <a:pt x="2075" y="528"/>
                  </a:lnTo>
                  <a:lnTo>
                    <a:pt x="2046" y="518"/>
                  </a:lnTo>
                  <a:lnTo>
                    <a:pt x="2019" y="502"/>
                  </a:lnTo>
                  <a:lnTo>
                    <a:pt x="1996" y="483"/>
                  </a:lnTo>
                  <a:lnTo>
                    <a:pt x="1976" y="461"/>
                  </a:lnTo>
                  <a:lnTo>
                    <a:pt x="1960" y="434"/>
                  </a:lnTo>
                  <a:lnTo>
                    <a:pt x="1950" y="406"/>
                  </a:lnTo>
                  <a:lnTo>
                    <a:pt x="1942" y="375"/>
                  </a:lnTo>
                  <a:lnTo>
                    <a:pt x="1930" y="277"/>
                  </a:lnTo>
                  <a:lnTo>
                    <a:pt x="1915" y="179"/>
                  </a:lnTo>
                  <a:lnTo>
                    <a:pt x="1912" y="171"/>
                  </a:lnTo>
                  <a:lnTo>
                    <a:pt x="1905" y="165"/>
                  </a:lnTo>
                  <a:lnTo>
                    <a:pt x="1896" y="162"/>
                  </a:lnTo>
                  <a:lnTo>
                    <a:pt x="1584" y="162"/>
                  </a:lnTo>
                  <a:close/>
                  <a:moveTo>
                    <a:pt x="1584" y="0"/>
                  </a:moveTo>
                  <a:lnTo>
                    <a:pt x="1896" y="0"/>
                  </a:lnTo>
                  <a:lnTo>
                    <a:pt x="1929" y="3"/>
                  </a:lnTo>
                  <a:lnTo>
                    <a:pt x="1959" y="12"/>
                  </a:lnTo>
                  <a:lnTo>
                    <a:pt x="1989" y="25"/>
                  </a:lnTo>
                  <a:lnTo>
                    <a:pt x="2014" y="44"/>
                  </a:lnTo>
                  <a:lnTo>
                    <a:pt x="2036" y="67"/>
                  </a:lnTo>
                  <a:lnTo>
                    <a:pt x="2055" y="94"/>
                  </a:lnTo>
                  <a:lnTo>
                    <a:pt x="2068" y="123"/>
                  </a:lnTo>
                  <a:lnTo>
                    <a:pt x="2076" y="155"/>
                  </a:lnTo>
                  <a:lnTo>
                    <a:pt x="2090" y="254"/>
                  </a:lnTo>
                  <a:lnTo>
                    <a:pt x="2104" y="354"/>
                  </a:lnTo>
                  <a:lnTo>
                    <a:pt x="2105" y="360"/>
                  </a:lnTo>
                  <a:lnTo>
                    <a:pt x="2107" y="364"/>
                  </a:lnTo>
                  <a:lnTo>
                    <a:pt x="2110" y="367"/>
                  </a:lnTo>
                  <a:lnTo>
                    <a:pt x="2113" y="370"/>
                  </a:lnTo>
                  <a:lnTo>
                    <a:pt x="2118" y="371"/>
                  </a:lnTo>
                  <a:lnTo>
                    <a:pt x="2202" y="398"/>
                  </a:lnTo>
                  <a:lnTo>
                    <a:pt x="2283" y="428"/>
                  </a:lnTo>
                  <a:lnTo>
                    <a:pt x="2363" y="464"/>
                  </a:lnTo>
                  <a:lnTo>
                    <a:pt x="2440" y="505"/>
                  </a:lnTo>
                  <a:lnTo>
                    <a:pt x="2448" y="507"/>
                  </a:lnTo>
                  <a:lnTo>
                    <a:pt x="2455" y="507"/>
                  </a:lnTo>
                  <a:lnTo>
                    <a:pt x="2462" y="503"/>
                  </a:lnTo>
                  <a:lnTo>
                    <a:pt x="2543" y="442"/>
                  </a:lnTo>
                  <a:lnTo>
                    <a:pt x="2623" y="382"/>
                  </a:lnTo>
                  <a:lnTo>
                    <a:pt x="2648" y="366"/>
                  </a:lnTo>
                  <a:lnTo>
                    <a:pt x="2674" y="355"/>
                  </a:lnTo>
                  <a:lnTo>
                    <a:pt x="2703" y="349"/>
                  </a:lnTo>
                  <a:lnTo>
                    <a:pt x="2730" y="347"/>
                  </a:lnTo>
                  <a:lnTo>
                    <a:pt x="2759" y="349"/>
                  </a:lnTo>
                  <a:lnTo>
                    <a:pt x="2787" y="355"/>
                  </a:lnTo>
                  <a:lnTo>
                    <a:pt x="2814" y="366"/>
                  </a:lnTo>
                  <a:lnTo>
                    <a:pt x="2838" y="381"/>
                  </a:lnTo>
                  <a:lnTo>
                    <a:pt x="2860" y="400"/>
                  </a:lnTo>
                  <a:lnTo>
                    <a:pt x="3080" y="620"/>
                  </a:lnTo>
                  <a:lnTo>
                    <a:pt x="3099" y="642"/>
                  </a:lnTo>
                  <a:lnTo>
                    <a:pt x="3114" y="666"/>
                  </a:lnTo>
                  <a:lnTo>
                    <a:pt x="3125" y="693"/>
                  </a:lnTo>
                  <a:lnTo>
                    <a:pt x="3131" y="721"/>
                  </a:lnTo>
                  <a:lnTo>
                    <a:pt x="3133" y="750"/>
                  </a:lnTo>
                  <a:lnTo>
                    <a:pt x="3131" y="777"/>
                  </a:lnTo>
                  <a:lnTo>
                    <a:pt x="3125" y="806"/>
                  </a:lnTo>
                  <a:lnTo>
                    <a:pt x="3114" y="832"/>
                  </a:lnTo>
                  <a:lnTo>
                    <a:pt x="3098" y="857"/>
                  </a:lnTo>
                  <a:lnTo>
                    <a:pt x="3038" y="937"/>
                  </a:lnTo>
                  <a:lnTo>
                    <a:pt x="2977" y="1018"/>
                  </a:lnTo>
                  <a:lnTo>
                    <a:pt x="2973" y="1025"/>
                  </a:lnTo>
                  <a:lnTo>
                    <a:pt x="2973" y="1032"/>
                  </a:lnTo>
                  <a:lnTo>
                    <a:pt x="2975" y="1040"/>
                  </a:lnTo>
                  <a:lnTo>
                    <a:pt x="3016" y="1117"/>
                  </a:lnTo>
                  <a:lnTo>
                    <a:pt x="3052" y="1197"/>
                  </a:lnTo>
                  <a:lnTo>
                    <a:pt x="3082" y="1278"/>
                  </a:lnTo>
                  <a:lnTo>
                    <a:pt x="3109" y="1362"/>
                  </a:lnTo>
                  <a:lnTo>
                    <a:pt x="3110" y="1367"/>
                  </a:lnTo>
                  <a:lnTo>
                    <a:pt x="3113" y="1370"/>
                  </a:lnTo>
                  <a:lnTo>
                    <a:pt x="3116" y="1373"/>
                  </a:lnTo>
                  <a:lnTo>
                    <a:pt x="3120" y="1375"/>
                  </a:lnTo>
                  <a:lnTo>
                    <a:pt x="3126" y="1376"/>
                  </a:lnTo>
                  <a:lnTo>
                    <a:pt x="3226" y="1390"/>
                  </a:lnTo>
                  <a:lnTo>
                    <a:pt x="3325" y="1404"/>
                  </a:lnTo>
                  <a:lnTo>
                    <a:pt x="3357" y="1412"/>
                  </a:lnTo>
                  <a:lnTo>
                    <a:pt x="3386" y="1425"/>
                  </a:lnTo>
                  <a:lnTo>
                    <a:pt x="3413" y="1444"/>
                  </a:lnTo>
                  <a:lnTo>
                    <a:pt x="3436" y="1466"/>
                  </a:lnTo>
                  <a:lnTo>
                    <a:pt x="3455" y="1491"/>
                  </a:lnTo>
                  <a:lnTo>
                    <a:pt x="3468" y="1521"/>
                  </a:lnTo>
                  <a:lnTo>
                    <a:pt x="3477" y="1551"/>
                  </a:lnTo>
                  <a:lnTo>
                    <a:pt x="3480" y="1584"/>
                  </a:lnTo>
                  <a:lnTo>
                    <a:pt x="3480" y="1896"/>
                  </a:lnTo>
                  <a:lnTo>
                    <a:pt x="3477" y="1929"/>
                  </a:lnTo>
                  <a:lnTo>
                    <a:pt x="3468" y="1959"/>
                  </a:lnTo>
                  <a:lnTo>
                    <a:pt x="3455" y="1989"/>
                  </a:lnTo>
                  <a:lnTo>
                    <a:pt x="3436" y="2014"/>
                  </a:lnTo>
                  <a:lnTo>
                    <a:pt x="3413" y="2036"/>
                  </a:lnTo>
                  <a:lnTo>
                    <a:pt x="3386" y="2055"/>
                  </a:lnTo>
                  <a:lnTo>
                    <a:pt x="3357" y="2068"/>
                  </a:lnTo>
                  <a:lnTo>
                    <a:pt x="3325" y="2076"/>
                  </a:lnTo>
                  <a:lnTo>
                    <a:pt x="3226" y="2090"/>
                  </a:lnTo>
                  <a:lnTo>
                    <a:pt x="3126" y="2104"/>
                  </a:lnTo>
                  <a:lnTo>
                    <a:pt x="3120" y="2105"/>
                  </a:lnTo>
                  <a:lnTo>
                    <a:pt x="3116" y="2107"/>
                  </a:lnTo>
                  <a:lnTo>
                    <a:pt x="3113" y="2110"/>
                  </a:lnTo>
                  <a:lnTo>
                    <a:pt x="3110" y="2113"/>
                  </a:lnTo>
                  <a:lnTo>
                    <a:pt x="3109" y="2118"/>
                  </a:lnTo>
                  <a:lnTo>
                    <a:pt x="3082" y="2202"/>
                  </a:lnTo>
                  <a:lnTo>
                    <a:pt x="3052" y="2283"/>
                  </a:lnTo>
                  <a:lnTo>
                    <a:pt x="3016" y="2363"/>
                  </a:lnTo>
                  <a:lnTo>
                    <a:pt x="2975" y="2440"/>
                  </a:lnTo>
                  <a:lnTo>
                    <a:pt x="2973" y="2448"/>
                  </a:lnTo>
                  <a:lnTo>
                    <a:pt x="2973" y="2455"/>
                  </a:lnTo>
                  <a:lnTo>
                    <a:pt x="2977" y="2462"/>
                  </a:lnTo>
                  <a:lnTo>
                    <a:pt x="3038" y="2543"/>
                  </a:lnTo>
                  <a:lnTo>
                    <a:pt x="3098" y="2623"/>
                  </a:lnTo>
                  <a:lnTo>
                    <a:pt x="3114" y="2648"/>
                  </a:lnTo>
                  <a:lnTo>
                    <a:pt x="3125" y="2674"/>
                  </a:lnTo>
                  <a:lnTo>
                    <a:pt x="3131" y="2703"/>
                  </a:lnTo>
                  <a:lnTo>
                    <a:pt x="3133" y="2730"/>
                  </a:lnTo>
                  <a:lnTo>
                    <a:pt x="3131" y="2759"/>
                  </a:lnTo>
                  <a:lnTo>
                    <a:pt x="3125" y="2786"/>
                  </a:lnTo>
                  <a:lnTo>
                    <a:pt x="3114" y="2814"/>
                  </a:lnTo>
                  <a:lnTo>
                    <a:pt x="3099" y="2838"/>
                  </a:lnTo>
                  <a:lnTo>
                    <a:pt x="3080" y="2860"/>
                  </a:lnTo>
                  <a:lnTo>
                    <a:pt x="2860" y="3080"/>
                  </a:lnTo>
                  <a:lnTo>
                    <a:pt x="2838" y="3099"/>
                  </a:lnTo>
                  <a:lnTo>
                    <a:pt x="2814" y="3114"/>
                  </a:lnTo>
                  <a:lnTo>
                    <a:pt x="2786" y="3125"/>
                  </a:lnTo>
                  <a:lnTo>
                    <a:pt x="2759" y="3131"/>
                  </a:lnTo>
                  <a:lnTo>
                    <a:pt x="2730" y="3133"/>
                  </a:lnTo>
                  <a:lnTo>
                    <a:pt x="2703" y="3131"/>
                  </a:lnTo>
                  <a:lnTo>
                    <a:pt x="2674" y="3125"/>
                  </a:lnTo>
                  <a:lnTo>
                    <a:pt x="2648" y="3114"/>
                  </a:lnTo>
                  <a:lnTo>
                    <a:pt x="2623" y="3098"/>
                  </a:lnTo>
                  <a:lnTo>
                    <a:pt x="2543" y="3038"/>
                  </a:lnTo>
                  <a:lnTo>
                    <a:pt x="2462" y="2977"/>
                  </a:lnTo>
                  <a:lnTo>
                    <a:pt x="2455" y="2973"/>
                  </a:lnTo>
                  <a:lnTo>
                    <a:pt x="2448" y="2973"/>
                  </a:lnTo>
                  <a:lnTo>
                    <a:pt x="2440" y="2975"/>
                  </a:lnTo>
                  <a:lnTo>
                    <a:pt x="2363" y="3016"/>
                  </a:lnTo>
                  <a:lnTo>
                    <a:pt x="2283" y="3052"/>
                  </a:lnTo>
                  <a:lnTo>
                    <a:pt x="2202" y="3082"/>
                  </a:lnTo>
                  <a:lnTo>
                    <a:pt x="2118" y="3109"/>
                  </a:lnTo>
                  <a:lnTo>
                    <a:pt x="2113" y="3110"/>
                  </a:lnTo>
                  <a:lnTo>
                    <a:pt x="2110" y="3113"/>
                  </a:lnTo>
                  <a:lnTo>
                    <a:pt x="2107" y="3116"/>
                  </a:lnTo>
                  <a:lnTo>
                    <a:pt x="2105" y="3120"/>
                  </a:lnTo>
                  <a:lnTo>
                    <a:pt x="2104" y="3126"/>
                  </a:lnTo>
                  <a:lnTo>
                    <a:pt x="2090" y="3226"/>
                  </a:lnTo>
                  <a:lnTo>
                    <a:pt x="2076" y="3325"/>
                  </a:lnTo>
                  <a:lnTo>
                    <a:pt x="2068" y="3357"/>
                  </a:lnTo>
                  <a:lnTo>
                    <a:pt x="2055" y="3386"/>
                  </a:lnTo>
                  <a:lnTo>
                    <a:pt x="2036" y="3413"/>
                  </a:lnTo>
                  <a:lnTo>
                    <a:pt x="2014" y="3436"/>
                  </a:lnTo>
                  <a:lnTo>
                    <a:pt x="1989" y="3455"/>
                  </a:lnTo>
                  <a:lnTo>
                    <a:pt x="1959" y="3468"/>
                  </a:lnTo>
                  <a:lnTo>
                    <a:pt x="1929" y="3477"/>
                  </a:lnTo>
                  <a:lnTo>
                    <a:pt x="1896" y="3480"/>
                  </a:lnTo>
                  <a:lnTo>
                    <a:pt x="1584" y="3480"/>
                  </a:lnTo>
                  <a:lnTo>
                    <a:pt x="1551" y="3477"/>
                  </a:lnTo>
                  <a:lnTo>
                    <a:pt x="1521" y="3468"/>
                  </a:lnTo>
                  <a:lnTo>
                    <a:pt x="1491" y="3455"/>
                  </a:lnTo>
                  <a:lnTo>
                    <a:pt x="1466" y="3436"/>
                  </a:lnTo>
                  <a:lnTo>
                    <a:pt x="1444" y="3413"/>
                  </a:lnTo>
                  <a:lnTo>
                    <a:pt x="1425" y="3386"/>
                  </a:lnTo>
                  <a:lnTo>
                    <a:pt x="1412" y="3357"/>
                  </a:lnTo>
                  <a:lnTo>
                    <a:pt x="1404" y="3325"/>
                  </a:lnTo>
                  <a:lnTo>
                    <a:pt x="1390" y="3226"/>
                  </a:lnTo>
                  <a:lnTo>
                    <a:pt x="1376" y="3126"/>
                  </a:lnTo>
                  <a:lnTo>
                    <a:pt x="1375" y="3120"/>
                  </a:lnTo>
                  <a:lnTo>
                    <a:pt x="1373" y="3116"/>
                  </a:lnTo>
                  <a:lnTo>
                    <a:pt x="1370" y="3113"/>
                  </a:lnTo>
                  <a:lnTo>
                    <a:pt x="1367" y="3110"/>
                  </a:lnTo>
                  <a:lnTo>
                    <a:pt x="1362" y="3109"/>
                  </a:lnTo>
                  <a:lnTo>
                    <a:pt x="1278" y="3082"/>
                  </a:lnTo>
                  <a:lnTo>
                    <a:pt x="1197" y="3052"/>
                  </a:lnTo>
                  <a:lnTo>
                    <a:pt x="1117" y="3016"/>
                  </a:lnTo>
                  <a:lnTo>
                    <a:pt x="1040" y="2975"/>
                  </a:lnTo>
                  <a:lnTo>
                    <a:pt x="1032" y="2973"/>
                  </a:lnTo>
                  <a:lnTo>
                    <a:pt x="1025" y="2973"/>
                  </a:lnTo>
                  <a:lnTo>
                    <a:pt x="1018" y="2977"/>
                  </a:lnTo>
                  <a:lnTo>
                    <a:pt x="937" y="3038"/>
                  </a:lnTo>
                  <a:lnTo>
                    <a:pt x="857" y="3098"/>
                  </a:lnTo>
                  <a:lnTo>
                    <a:pt x="832" y="3114"/>
                  </a:lnTo>
                  <a:lnTo>
                    <a:pt x="806" y="3125"/>
                  </a:lnTo>
                  <a:lnTo>
                    <a:pt x="777" y="3131"/>
                  </a:lnTo>
                  <a:lnTo>
                    <a:pt x="750" y="3134"/>
                  </a:lnTo>
                  <a:lnTo>
                    <a:pt x="721" y="3131"/>
                  </a:lnTo>
                  <a:lnTo>
                    <a:pt x="693" y="3125"/>
                  </a:lnTo>
                  <a:lnTo>
                    <a:pt x="666" y="3114"/>
                  </a:lnTo>
                  <a:lnTo>
                    <a:pt x="642" y="3099"/>
                  </a:lnTo>
                  <a:lnTo>
                    <a:pt x="620" y="3080"/>
                  </a:lnTo>
                  <a:lnTo>
                    <a:pt x="400" y="2860"/>
                  </a:lnTo>
                  <a:lnTo>
                    <a:pt x="381" y="2838"/>
                  </a:lnTo>
                  <a:lnTo>
                    <a:pt x="366" y="2814"/>
                  </a:lnTo>
                  <a:lnTo>
                    <a:pt x="355" y="2787"/>
                  </a:lnTo>
                  <a:lnTo>
                    <a:pt x="349" y="2759"/>
                  </a:lnTo>
                  <a:lnTo>
                    <a:pt x="346" y="2730"/>
                  </a:lnTo>
                  <a:lnTo>
                    <a:pt x="349" y="2703"/>
                  </a:lnTo>
                  <a:lnTo>
                    <a:pt x="355" y="2674"/>
                  </a:lnTo>
                  <a:lnTo>
                    <a:pt x="366" y="2648"/>
                  </a:lnTo>
                  <a:lnTo>
                    <a:pt x="382" y="2623"/>
                  </a:lnTo>
                  <a:lnTo>
                    <a:pt x="442" y="2543"/>
                  </a:lnTo>
                  <a:lnTo>
                    <a:pt x="503" y="2462"/>
                  </a:lnTo>
                  <a:lnTo>
                    <a:pt x="507" y="2455"/>
                  </a:lnTo>
                  <a:lnTo>
                    <a:pt x="507" y="2448"/>
                  </a:lnTo>
                  <a:lnTo>
                    <a:pt x="505" y="2440"/>
                  </a:lnTo>
                  <a:lnTo>
                    <a:pt x="464" y="2363"/>
                  </a:lnTo>
                  <a:lnTo>
                    <a:pt x="428" y="2283"/>
                  </a:lnTo>
                  <a:lnTo>
                    <a:pt x="398" y="2202"/>
                  </a:lnTo>
                  <a:lnTo>
                    <a:pt x="371" y="2118"/>
                  </a:lnTo>
                  <a:lnTo>
                    <a:pt x="370" y="2113"/>
                  </a:lnTo>
                  <a:lnTo>
                    <a:pt x="367" y="2110"/>
                  </a:lnTo>
                  <a:lnTo>
                    <a:pt x="364" y="2107"/>
                  </a:lnTo>
                  <a:lnTo>
                    <a:pt x="360" y="2105"/>
                  </a:lnTo>
                  <a:lnTo>
                    <a:pt x="354" y="2104"/>
                  </a:lnTo>
                  <a:lnTo>
                    <a:pt x="254" y="2090"/>
                  </a:lnTo>
                  <a:lnTo>
                    <a:pt x="155" y="2076"/>
                  </a:lnTo>
                  <a:lnTo>
                    <a:pt x="123" y="2068"/>
                  </a:lnTo>
                  <a:lnTo>
                    <a:pt x="94" y="2055"/>
                  </a:lnTo>
                  <a:lnTo>
                    <a:pt x="67" y="2036"/>
                  </a:lnTo>
                  <a:lnTo>
                    <a:pt x="44" y="2014"/>
                  </a:lnTo>
                  <a:lnTo>
                    <a:pt x="25" y="1989"/>
                  </a:lnTo>
                  <a:lnTo>
                    <a:pt x="12" y="1959"/>
                  </a:lnTo>
                  <a:lnTo>
                    <a:pt x="3" y="1929"/>
                  </a:lnTo>
                  <a:lnTo>
                    <a:pt x="0" y="1896"/>
                  </a:lnTo>
                  <a:lnTo>
                    <a:pt x="0" y="1584"/>
                  </a:lnTo>
                  <a:lnTo>
                    <a:pt x="3" y="1551"/>
                  </a:lnTo>
                  <a:lnTo>
                    <a:pt x="12" y="1521"/>
                  </a:lnTo>
                  <a:lnTo>
                    <a:pt x="25" y="1491"/>
                  </a:lnTo>
                  <a:lnTo>
                    <a:pt x="44" y="1466"/>
                  </a:lnTo>
                  <a:lnTo>
                    <a:pt x="67" y="1444"/>
                  </a:lnTo>
                  <a:lnTo>
                    <a:pt x="94" y="1425"/>
                  </a:lnTo>
                  <a:lnTo>
                    <a:pt x="123" y="1412"/>
                  </a:lnTo>
                  <a:lnTo>
                    <a:pt x="155" y="1404"/>
                  </a:lnTo>
                  <a:lnTo>
                    <a:pt x="254" y="1390"/>
                  </a:lnTo>
                  <a:lnTo>
                    <a:pt x="354" y="1376"/>
                  </a:lnTo>
                  <a:lnTo>
                    <a:pt x="360" y="1375"/>
                  </a:lnTo>
                  <a:lnTo>
                    <a:pt x="364" y="1373"/>
                  </a:lnTo>
                  <a:lnTo>
                    <a:pt x="367" y="1370"/>
                  </a:lnTo>
                  <a:lnTo>
                    <a:pt x="370" y="1367"/>
                  </a:lnTo>
                  <a:lnTo>
                    <a:pt x="371" y="1362"/>
                  </a:lnTo>
                  <a:lnTo>
                    <a:pt x="398" y="1278"/>
                  </a:lnTo>
                  <a:lnTo>
                    <a:pt x="428" y="1197"/>
                  </a:lnTo>
                  <a:lnTo>
                    <a:pt x="464" y="1117"/>
                  </a:lnTo>
                  <a:lnTo>
                    <a:pt x="505" y="1040"/>
                  </a:lnTo>
                  <a:lnTo>
                    <a:pt x="507" y="1032"/>
                  </a:lnTo>
                  <a:lnTo>
                    <a:pt x="507" y="1025"/>
                  </a:lnTo>
                  <a:lnTo>
                    <a:pt x="503" y="1018"/>
                  </a:lnTo>
                  <a:lnTo>
                    <a:pt x="442" y="937"/>
                  </a:lnTo>
                  <a:lnTo>
                    <a:pt x="382" y="857"/>
                  </a:lnTo>
                  <a:lnTo>
                    <a:pt x="366" y="832"/>
                  </a:lnTo>
                  <a:lnTo>
                    <a:pt x="355" y="806"/>
                  </a:lnTo>
                  <a:lnTo>
                    <a:pt x="349" y="777"/>
                  </a:lnTo>
                  <a:lnTo>
                    <a:pt x="346" y="750"/>
                  </a:lnTo>
                  <a:lnTo>
                    <a:pt x="349" y="721"/>
                  </a:lnTo>
                  <a:lnTo>
                    <a:pt x="355" y="694"/>
                  </a:lnTo>
                  <a:lnTo>
                    <a:pt x="366" y="666"/>
                  </a:lnTo>
                  <a:lnTo>
                    <a:pt x="381" y="642"/>
                  </a:lnTo>
                  <a:lnTo>
                    <a:pt x="400" y="620"/>
                  </a:lnTo>
                  <a:lnTo>
                    <a:pt x="620" y="400"/>
                  </a:lnTo>
                  <a:lnTo>
                    <a:pt x="642" y="381"/>
                  </a:lnTo>
                  <a:lnTo>
                    <a:pt x="666" y="366"/>
                  </a:lnTo>
                  <a:lnTo>
                    <a:pt x="693" y="355"/>
                  </a:lnTo>
                  <a:lnTo>
                    <a:pt x="721" y="349"/>
                  </a:lnTo>
                  <a:lnTo>
                    <a:pt x="750" y="347"/>
                  </a:lnTo>
                  <a:lnTo>
                    <a:pt x="777" y="349"/>
                  </a:lnTo>
                  <a:lnTo>
                    <a:pt x="806" y="355"/>
                  </a:lnTo>
                  <a:lnTo>
                    <a:pt x="832" y="366"/>
                  </a:lnTo>
                  <a:lnTo>
                    <a:pt x="857" y="382"/>
                  </a:lnTo>
                  <a:lnTo>
                    <a:pt x="937" y="442"/>
                  </a:lnTo>
                  <a:lnTo>
                    <a:pt x="1018" y="503"/>
                  </a:lnTo>
                  <a:lnTo>
                    <a:pt x="1025" y="507"/>
                  </a:lnTo>
                  <a:lnTo>
                    <a:pt x="1032" y="507"/>
                  </a:lnTo>
                  <a:lnTo>
                    <a:pt x="1040" y="505"/>
                  </a:lnTo>
                  <a:lnTo>
                    <a:pt x="1117" y="464"/>
                  </a:lnTo>
                  <a:lnTo>
                    <a:pt x="1197" y="428"/>
                  </a:lnTo>
                  <a:lnTo>
                    <a:pt x="1278" y="398"/>
                  </a:lnTo>
                  <a:lnTo>
                    <a:pt x="1362" y="371"/>
                  </a:lnTo>
                  <a:lnTo>
                    <a:pt x="1367" y="370"/>
                  </a:lnTo>
                  <a:lnTo>
                    <a:pt x="1370" y="367"/>
                  </a:lnTo>
                  <a:lnTo>
                    <a:pt x="1373" y="364"/>
                  </a:lnTo>
                  <a:lnTo>
                    <a:pt x="1375" y="360"/>
                  </a:lnTo>
                  <a:lnTo>
                    <a:pt x="1376" y="354"/>
                  </a:lnTo>
                  <a:lnTo>
                    <a:pt x="1390" y="254"/>
                  </a:lnTo>
                  <a:lnTo>
                    <a:pt x="1404" y="155"/>
                  </a:lnTo>
                  <a:lnTo>
                    <a:pt x="1412" y="123"/>
                  </a:lnTo>
                  <a:lnTo>
                    <a:pt x="1425" y="94"/>
                  </a:lnTo>
                  <a:lnTo>
                    <a:pt x="1444" y="67"/>
                  </a:lnTo>
                  <a:lnTo>
                    <a:pt x="1466" y="44"/>
                  </a:lnTo>
                  <a:lnTo>
                    <a:pt x="1491" y="25"/>
                  </a:lnTo>
                  <a:lnTo>
                    <a:pt x="1521" y="12"/>
                  </a:lnTo>
                  <a:lnTo>
                    <a:pt x="1551" y="3"/>
                  </a:lnTo>
                  <a:lnTo>
                    <a:pt x="1584" y="0"/>
                  </a:lnTo>
                  <a:close/>
                </a:path>
              </a:pathLst>
            </a:custGeom>
            <a:grpFill/>
            <a:ln w="0">
              <a:noFill/>
              <a:prstDash val="solid"/>
              <a:round/>
              <a:headEnd/>
              <a:tailEnd/>
            </a:ln>
          </p:spPr>
          <p:txBody>
            <a:bodyPr vert="horz" wrap="square" lIns="121920" tIns="60960" rIns="121920" bIns="60960" numCol="1" anchor="t" anchorCtr="0" compatLnSpc="1">
              <a:prstTxWarp prst="textNoShape">
                <a:avLst/>
              </a:prstTxWarp>
            </a:bodyPr>
            <a:lstStyle/>
            <a:p>
              <a:endParaRPr lang="en-US" sz="3200">
                <a:solidFill>
                  <a:schemeClr val="bg1"/>
                </a:solidFill>
              </a:endParaRPr>
            </a:p>
          </p:txBody>
        </p:sp>
        <p:sp>
          <p:nvSpPr>
            <p:cNvPr id="19" name="Freeform 33"/>
            <p:cNvSpPr>
              <a:spLocks noEditPoints="1"/>
            </p:cNvSpPr>
            <p:nvPr/>
          </p:nvSpPr>
          <p:spPr bwMode="auto">
            <a:xfrm>
              <a:off x="-847725" y="2957513"/>
              <a:ext cx="600075" cy="600075"/>
            </a:xfrm>
            <a:custGeom>
              <a:avLst/>
              <a:gdLst>
                <a:gd name="T0" fmla="*/ 636 w 1510"/>
                <a:gd name="T1" fmla="*/ 174 h 1510"/>
                <a:gd name="T2" fmla="*/ 472 w 1510"/>
                <a:gd name="T3" fmla="*/ 234 h 1510"/>
                <a:gd name="T4" fmla="*/ 336 w 1510"/>
                <a:gd name="T5" fmla="*/ 336 h 1510"/>
                <a:gd name="T6" fmla="*/ 234 w 1510"/>
                <a:gd name="T7" fmla="*/ 472 h 1510"/>
                <a:gd name="T8" fmla="*/ 174 w 1510"/>
                <a:gd name="T9" fmla="*/ 636 h 1510"/>
                <a:gd name="T10" fmla="*/ 166 w 1510"/>
                <a:gd name="T11" fmla="*/ 815 h 1510"/>
                <a:gd name="T12" fmla="*/ 209 w 1510"/>
                <a:gd name="T13" fmla="*/ 986 h 1510"/>
                <a:gd name="T14" fmla="*/ 297 w 1510"/>
                <a:gd name="T15" fmla="*/ 1131 h 1510"/>
                <a:gd name="T16" fmla="*/ 424 w 1510"/>
                <a:gd name="T17" fmla="*/ 1246 h 1510"/>
                <a:gd name="T18" fmla="*/ 579 w 1510"/>
                <a:gd name="T19" fmla="*/ 1321 h 1510"/>
                <a:gd name="T20" fmla="*/ 755 w 1510"/>
                <a:gd name="T21" fmla="*/ 1348 h 1510"/>
                <a:gd name="T22" fmla="*/ 931 w 1510"/>
                <a:gd name="T23" fmla="*/ 1321 h 1510"/>
                <a:gd name="T24" fmla="*/ 1086 w 1510"/>
                <a:gd name="T25" fmla="*/ 1246 h 1510"/>
                <a:gd name="T26" fmla="*/ 1213 w 1510"/>
                <a:gd name="T27" fmla="*/ 1131 h 1510"/>
                <a:gd name="T28" fmla="*/ 1301 w 1510"/>
                <a:gd name="T29" fmla="*/ 986 h 1510"/>
                <a:gd name="T30" fmla="*/ 1344 w 1510"/>
                <a:gd name="T31" fmla="*/ 815 h 1510"/>
                <a:gd name="T32" fmla="*/ 1336 w 1510"/>
                <a:gd name="T33" fmla="*/ 636 h 1510"/>
                <a:gd name="T34" fmla="*/ 1276 w 1510"/>
                <a:gd name="T35" fmla="*/ 472 h 1510"/>
                <a:gd name="T36" fmla="*/ 1174 w 1510"/>
                <a:gd name="T37" fmla="*/ 336 h 1510"/>
                <a:gd name="T38" fmla="*/ 1038 w 1510"/>
                <a:gd name="T39" fmla="*/ 234 h 1510"/>
                <a:gd name="T40" fmla="*/ 874 w 1510"/>
                <a:gd name="T41" fmla="*/ 174 h 1510"/>
                <a:gd name="T42" fmla="*/ 755 w 1510"/>
                <a:gd name="T43" fmla="*/ 0 h 1510"/>
                <a:gd name="T44" fmla="*/ 955 w 1510"/>
                <a:gd name="T45" fmla="*/ 26 h 1510"/>
                <a:gd name="T46" fmla="*/ 1136 w 1510"/>
                <a:gd name="T47" fmla="*/ 103 h 1510"/>
                <a:gd name="T48" fmla="*/ 1289 w 1510"/>
                <a:gd name="T49" fmla="*/ 221 h 1510"/>
                <a:gd name="T50" fmla="*/ 1407 w 1510"/>
                <a:gd name="T51" fmla="*/ 374 h 1510"/>
                <a:gd name="T52" fmla="*/ 1484 w 1510"/>
                <a:gd name="T53" fmla="*/ 555 h 1510"/>
                <a:gd name="T54" fmla="*/ 1510 w 1510"/>
                <a:gd name="T55" fmla="*/ 755 h 1510"/>
                <a:gd name="T56" fmla="*/ 1484 w 1510"/>
                <a:gd name="T57" fmla="*/ 955 h 1510"/>
                <a:gd name="T58" fmla="*/ 1407 w 1510"/>
                <a:gd name="T59" fmla="*/ 1136 h 1510"/>
                <a:gd name="T60" fmla="*/ 1289 w 1510"/>
                <a:gd name="T61" fmla="*/ 1289 h 1510"/>
                <a:gd name="T62" fmla="*/ 1136 w 1510"/>
                <a:gd name="T63" fmla="*/ 1407 h 1510"/>
                <a:gd name="T64" fmla="*/ 955 w 1510"/>
                <a:gd name="T65" fmla="*/ 1484 h 1510"/>
                <a:gd name="T66" fmla="*/ 755 w 1510"/>
                <a:gd name="T67" fmla="*/ 1510 h 1510"/>
                <a:gd name="T68" fmla="*/ 555 w 1510"/>
                <a:gd name="T69" fmla="*/ 1484 h 1510"/>
                <a:gd name="T70" fmla="*/ 374 w 1510"/>
                <a:gd name="T71" fmla="*/ 1407 h 1510"/>
                <a:gd name="T72" fmla="*/ 221 w 1510"/>
                <a:gd name="T73" fmla="*/ 1289 h 1510"/>
                <a:gd name="T74" fmla="*/ 103 w 1510"/>
                <a:gd name="T75" fmla="*/ 1136 h 1510"/>
                <a:gd name="T76" fmla="*/ 26 w 1510"/>
                <a:gd name="T77" fmla="*/ 955 h 1510"/>
                <a:gd name="T78" fmla="*/ 0 w 1510"/>
                <a:gd name="T79" fmla="*/ 755 h 1510"/>
                <a:gd name="T80" fmla="*/ 26 w 1510"/>
                <a:gd name="T81" fmla="*/ 555 h 1510"/>
                <a:gd name="T82" fmla="*/ 103 w 1510"/>
                <a:gd name="T83" fmla="*/ 374 h 1510"/>
                <a:gd name="T84" fmla="*/ 221 w 1510"/>
                <a:gd name="T85" fmla="*/ 221 h 1510"/>
                <a:gd name="T86" fmla="*/ 374 w 1510"/>
                <a:gd name="T87" fmla="*/ 103 h 1510"/>
                <a:gd name="T88" fmla="*/ 555 w 1510"/>
                <a:gd name="T89" fmla="*/ 26 h 1510"/>
                <a:gd name="T90" fmla="*/ 755 w 1510"/>
                <a:gd name="T91" fmla="*/ 0 h 15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510" h="1510">
                  <a:moveTo>
                    <a:pt x="755" y="162"/>
                  </a:moveTo>
                  <a:lnTo>
                    <a:pt x="695" y="166"/>
                  </a:lnTo>
                  <a:lnTo>
                    <a:pt x="636" y="174"/>
                  </a:lnTo>
                  <a:lnTo>
                    <a:pt x="579" y="189"/>
                  </a:lnTo>
                  <a:lnTo>
                    <a:pt x="524" y="209"/>
                  </a:lnTo>
                  <a:lnTo>
                    <a:pt x="472" y="234"/>
                  </a:lnTo>
                  <a:lnTo>
                    <a:pt x="424" y="264"/>
                  </a:lnTo>
                  <a:lnTo>
                    <a:pt x="379" y="297"/>
                  </a:lnTo>
                  <a:lnTo>
                    <a:pt x="336" y="336"/>
                  </a:lnTo>
                  <a:lnTo>
                    <a:pt x="297" y="379"/>
                  </a:lnTo>
                  <a:lnTo>
                    <a:pt x="264" y="424"/>
                  </a:lnTo>
                  <a:lnTo>
                    <a:pt x="234" y="472"/>
                  </a:lnTo>
                  <a:lnTo>
                    <a:pt x="209" y="524"/>
                  </a:lnTo>
                  <a:lnTo>
                    <a:pt x="189" y="579"/>
                  </a:lnTo>
                  <a:lnTo>
                    <a:pt x="174" y="636"/>
                  </a:lnTo>
                  <a:lnTo>
                    <a:pt x="166" y="695"/>
                  </a:lnTo>
                  <a:lnTo>
                    <a:pt x="162" y="755"/>
                  </a:lnTo>
                  <a:lnTo>
                    <a:pt x="166" y="815"/>
                  </a:lnTo>
                  <a:lnTo>
                    <a:pt x="174" y="874"/>
                  </a:lnTo>
                  <a:lnTo>
                    <a:pt x="189" y="931"/>
                  </a:lnTo>
                  <a:lnTo>
                    <a:pt x="209" y="986"/>
                  </a:lnTo>
                  <a:lnTo>
                    <a:pt x="234" y="1038"/>
                  </a:lnTo>
                  <a:lnTo>
                    <a:pt x="264" y="1086"/>
                  </a:lnTo>
                  <a:lnTo>
                    <a:pt x="297" y="1131"/>
                  </a:lnTo>
                  <a:lnTo>
                    <a:pt x="336" y="1174"/>
                  </a:lnTo>
                  <a:lnTo>
                    <a:pt x="379" y="1213"/>
                  </a:lnTo>
                  <a:lnTo>
                    <a:pt x="424" y="1246"/>
                  </a:lnTo>
                  <a:lnTo>
                    <a:pt x="472" y="1276"/>
                  </a:lnTo>
                  <a:lnTo>
                    <a:pt x="524" y="1301"/>
                  </a:lnTo>
                  <a:lnTo>
                    <a:pt x="579" y="1321"/>
                  </a:lnTo>
                  <a:lnTo>
                    <a:pt x="636" y="1336"/>
                  </a:lnTo>
                  <a:lnTo>
                    <a:pt x="695" y="1344"/>
                  </a:lnTo>
                  <a:lnTo>
                    <a:pt x="755" y="1348"/>
                  </a:lnTo>
                  <a:lnTo>
                    <a:pt x="815" y="1344"/>
                  </a:lnTo>
                  <a:lnTo>
                    <a:pt x="874" y="1336"/>
                  </a:lnTo>
                  <a:lnTo>
                    <a:pt x="931" y="1321"/>
                  </a:lnTo>
                  <a:lnTo>
                    <a:pt x="986" y="1301"/>
                  </a:lnTo>
                  <a:lnTo>
                    <a:pt x="1038" y="1276"/>
                  </a:lnTo>
                  <a:lnTo>
                    <a:pt x="1086" y="1246"/>
                  </a:lnTo>
                  <a:lnTo>
                    <a:pt x="1131" y="1213"/>
                  </a:lnTo>
                  <a:lnTo>
                    <a:pt x="1174" y="1174"/>
                  </a:lnTo>
                  <a:lnTo>
                    <a:pt x="1213" y="1131"/>
                  </a:lnTo>
                  <a:lnTo>
                    <a:pt x="1246" y="1086"/>
                  </a:lnTo>
                  <a:lnTo>
                    <a:pt x="1276" y="1038"/>
                  </a:lnTo>
                  <a:lnTo>
                    <a:pt x="1301" y="986"/>
                  </a:lnTo>
                  <a:lnTo>
                    <a:pt x="1321" y="931"/>
                  </a:lnTo>
                  <a:lnTo>
                    <a:pt x="1336" y="874"/>
                  </a:lnTo>
                  <a:lnTo>
                    <a:pt x="1344" y="815"/>
                  </a:lnTo>
                  <a:lnTo>
                    <a:pt x="1348" y="755"/>
                  </a:lnTo>
                  <a:lnTo>
                    <a:pt x="1344" y="695"/>
                  </a:lnTo>
                  <a:lnTo>
                    <a:pt x="1336" y="636"/>
                  </a:lnTo>
                  <a:lnTo>
                    <a:pt x="1321" y="579"/>
                  </a:lnTo>
                  <a:lnTo>
                    <a:pt x="1301" y="524"/>
                  </a:lnTo>
                  <a:lnTo>
                    <a:pt x="1276" y="472"/>
                  </a:lnTo>
                  <a:lnTo>
                    <a:pt x="1246" y="424"/>
                  </a:lnTo>
                  <a:lnTo>
                    <a:pt x="1213" y="379"/>
                  </a:lnTo>
                  <a:lnTo>
                    <a:pt x="1174" y="336"/>
                  </a:lnTo>
                  <a:lnTo>
                    <a:pt x="1131" y="297"/>
                  </a:lnTo>
                  <a:lnTo>
                    <a:pt x="1086" y="264"/>
                  </a:lnTo>
                  <a:lnTo>
                    <a:pt x="1038" y="234"/>
                  </a:lnTo>
                  <a:lnTo>
                    <a:pt x="986" y="209"/>
                  </a:lnTo>
                  <a:lnTo>
                    <a:pt x="931" y="189"/>
                  </a:lnTo>
                  <a:lnTo>
                    <a:pt x="874" y="174"/>
                  </a:lnTo>
                  <a:lnTo>
                    <a:pt x="815" y="166"/>
                  </a:lnTo>
                  <a:lnTo>
                    <a:pt x="755" y="162"/>
                  </a:lnTo>
                  <a:close/>
                  <a:moveTo>
                    <a:pt x="755" y="0"/>
                  </a:moveTo>
                  <a:lnTo>
                    <a:pt x="824" y="3"/>
                  </a:lnTo>
                  <a:lnTo>
                    <a:pt x="891" y="12"/>
                  </a:lnTo>
                  <a:lnTo>
                    <a:pt x="955" y="26"/>
                  </a:lnTo>
                  <a:lnTo>
                    <a:pt x="1019" y="47"/>
                  </a:lnTo>
                  <a:lnTo>
                    <a:pt x="1079" y="73"/>
                  </a:lnTo>
                  <a:lnTo>
                    <a:pt x="1136" y="103"/>
                  </a:lnTo>
                  <a:lnTo>
                    <a:pt x="1191" y="138"/>
                  </a:lnTo>
                  <a:lnTo>
                    <a:pt x="1241" y="177"/>
                  </a:lnTo>
                  <a:lnTo>
                    <a:pt x="1289" y="221"/>
                  </a:lnTo>
                  <a:lnTo>
                    <a:pt x="1333" y="269"/>
                  </a:lnTo>
                  <a:lnTo>
                    <a:pt x="1372" y="319"/>
                  </a:lnTo>
                  <a:lnTo>
                    <a:pt x="1407" y="374"/>
                  </a:lnTo>
                  <a:lnTo>
                    <a:pt x="1437" y="431"/>
                  </a:lnTo>
                  <a:lnTo>
                    <a:pt x="1463" y="491"/>
                  </a:lnTo>
                  <a:lnTo>
                    <a:pt x="1484" y="555"/>
                  </a:lnTo>
                  <a:lnTo>
                    <a:pt x="1498" y="619"/>
                  </a:lnTo>
                  <a:lnTo>
                    <a:pt x="1507" y="686"/>
                  </a:lnTo>
                  <a:lnTo>
                    <a:pt x="1510" y="755"/>
                  </a:lnTo>
                  <a:lnTo>
                    <a:pt x="1507" y="824"/>
                  </a:lnTo>
                  <a:lnTo>
                    <a:pt x="1498" y="891"/>
                  </a:lnTo>
                  <a:lnTo>
                    <a:pt x="1484" y="955"/>
                  </a:lnTo>
                  <a:lnTo>
                    <a:pt x="1463" y="1019"/>
                  </a:lnTo>
                  <a:lnTo>
                    <a:pt x="1437" y="1079"/>
                  </a:lnTo>
                  <a:lnTo>
                    <a:pt x="1407" y="1136"/>
                  </a:lnTo>
                  <a:lnTo>
                    <a:pt x="1372" y="1191"/>
                  </a:lnTo>
                  <a:lnTo>
                    <a:pt x="1333" y="1241"/>
                  </a:lnTo>
                  <a:lnTo>
                    <a:pt x="1289" y="1289"/>
                  </a:lnTo>
                  <a:lnTo>
                    <a:pt x="1241" y="1333"/>
                  </a:lnTo>
                  <a:lnTo>
                    <a:pt x="1191" y="1372"/>
                  </a:lnTo>
                  <a:lnTo>
                    <a:pt x="1136" y="1407"/>
                  </a:lnTo>
                  <a:lnTo>
                    <a:pt x="1079" y="1437"/>
                  </a:lnTo>
                  <a:lnTo>
                    <a:pt x="1019" y="1463"/>
                  </a:lnTo>
                  <a:lnTo>
                    <a:pt x="955" y="1484"/>
                  </a:lnTo>
                  <a:lnTo>
                    <a:pt x="891" y="1498"/>
                  </a:lnTo>
                  <a:lnTo>
                    <a:pt x="824" y="1507"/>
                  </a:lnTo>
                  <a:lnTo>
                    <a:pt x="755" y="1510"/>
                  </a:lnTo>
                  <a:lnTo>
                    <a:pt x="686" y="1507"/>
                  </a:lnTo>
                  <a:lnTo>
                    <a:pt x="619" y="1498"/>
                  </a:lnTo>
                  <a:lnTo>
                    <a:pt x="555" y="1484"/>
                  </a:lnTo>
                  <a:lnTo>
                    <a:pt x="491" y="1463"/>
                  </a:lnTo>
                  <a:lnTo>
                    <a:pt x="431" y="1437"/>
                  </a:lnTo>
                  <a:lnTo>
                    <a:pt x="374" y="1407"/>
                  </a:lnTo>
                  <a:lnTo>
                    <a:pt x="319" y="1372"/>
                  </a:lnTo>
                  <a:lnTo>
                    <a:pt x="269" y="1333"/>
                  </a:lnTo>
                  <a:lnTo>
                    <a:pt x="221" y="1289"/>
                  </a:lnTo>
                  <a:lnTo>
                    <a:pt x="177" y="1241"/>
                  </a:lnTo>
                  <a:lnTo>
                    <a:pt x="138" y="1191"/>
                  </a:lnTo>
                  <a:lnTo>
                    <a:pt x="103" y="1136"/>
                  </a:lnTo>
                  <a:lnTo>
                    <a:pt x="73" y="1079"/>
                  </a:lnTo>
                  <a:lnTo>
                    <a:pt x="47" y="1019"/>
                  </a:lnTo>
                  <a:lnTo>
                    <a:pt x="26" y="955"/>
                  </a:lnTo>
                  <a:lnTo>
                    <a:pt x="12" y="891"/>
                  </a:lnTo>
                  <a:lnTo>
                    <a:pt x="3" y="824"/>
                  </a:lnTo>
                  <a:lnTo>
                    <a:pt x="0" y="755"/>
                  </a:lnTo>
                  <a:lnTo>
                    <a:pt x="3" y="686"/>
                  </a:lnTo>
                  <a:lnTo>
                    <a:pt x="12" y="619"/>
                  </a:lnTo>
                  <a:lnTo>
                    <a:pt x="26" y="555"/>
                  </a:lnTo>
                  <a:lnTo>
                    <a:pt x="47" y="491"/>
                  </a:lnTo>
                  <a:lnTo>
                    <a:pt x="73" y="431"/>
                  </a:lnTo>
                  <a:lnTo>
                    <a:pt x="103" y="374"/>
                  </a:lnTo>
                  <a:lnTo>
                    <a:pt x="138" y="319"/>
                  </a:lnTo>
                  <a:lnTo>
                    <a:pt x="177" y="269"/>
                  </a:lnTo>
                  <a:lnTo>
                    <a:pt x="221" y="221"/>
                  </a:lnTo>
                  <a:lnTo>
                    <a:pt x="269" y="177"/>
                  </a:lnTo>
                  <a:lnTo>
                    <a:pt x="319" y="138"/>
                  </a:lnTo>
                  <a:lnTo>
                    <a:pt x="374" y="103"/>
                  </a:lnTo>
                  <a:lnTo>
                    <a:pt x="431" y="73"/>
                  </a:lnTo>
                  <a:lnTo>
                    <a:pt x="491" y="47"/>
                  </a:lnTo>
                  <a:lnTo>
                    <a:pt x="555" y="26"/>
                  </a:lnTo>
                  <a:lnTo>
                    <a:pt x="619" y="12"/>
                  </a:lnTo>
                  <a:lnTo>
                    <a:pt x="686" y="3"/>
                  </a:lnTo>
                  <a:lnTo>
                    <a:pt x="755" y="0"/>
                  </a:lnTo>
                  <a:close/>
                </a:path>
              </a:pathLst>
            </a:custGeom>
            <a:grpFill/>
            <a:ln w="0">
              <a:noFill/>
              <a:prstDash val="solid"/>
              <a:round/>
              <a:headEnd/>
              <a:tailEnd/>
            </a:ln>
          </p:spPr>
          <p:txBody>
            <a:bodyPr vert="horz" wrap="square" lIns="121920" tIns="60960" rIns="121920" bIns="60960" numCol="1" anchor="t" anchorCtr="0" compatLnSpc="1">
              <a:prstTxWarp prst="textNoShape">
                <a:avLst/>
              </a:prstTxWarp>
            </a:bodyPr>
            <a:lstStyle/>
            <a:p>
              <a:endParaRPr lang="en-US" sz="3200">
                <a:solidFill>
                  <a:schemeClr val="bg1"/>
                </a:solidFill>
              </a:endParaRPr>
            </a:p>
          </p:txBody>
        </p:sp>
      </p:grpSp>
      <p:sp>
        <p:nvSpPr>
          <p:cNvPr id="22" name="Freeform 6"/>
          <p:cNvSpPr>
            <a:spLocks noEditPoints="1"/>
          </p:cNvSpPr>
          <p:nvPr/>
        </p:nvSpPr>
        <p:spPr bwMode="auto">
          <a:xfrm>
            <a:off x="7276450" y="2078618"/>
            <a:ext cx="587676" cy="609257"/>
          </a:xfrm>
          <a:custGeom>
            <a:avLst/>
            <a:gdLst>
              <a:gd name="T0" fmla="*/ 1096 w 3186"/>
              <a:gd name="T1" fmla="*/ 376 h 3299"/>
              <a:gd name="T2" fmla="*/ 815 w 3186"/>
              <a:gd name="T3" fmla="*/ 495 h 3299"/>
              <a:gd name="T4" fmla="*/ 586 w 3186"/>
              <a:gd name="T5" fmla="*/ 692 h 3299"/>
              <a:gd name="T6" fmla="*/ 426 w 3186"/>
              <a:gd name="T7" fmla="*/ 949 h 3299"/>
              <a:gd name="T8" fmla="*/ 352 w 3186"/>
              <a:gd name="T9" fmla="*/ 1251 h 3299"/>
              <a:gd name="T10" fmla="*/ 376 w 3186"/>
              <a:gd name="T11" fmla="*/ 1568 h 3299"/>
              <a:gd name="T12" fmla="*/ 496 w 3186"/>
              <a:gd name="T13" fmla="*/ 1849 h 3299"/>
              <a:gd name="T14" fmla="*/ 692 w 3186"/>
              <a:gd name="T15" fmla="*/ 2079 h 3299"/>
              <a:gd name="T16" fmla="*/ 950 w 3186"/>
              <a:gd name="T17" fmla="*/ 2239 h 3299"/>
              <a:gd name="T18" fmla="*/ 1252 w 3186"/>
              <a:gd name="T19" fmla="*/ 2313 h 3299"/>
              <a:gd name="T20" fmla="*/ 1569 w 3186"/>
              <a:gd name="T21" fmla="*/ 2288 h 3299"/>
              <a:gd name="T22" fmla="*/ 1851 w 3186"/>
              <a:gd name="T23" fmla="*/ 2169 h 3299"/>
              <a:gd name="T24" fmla="*/ 2080 w 3186"/>
              <a:gd name="T25" fmla="*/ 1972 h 3299"/>
              <a:gd name="T26" fmla="*/ 2240 w 3186"/>
              <a:gd name="T27" fmla="*/ 1714 h 3299"/>
              <a:gd name="T28" fmla="*/ 2314 w 3186"/>
              <a:gd name="T29" fmla="*/ 1412 h 3299"/>
              <a:gd name="T30" fmla="*/ 2289 w 3186"/>
              <a:gd name="T31" fmla="*/ 1096 h 3299"/>
              <a:gd name="T32" fmla="*/ 2170 w 3186"/>
              <a:gd name="T33" fmla="*/ 813 h 3299"/>
              <a:gd name="T34" fmla="*/ 1973 w 3186"/>
              <a:gd name="T35" fmla="*/ 584 h 3299"/>
              <a:gd name="T36" fmla="*/ 1715 w 3186"/>
              <a:gd name="T37" fmla="*/ 425 h 3299"/>
              <a:gd name="T38" fmla="*/ 1413 w 3186"/>
              <a:gd name="T39" fmla="*/ 350 h 3299"/>
              <a:gd name="T40" fmla="*/ 1513 w 3186"/>
              <a:gd name="T41" fmla="*/ 12 h 3299"/>
              <a:gd name="T42" fmla="*/ 1851 w 3186"/>
              <a:gd name="T43" fmla="*/ 105 h 3299"/>
              <a:gd name="T44" fmla="*/ 2146 w 3186"/>
              <a:gd name="T45" fmla="*/ 278 h 3299"/>
              <a:gd name="T46" fmla="*/ 2388 w 3186"/>
              <a:gd name="T47" fmla="*/ 518 h 3299"/>
              <a:gd name="T48" fmla="*/ 2561 w 3186"/>
              <a:gd name="T49" fmla="*/ 813 h 3299"/>
              <a:gd name="T50" fmla="*/ 2653 w 3186"/>
              <a:gd name="T51" fmla="*/ 1151 h 3299"/>
              <a:gd name="T52" fmla="*/ 2655 w 3186"/>
              <a:gd name="T53" fmla="*/ 1502 h 3299"/>
              <a:gd name="T54" fmla="*/ 2570 w 3186"/>
              <a:gd name="T55" fmla="*/ 1827 h 3299"/>
              <a:gd name="T56" fmla="*/ 2405 w 3186"/>
              <a:gd name="T57" fmla="*/ 2122 h 3299"/>
              <a:gd name="T58" fmla="*/ 3173 w 3186"/>
              <a:gd name="T59" fmla="*/ 3056 h 3299"/>
              <a:gd name="T60" fmla="*/ 3180 w 3186"/>
              <a:gd name="T61" fmla="*/ 3172 h 3299"/>
              <a:gd name="T62" fmla="*/ 3113 w 3186"/>
              <a:gd name="T63" fmla="*/ 3267 h 3299"/>
              <a:gd name="T64" fmla="*/ 3013 w 3186"/>
              <a:gd name="T65" fmla="*/ 3299 h 3299"/>
              <a:gd name="T66" fmla="*/ 2909 w 3186"/>
              <a:gd name="T67" fmla="*/ 3264 h 3299"/>
              <a:gd name="T68" fmla="*/ 1957 w 3186"/>
              <a:gd name="T69" fmla="*/ 2508 h 3299"/>
              <a:gd name="T70" fmla="*/ 1655 w 3186"/>
              <a:gd name="T71" fmla="*/ 2625 h 3299"/>
              <a:gd name="T72" fmla="*/ 1333 w 3186"/>
              <a:gd name="T73" fmla="*/ 2664 h 3299"/>
              <a:gd name="T74" fmla="*/ 979 w 3186"/>
              <a:gd name="T75" fmla="*/ 2616 h 3299"/>
              <a:gd name="T76" fmla="*/ 661 w 3186"/>
              <a:gd name="T77" fmla="*/ 2481 h 3299"/>
              <a:gd name="T78" fmla="*/ 391 w 3186"/>
              <a:gd name="T79" fmla="*/ 2273 h 3299"/>
              <a:gd name="T80" fmla="*/ 183 w 3186"/>
              <a:gd name="T81" fmla="*/ 2003 h 3299"/>
              <a:gd name="T82" fmla="*/ 48 w 3186"/>
              <a:gd name="T83" fmla="*/ 1685 h 3299"/>
              <a:gd name="T84" fmla="*/ 0 w 3186"/>
              <a:gd name="T85" fmla="*/ 1332 h 3299"/>
              <a:gd name="T86" fmla="*/ 48 w 3186"/>
              <a:gd name="T87" fmla="*/ 978 h 3299"/>
              <a:gd name="T88" fmla="*/ 183 w 3186"/>
              <a:gd name="T89" fmla="*/ 660 h 3299"/>
              <a:gd name="T90" fmla="*/ 391 w 3186"/>
              <a:gd name="T91" fmla="*/ 391 h 3299"/>
              <a:gd name="T92" fmla="*/ 661 w 3186"/>
              <a:gd name="T93" fmla="*/ 182 h 3299"/>
              <a:gd name="T94" fmla="*/ 979 w 3186"/>
              <a:gd name="T95" fmla="*/ 47 h 3299"/>
              <a:gd name="T96" fmla="*/ 1333 w 3186"/>
              <a:gd name="T97" fmla="*/ 0 h 32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3186" h="3299">
                <a:moveTo>
                  <a:pt x="1333" y="347"/>
                </a:moveTo>
                <a:lnTo>
                  <a:pt x="1252" y="350"/>
                </a:lnTo>
                <a:lnTo>
                  <a:pt x="1173" y="361"/>
                </a:lnTo>
                <a:lnTo>
                  <a:pt x="1096" y="376"/>
                </a:lnTo>
                <a:lnTo>
                  <a:pt x="1022" y="398"/>
                </a:lnTo>
                <a:lnTo>
                  <a:pt x="950" y="425"/>
                </a:lnTo>
                <a:lnTo>
                  <a:pt x="881" y="458"/>
                </a:lnTo>
                <a:lnTo>
                  <a:pt x="815" y="495"/>
                </a:lnTo>
                <a:lnTo>
                  <a:pt x="752" y="538"/>
                </a:lnTo>
                <a:lnTo>
                  <a:pt x="692" y="584"/>
                </a:lnTo>
                <a:lnTo>
                  <a:pt x="636" y="636"/>
                </a:lnTo>
                <a:lnTo>
                  <a:pt x="586" y="692"/>
                </a:lnTo>
                <a:lnTo>
                  <a:pt x="538" y="750"/>
                </a:lnTo>
                <a:lnTo>
                  <a:pt x="496" y="813"/>
                </a:lnTo>
                <a:lnTo>
                  <a:pt x="458" y="879"/>
                </a:lnTo>
                <a:lnTo>
                  <a:pt x="426" y="949"/>
                </a:lnTo>
                <a:lnTo>
                  <a:pt x="398" y="1021"/>
                </a:lnTo>
                <a:lnTo>
                  <a:pt x="376" y="1096"/>
                </a:lnTo>
                <a:lnTo>
                  <a:pt x="361" y="1172"/>
                </a:lnTo>
                <a:lnTo>
                  <a:pt x="352" y="1251"/>
                </a:lnTo>
                <a:lnTo>
                  <a:pt x="348" y="1332"/>
                </a:lnTo>
                <a:lnTo>
                  <a:pt x="352" y="1412"/>
                </a:lnTo>
                <a:lnTo>
                  <a:pt x="361" y="1492"/>
                </a:lnTo>
                <a:lnTo>
                  <a:pt x="376" y="1568"/>
                </a:lnTo>
                <a:lnTo>
                  <a:pt x="398" y="1642"/>
                </a:lnTo>
                <a:lnTo>
                  <a:pt x="426" y="1714"/>
                </a:lnTo>
                <a:lnTo>
                  <a:pt x="458" y="1783"/>
                </a:lnTo>
                <a:lnTo>
                  <a:pt x="496" y="1849"/>
                </a:lnTo>
                <a:lnTo>
                  <a:pt x="538" y="1912"/>
                </a:lnTo>
                <a:lnTo>
                  <a:pt x="586" y="1972"/>
                </a:lnTo>
                <a:lnTo>
                  <a:pt x="636" y="2028"/>
                </a:lnTo>
                <a:lnTo>
                  <a:pt x="692" y="2079"/>
                </a:lnTo>
                <a:lnTo>
                  <a:pt x="752" y="2126"/>
                </a:lnTo>
                <a:lnTo>
                  <a:pt x="815" y="2169"/>
                </a:lnTo>
                <a:lnTo>
                  <a:pt x="881" y="2206"/>
                </a:lnTo>
                <a:lnTo>
                  <a:pt x="950" y="2239"/>
                </a:lnTo>
                <a:lnTo>
                  <a:pt x="1022" y="2266"/>
                </a:lnTo>
                <a:lnTo>
                  <a:pt x="1096" y="2288"/>
                </a:lnTo>
                <a:lnTo>
                  <a:pt x="1173" y="2303"/>
                </a:lnTo>
                <a:lnTo>
                  <a:pt x="1252" y="2313"/>
                </a:lnTo>
                <a:lnTo>
                  <a:pt x="1333" y="2316"/>
                </a:lnTo>
                <a:lnTo>
                  <a:pt x="1413" y="2313"/>
                </a:lnTo>
                <a:lnTo>
                  <a:pt x="1492" y="2303"/>
                </a:lnTo>
                <a:lnTo>
                  <a:pt x="1569" y="2288"/>
                </a:lnTo>
                <a:lnTo>
                  <a:pt x="1644" y="2266"/>
                </a:lnTo>
                <a:lnTo>
                  <a:pt x="1715" y="2239"/>
                </a:lnTo>
                <a:lnTo>
                  <a:pt x="1785" y="2206"/>
                </a:lnTo>
                <a:lnTo>
                  <a:pt x="1851" y="2169"/>
                </a:lnTo>
                <a:lnTo>
                  <a:pt x="1914" y="2126"/>
                </a:lnTo>
                <a:lnTo>
                  <a:pt x="1973" y="2079"/>
                </a:lnTo>
                <a:lnTo>
                  <a:pt x="2029" y="2028"/>
                </a:lnTo>
                <a:lnTo>
                  <a:pt x="2080" y="1972"/>
                </a:lnTo>
                <a:lnTo>
                  <a:pt x="2128" y="1912"/>
                </a:lnTo>
                <a:lnTo>
                  <a:pt x="2170" y="1849"/>
                </a:lnTo>
                <a:lnTo>
                  <a:pt x="2207" y="1783"/>
                </a:lnTo>
                <a:lnTo>
                  <a:pt x="2240" y="1714"/>
                </a:lnTo>
                <a:lnTo>
                  <a:pt x="2267" y="1642"/>
                </a:lnTo>
                <a:lnTo>
                  <a:pt x="2289" y="1568"/>
                </a:lnTo>
                <a:lnTo>
                  <a:pt x="2305" y="1492"/>
                </a:lnTo>
                <a:lnTo>
                  <a:pt x="2314" y="1412"/>
                </a:lnTo>
                <a:lnTo>
                  <a:pt x="2318" y="1332"/>
                </a:lnTo>
                <a:lnTo>
                  <a:pt x="2314" y="1251"/>
                </a:lnTo>
                <a:lnTo>
                  <a:pt x="2305" y="1172"/>
                </a:lnTo>
                <a:lnTo>
                  <a:pt x="2289" y="1096"/>
                </a:lnTo>
                <a:lnTo>
                  <a:pt x="2267" y="1021"/>
                </a:lnTo>
                <a:lnTo>
                  <a:pt x="2240" y="949"/>
                </a:lnTo>
                <a:lnTo>
                  <a:pt x="2207" y="879"/>
                </a:lnTo>
                <a:lnTo>
                  <a:pt x="2170" y="813"/>
                </a:lnTo>
                <a:lnTo>
                  <a:pt x="2128" y="750"/>
                </a:lnTo>
                <a:lnTo>
                  <a:pt x="2080" y="692"/>
                </a:lnTo>
                <a:lnTo>
                  <a:pt x="2029" y="636"/>
                </a:lnTo>
                <a:lnTo>
                  <a:pt x="1973" y="584"/>
                </a:lnTo>
                <a:lnTo>
                  <a:pt x="1914" y="538"/>
                </a:lnTo>
                <a:lnTo>
                  <a:pt x="1851" y="495"/>
                </a:lnTo>
                <a:lnTo>
                  <a:pt x="1785" y="458"/>
                </a:lnTo>
                <a:lnTo>
                  <a:pt x="1715" y="425"/>
                </a:lnTo>
                <a:lnTo>
                  <a:pt x="1644" y="398"/>
                </a:lnTo>
                <a:lnTo>
                  <a:pt x="1569" y="376"/>
                </a:lnTo>
                <a:lnTo>
                  <a:pt x="1492" y="361"/>
                </a:lnTo>
                <a:lnTo>
                  <a:pt x="1413" y="350"/>
                </a:lnTo>
                <a:lnTo>
                  <a:pt x="1333" y="347"/>
                </a:lnTo>
                <a:close/>
                <a:moveTo>
                  <a:pt x="1333" y="0"/>
                </a:moveTo>
                <a:lnTo>
                  <a:pt x="1423" y="3"/>
                </a:lnTo>
                <a:lnTo>
                  <a:pt x="1513" y="12"/>
                </a:lnTo>
                <a:lnTo>
                  <a:pt x="1601" y="27"/>
                </a:lnTo>
                <a:lnTo>
                  <a:pt x="1686" y="47"/>
                </a:lnTo>
                <a:lnTo>
                  <a:pt x="1770" y="73"/>
                </a:lnTo>
                <a:lnTo>
                  <a:pt x="1851" y="105"/>
                </a:lnTo>
                <a:lnTo>
                  <a:pt x="1930" y="141"/>
                </a:lnTo>
                <a:lnTo>
                  <a:pt x="2005" y="182"/>
                </a:lnTo>
                <a:lnTo>
                  <a:pt x="2077" y="228"/>
                </a:lnTo>
                <a:lnTo>
                  <a:pt x="2146" y="278"/>
                </a:lnTo>
                <a:lnTo>
                  <a:pt x="2212" y="332"/>
                </a:lnTo>
                <a:lnTo>
                  <a:pt x="2274" y="391"/>
                </a:lnTo>
                <a:lnTo>
                  <a:pt x="2333" y="452"/>
                </a:lnTo>
                <a:lnTo>
                  <a:pt x="2388" y="518"/>
                </a:lnTo>
                <a:lnTo>
                  <a:pt x="2437" y="588"/>
                </a:lnTo>
                <a:lnTo>
                  <a:pt x="2484" y="660"/>
                </a:lnTo>
                <a:lnTo>
                  <a:pt x="2524" y="736"/>
                </a:lnTo>
                <a:lnTo>
                  <a:pt x="2561" y="813"/>
                </a:lnTo>
                <a:lnTo>
                  <a:pt x="2592" y="895"/>
                </a:lnTo>
                <a:lnTo>
                  <a:pt x="2618" y="978"/>
                </a:lnTo>
                <a:lnTo>
                  <a:pt x="2638" y="1064"/>
                </a:lnTo>
                <a:lnTo>
                  <a:pt x="2653" y="1151"/>
                </a:lnTo>
                <a:lnTo>
                  <a:pt x="2662" y="1241"/>
                </a:lnTo>
                <a:lnTo>
                  <a:pt x="2665" y="1332"/>
                </a:lnTo>
                <a:lnTo>
                  <a:pt x="2663" y="1417"/>
                </a:lnTo>
                <a:lnTo>
                  <a:pt x="2655" y="1502"/>
                </a:lnTo>
                <a:lnTo>
                  <a:pt x="2641" y="1585"/>
                </a:lnTo>
                <a:lnTo>
                  <a:pt x="2623" y="1667"/>
                </a:lnTo>
                <a:lnTo>
                  <a:pt x="2598" y="1748"/>
                </a:lnTo>
                <a:lnTo>
                  <a:pt x="2570" y="1827"/>
                </a:lnTo>
                <a:lnTo>
                  <a:pt x="2536" y="1904"/>
                </a:lnTo>
                <a:lnTo>
                  <a:pt x="2497" y="1979"/>
                </a:lnTo>
                <a:lnTo>
                  <a:pt x="2454" y="2051"/>
                </a:lnTo>
                <a:lnTo>
                  <a:pt x="2405" y="2122"/>
                </a:lnTo>
                <a:lnTo>
                  <a:pt x="2353" y="2189"/>
                </a:lnTo>
                <a:lnTo>
                  <a:pt x="3137" y="3004"/>
                </a:lnTo>
                <a:lnTo>
                  <a:pt x="3158" y="3029"/>
                </a:lnTo>
                <a:lnTo>
                  <a:pt x="3173" y="3056"/>
                </a:lnTo>
                <a:lnTo>
                  <a:pt x="3182" y="3084"/>
                </a:lnTo>
                <a:lnTo>
                  <a:pt x="3186" y="3113"/>
                </a:lnTo>
                <a:lnTo>
                  <a:pt x="3186" y="3143"/>
                </a:lnTo>
                <a:lnTo>
                  <a:pt x="3180" y="3172"/>
                </a:lnTo>
                <a:lnTo>
                  <a:pt x="3169" y="3200"/>
                </a:lnTo>
                <a:lnTo>
                  <a:pt x="3154" y="3227"/>
                </a:lnTo>
                <a:lnTo>
                  <a:pt x="3133" y="3250"/>
                </a:lnTo>
                <a:lnTo>
                  <a:pt x="3113" y="3267"/>
                </a:lnTo>
                <a:lnTo>
                  <a:pt x="3090" y="3280"/>
                </a:lnTo>
                <a:lnTo>
                  <a:pt x="3065" y="3291"/>
                </a:lnTo>
                <a:lnTo>
                  <a:pt x="3040" y="3297"/>
                </a:lnTo>
                <a:lnTo>
                  <a:pt x="3013" y="3299"/>
                </a:lnTo>
                <a:lnTo>
                  <a:pt x="2985" y="3297"/>
                </a:lnTo>
                <a:lnTo>
                  <a:pt x="2958" y="3290"/>
                </a:lnTo>
                <a:lnTo>
                  <a:pt x="2932" y="3279"/>
                </a:lnTo>
                <a:lnTo>
                  <a:pt x="2909" y="3264"/>
                </a:lnTo>
                <a:lnTo>
                  <a:pt x="2888" y="3245"/>
                </a:lnTo>
                <a:lnTo>
                  <a:pt x="2096" y="2423"/>
                </a:lnTo>
                <a:lnTo>
                  <a:pt x="2028" y="2468"/>
                </a:lnTo>
                <a:lnTo>
                  <a:pt x="1957" y="2508"/>
                </a:lnTo>
                <a:lnTo>
                  <a:pt x="1884" y="2544"/>
                </a:lnTo>
                <a:lnTo>
                  <a:pt x="1810" y="2576"/>
                </a:lnTo>
                <a:lnTo>
                  <a:pt x="1734" y="2602"/>
                </a:lnTo>
                <a:lnTo>
                  <a:pt x="1655" y="2625"/>
                </a:lnTo>
                <a:lnTo>
                  <a:pt x="1577" y="2641"/>
                </a:lnTo>
                <a:lnTo>
                  <a:pt x="1497" y="2653"/>
                </a:lnTo>
                <a:lnTo>
                  <a:pt x="1415" y="2661"/>
                </a:lnTo>
                <a:lnTo>
                  <a:pt x="1333" y="2664"/>
                </a:lnTo>
                <a:lnTo>
                  <a:pt x="1242" y="2661"/>
                </a:lnTo>
                <a:lnTo>
                  <a:pt x="1152" y="2651"/>
                </a:lnTo>
                <a:lnTo>
                  <a:pt x="1064" y="2637"/>
                </a:lnTo>
                <a:lnTo>
                  <a:pt x="979" y="2616"/>
                </a:lnTo>
                <a:lnTo>
                  <a:pt x="895" y="2590"/>
                </a:lnTo>
                <a:lnTo>
                  <a:pt x="815" y="2559"/>
                </a:lnTo>
                <a:lnTo>
                  <a:pt x="736" y="2523"/>
                </a:lnTo>
                <a:lnTo>
                  <a:pt x="661" y="2481"/>
                </a:lnTo>
                <a:lnTo>
                  <a:pt x="588" y="2436"/>
                </a:lnTo>
                <a:lnTo>
                  <a:pt x="519" y="2385"/>
                </a:lnTo>
                <a:lnTo>
                  <a:pt x="453" y="2332"/>
                </a:lnTo>
                <a:lnTo>
                  <a:pt x="391" y="2273"/>
                </a:lnTo>
                <a:lnTo>
                  <a:pt x="333" y="2211"/>
                </a:lnTo>
                <a:lnTo>
                  <a:pt x="278" y="2145"/>
                </a:lnTo>
                <a:lnTo>
                  <a:pt x="228" y="2076"/>
                </a:lnTo>
                <a:lnTo>
                  <a:pt x="183" y="2003"/>
                </a:lnTo>
                <a:lnTo>
                  <a:pt x="141" y="1928"/>
                </a:lnTo>
                <a:lnTo>
                  <a:pt x="105" y="1849"/>
                </a:lnTo>
                <a:lnTo>
                  <a:pt x="74" y="1769"/>
                </a:lnTo>
                <a:lnTo>
                  <a:pt x="48" y="1685"/>
                </a:lnTo>
                <a:lnTo>
                  <a:pt x="28" y="1600"/>
                </a:lnTo>
                <a:lnTo>
                  <a:pt x="12" y="1512"/>
                </a:lnTo>
                <a:lnTo>
                  <a:pt x="3" y="1423"/>
                </a:lnTo>
                <a:lnTo>
                  <a:pt x="0" y="1332"/>
                </a:lnTo>
                <a:lnTo>
                  <a:pt x="3" y="1241"/>
                </a:lnTo>
                <a:lnTo>
                  <a:pt x="12" y="1151"/>
                </a:lnTo>
                <a:lnTo>
                  <a:pt x="28" y="1064"/>
                </a:lnTo>
                <a:lnTo>
                  <a:pt x="48" y="978"/>
                </a:lnTo>
                <a:lnTo>
                  <a:pt x="74" y="895"/>
                </a:lnTo>
                <a:lnTo>
                  <a:pt x="105" y="813"/>
                </a:lnTo>
                <a:lnTo>
                  <a:pt x="141" y="736"/>
                </a:lnTo>
                <a:lnTo>
                  <a:pt x="183" y="660"/>
                </a:lnTo>
                <a:lnTo>
                  <a:pt x="228" y="588"/>
                </a:lnTo>
                <a:lnTo>
                  <a:pt x="278" y="518"/>
                </a:lnTo>
                <a:lnTo>
                  <a:pt x="333" y="452"/>
                </a:lnTo>
                <a:lnTo>
                  <a:pt x="391" y="391"/>
                </a:lnTo>
                <a:lnTo>
                  <a:pt x="453" y="332"/>
                </a:lnTo>
                <a:lnTo>
                  <a:pt x="519" y="278"/>
                </a:lnTo>
                <a:lnTo>
                  <a:pt x="588" y="228"/>
                </a:lnTo>
                <a:lnTo>
                  <a:pt x="661" y="182"/>
                </a:lnTo>
                <a:lnTo>
                  <a:pt x="736" y="141"/>
                </a:lnTo>
                <a:lnTo>
                  <a:pt x="815" y="105"/>
                </a:lnTo>
                <a:lnTo>
                  <a:pt x="895" y="73"/>
                </a:lnTo>
                <a:lnTo>
                  <a:pt x="979" y="47"/>
                </a:lnTo>
                <a:lnTo>
                  <a:pt x="1064" y="27"/>
                </a:lnTo>
                <a:lnTo>
                  <a:pt x="1152" y="12"/>
                </a:lnTo>
                <a:lnTo>
                  <a:pt x="1242" y="3"/>
                </a:lnTo>
                <a:lnTo>
                  <a:pt x="1333" y="0"/>
                </a:lnTo>
                <a:close/>
              </a:path>
            </a:pathLst>
          </a:custGeom>
          <a:solidFill>
            <a:schemeClr val="bg1"/>
          </a:solidFill>
          <a:ln w="0">
            <a:noFill/>
            <a:prstDash val="solid"/>
            <a:round/>
            <a:headEnd/>
            <a:tailEnd/>
          </a:ln>
        </p:spPr>
        <p:txBody>
          <a:bodyPr vert="horz" wrap="square" lIns="121920" tIns="60960" rIns="121920" bIns="60960" numCol="1" anchor="t" anchorCtr="0" compatLnSpc="1">
            <a:prstTxWarp prst="textNoShape">
              <a:avLst/>
            </a:prstTxWarp>
          </a:bodyPr>
          <a:lstStyle/>
          <a:p>
            <a:endParaRPr lang="en-US" sz="3200">
              <a:solidFill>
                <a:schemeClr val="bg1"/>
              </a:solidFill>
            </a:endParaRPr>
          </a:p>
        </p:txBody>
      </p:sp>
      <p:grpSp>
        <p:nvGrpSpPr>
          <p:cNvPr id="25" name="Group 24"/>
          <p:cNvGrpSpPr/>
          <p:nvPr/>
        </p:nvGrpSpPr>
        <p:grpSpPr>
          <a:xfrm>
            <a:off x="10287668" y="2122006"/>
            <a:ext cx="583083" cy="555880"/>
            <a:chOff x="415925" y="3217863"/>
            <a:chExt cx="436563" cy="412750"/>
          </a:xfrm>
          <a:solidFill>
            <a:schemeClr val="bg1"/>
          </a:solidFill>
        </p:grpSpPr>
        <p:sp>
          <p:nvSpPr>
            <p:cNvPr id="26" name="Freeform 16"/>
            <p:cNvSpPr>
              <a:spLocks noEditPoints="1"/>
            </p:cNvSpPr>
            <p:nvPr/>
          </p:nvSpPr>
          <p:spPr bwMode="auto">
            <a:xfrm>
              <a:off x="517525" y="3217863"/>
              <a:ext cx="233363" cy="231775"/>
            </a:xfrm>
            <a:custGeom>
              <a:avLst/>
              <a:gdLst>
                <a:gd name="T0" fmla="*/ 761 w 1768"/>
                <a:gd name="T1" fmla="*/ 241 h 1756"/>
                <a:gd name="T2" fmla="*/ 591 w 1768"/>
                <a:gd name="T3" fmla="*/ 299 h 1756"/>
                <a:gd name="T4" fmla="*/ 446 w 1768"/>
                <a:gd name="T5" fmla="*/ 399 h 1756"/>
                <a:gd name="T6" fmla="*/ 332 w 1768"/>
                <a:gd name="T7" fmla="*/ 534 h 1756"/>
                <a:gd name="T8" fmla="*/ 259 w 1768"/>
                <a:gd name="T9" fmla="*/ 696 h 1756"/>
                <a:gd name="T10" fmla="*/ 233 w 1768"/>
                <a:gd name="T11" fmla="*/ 877 h 1756"/>
                <a:gd name="T12" fmla="*/ 259 w 1768"/>
                <a:gd name="T13" fmla="*/ 1058 h 1756"/>
                <a:gd name="T14" fmla="*/ 332 w 1768"/>
                <a:gd name="T15" fmla="*/ 1219 h 1756"/>
                <a:gd name="T16" fmla="*/ 446 w 1768"/>
                <a:gd name="T17" fmla="*/ 1353 h 1756"/>
                <a:gd name="T18" fmla="*/ 591 w 1768"/>
                <a:gd name="T19" fmla="*/ 1453 h 1756"/>
                <a:gd name="T20" fmla="*/ 761 w 1768"/>
                <a:gd name="T21" fmla="*/ 1511 h 1756"/>
                <a:gd name="T22" fmla="*/ 946 w 1768"/>
                <a:gd name="T23" fmla="*/ 1520 h 1756"/>
                <a:gd name="T24" fmla="*/ 1124 w 1768"/>
                <a:gd name="T25" fmla="*/ 1478 h 1756"/>
                <a:gd name="T26" fmla="*/ 1278 w 1768"/>
                <a:gd name="T27" fmla="*/ 1391 h 1756"/>
                <a:gd name="T28" fmla="*/ 1403 w 1768"/>
                <a:gd name="T29" fmla="*/ 1267 h 1756"/>
                <a:gd name="T30" fmla="*/ 1489 w 1768"/>
                <a:gd name="T31" fmla="*/ 1114 h 1756"/>
                <a:gd name="T32" fmla="*/ 1533 w 1768"/>
                <a:gd name="T33" fmla="*/ 939 h 1756"/>
                <a:gd name="T34" fmla="*/ 1524 w 1768"/>
                <a:gd name="T35" fmla="*/ 754 h 1756"/>
                <a:gd name="T36" fmla="*/ 1465 w 1768"/>
                <a:gd name="T37" fmla="*/ 585 h 1756"/>
                <a:gd name="T38" fmla="*/ 1364 w 1768"/>
                <a:gd name="T39" fmla="*/ 440 h 1756"/>
                <a:gd name="T40" fmla="*/ 1229 w 1768"/>
                <a:gd name="T41" fmla="*/ 328 h 1756"/>
                <a:gd name="T42" fmla="*/ 1066 w 1768"/>
                <a:gd name="T43" fmla="*/ 255 h 1756"/>
                <a:gd name="T44" fmla="*/ 884 w 1768"/>
                <a:gd name="T45" fmla="*/ 229 h 1756"/>
                <a:gd name="T46" fmla="*/ 1028 w 1768"/>
                <a:gd name="T47" fmla="*/ 12 h 1756"/>
                <a:gd name="T48" fmla="*/ 1228 w 1768"/>
                <a:gd name="T49" fmla="*/ 69 h 1756"/>
                <a:gd name="T50" fmla="*/ 1407 w 1768"/>
                <a:gd name="T51" fmla="*/ 169 h 1756"/>
                <a:gd name="T52" fmla="*/ 1556 w 1768"/>
                <a:gd name="T53" fmla="*/ 305 h 1756"/>
                <a:gd name="T54" fmla="*/ 1670 w 1768"/>
                <a:gd name="T55" fmla="*/ 473 h 1756"/>
                <a:gd name="T56" fmla="*/ 1743 w 1768"/>
                <a:gd name="T57" fmla="*/ 666 h 1756"/>
                <a:gd name="T58" fmla="*/ 1768 w 1768"/>
                <a:gd name="T59" fmla="*/ 877 h 1756"/>
                <a:gd name="T60" fmla="*/ 1743 w 1768"/>
                <a:gd name="T61" fmla="*/ 1088 h 1756"/>
                <a:gd name="T62" fmla="*/ 1670 w 1768"/>
                <a:gd name="T63" fmla="*/ 1280 h 1756"/>
                <a:gd name="T64" fmla="*/ 1556 w 1768"/>
                <a:gd name="T65" fmla="*/ 1448 h 1756"/>
                <a:gd name="T66" fmla="*/ 1407 w 1768"/>
                <a:gd name="T67" fmla="*/ 1586 h 1756"/>
                <a:gd name="T68" fmla="*/ 1228 w 1768"/>
                <a:gd name="T69" fmla="*/ 1687 h 1756"/>
                <a:gd name="T70" fmla="*/ 1028 w 1768"/>
                <a:gd name="T71" fmla="*/ 1744 h 1756"/>
                <a:gd name="T72" fmla="*/ 811 w 1768"/>
                <a:gd name="T73" fmla="*/ 1753 h 1756"/>
                <a:gd name="T74" fmla="*/ 605 w 1768"/>
                <a:gd name="T75" fmla="*/ 1711 h 1756"/>
                <a:gd name="T76" fmla="*/ 419 w 1768"/>
                <a:gd name="T77" fmla="*/ 1624 h 1756"/>
                <a:gd name="T78" fmla="*/ 258 w 1768"/>
                <a:gd name="T79" fmla="*/ 1496 h 1756"/>
                <a:gd name="T80" fmla="*/ 132 w 1768"/>
                <a:gd name="T81" fmla="*/ 1338 h 1756"/>
                <a:gd name="T82" fmla="*/ 45 w 1768"/>
                <a:gd name="T83" fmla="*/ 1153 h 1756"/>
                <a:gd name="T84" fmla="*/ 3 w 1768"/>
                <a:gd name="T85" fmla="*/ 948 h 1756"/>
                <a:gd name="T86" fmla="*/ 11 w 1768"/>
                <a:gd name="T87" fmla="*/ 735 h 1756"/>
                <a:gd name="T88" fmla="*/ 69 w 1768"/>
                <a:gd name="T89" fmla="*/ 536 h 1756"/>
                <a:gd name="T90" fmla="*/ 170 w 1768"/>
                <a:gd name="T91" fmla="*/ 359 h 1756"/>
                <a:gd name="T92" fmla="*/ 309 w 1768"/>
                <a:gd name="T93" fmla="*/ 211 h 1756"/>
                <a:gd name="T94" fmla="*/ 478 w 1768"/>
                <a:gd name="T95" fmla="*/ 98 h 1756"/>
                <a:gd name="T96" fmla="*/ 671 w 1768"/>
                <a:gd name="T97" fmla="*/ 26 h 1756"/>
                <a:gd name="T98" fmla="*/ 884 w 1768"/>
                <a:gd name="T99" fmla="*/ 0 h 1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768" h="1756">
                  <a:moveTo>
                    <a:pt x="884" y="229"/>
                  </a:moveTo>
                  <a:lnTo>
                    <a:pt x="821" y="232"/>
                  </a:lnTo>
                  <a:lnTo>
                    <a:pt x="761" y="241"/>
                  </a:lnTo>
                  <a:lnTo>
                    <a:pt x="702" y="255"/>
                  </a:lnTo>
                  <a:lnTo>
                    <a:pt x="645" y="274"/>
                  </a:lnTo>
                  <a:lnTo>
                    <a:pt x="591" y="299"/>
                  </a:lnTo>
                  <a:lnTo>
                    <a:pt x="539" y="328"/>
                  </a:lnTo>
                  <a:lnTo>
                    <a:pt x="491" y="361"/>
                  </a:lnTo>
                  <a:lnTo>
                    <a:pt x="446" y="399"/>
                  </a:lnTo>
                  <a:lnTo>
                    <a:pt x="403" y="440"/>
                  </a:lnTo>
                  <a:lnTo>
                    <a:pt x="366" y="485"/>
                  </a:lnTo>
                  <a:lnTo>
                    <a:pt x="332" y="534"/>
                  </a:lnTo>
                  <a:lnTo>
                    <a:pt x="303" y="585"/>
                  </a:lnTo>
                  <a:lnTo>
                    <a:pt x="279" y="639"/>
                  </a:lnTo>
                  <a:lnTo>
                    <a:pt x="259" y="696"/>
                  </a:lnTo>
                  <a:lnTo>
                    <a:pt x="244" y="754"/>
                  </a:lnTo>
                  <a:lnTo>
                    <a:pt x="236" y="815"/>
                  </a:lnTo>
                  <a:lnTo>
                    <a:pt x="233" y="877"/>
                  </a:lnTo>
                  <a:lnTo>
                    <a:pt x="236" y="939"/>
                  </a:lnTo>
                  <a:lnTo>
                    <a:pt x="244" y="999"/>
                  </a:lnTo>
                  <a:lnTo>
                    <a:pt x="259" y="1058"/>
                  </a:lnTo>
                  <a:lnTo>
                    <a:pt x="279" y="1114"/>
                  </a:lnTo>
                  <a:lnTo>
                    <a:pt x="303" y="1168"/>
                  </a:lnTo>
                  <a:lnTo>
                    <a:pt x="332" y="1219"/>
                  </a:lnTo>
                  <a:lnTo>
                    <a:pt x="366" y="1267"/>
                  </a:lnTo>
                  <a:lnTo>
                    <a:pt x="403" y="1312"/>
                  </a:lnTo>
                  <a:lnTo>
                    <a:pt x="446" y="1353"/>
                  </a:lnTo>
                  <a:lnTo>
                    <a:pt x="491" y="1391"/>
                  </a:lnTo>
                  <a:lnTo>
                    <a:pt x="539" y="1424"/>
                  </a:lnTo>
                  <a:lnTo>
                    <a:pt x="591" y="1453"/>
                  </a:lnTo>
                  <a:lnTo>
                    <a:pt x="645" y="1478"/>
                  </a:lnTo>
                  <a:lnTo>
                    <a:pt x="702" y="1497"/>
                  </a:lnTo>
                  <a:lnTo>
                    <a:pt x="761" y="1511"/>
                  </a:lnTo>
                  <a:lnTo>
                    <a:pt x="821" y="1520"/>
                  </a:lnTo>
                  <a:lnTo>
                    <a:pt x="884" y="1523"/>
                  </a:lnTo>
                  <a:lnTo>
                    <a:pt x="946" y="1520"/>
                  </a:lnTo>
                  <a:lnTo>
                    <a:pt x="1008" y="1511"/>
                  </a:lnTo>
                  <a:lnTo>
                    <a:pt x="1066" y="1497"/>
                  </a:lnTo>
                  <a:lnTo>
                    <a:pt x="1124" y="1478"/>
                  </a:lnTo>
                  <a:lnTo>
                    <a:pt x="1177" y="1453"/>
                  </a:lnTo>
                  <a:lnTo>
                    <a:pt x="1229" y="1424"/>
                  </a:lnTo>
                  <a:lnTo>
                    <a:pt x="1278" y="1391"/>
                  </a:lnTo>
                  <a:lnTo>
                    <a:pt x="1323" y="1353"/>
                  </a:lnTo>
                  <a:lnTo>
                    <a:pt x="1364" y="1312"/>
                  </a:lnTo>
                  <a:lnTo>
                    <a:pt x="1403" y="1267"/>
                  </a:lnTo>
                  <a:lnTo>
                    <a:pt x="1436" y="1219"/>
                  </a:lnTo>
                  <a:lnTo>
                    <a:pt x="1465" y="1168"/>
                  </a:lnTo>
                  <a:lnTo>
                    <a:pt x="1489" y="1114"/>
                  </a:lnTo>
                  <a:lnTo>
                    <a:pt x="1509" y="1058"/>
                  </a:lnTo>
                  <a:lnTo>
                    <a:pt x="1524" y="999"/>
                  </a:lnTo>
                  <a:lnTo>
                    <a:pt x="1533" y="939"/>
                  </a:lnTo>
                  <a:lnTo>
                    <a:pt x="1536" y="877"/>
                  </a:lnTo>
                  <a:lnTo>
                    <a:pt x="1533" y="815"/>
                  </a:lnTo>
                  <a:lnTo>
                    <a:pt x="1524" y="754"/>
                  </a:lnTo>
                  <a:lnTo>
                    <a:pt x="1509" y="696"/>
                  </a:lnTo>
                  <a:lnTo>
                    <a:pt x="1489" y="639"/>
                  </a:lnTo>
                  <a:lnTo>
                    <a:pt x="1465" y="585"/>
                  </a:lnTo>
                  <a:lnTo>
                    <a:pt x="1436" y="534"/>
                  </a:lnTo>
                  <a:lnTo>
                    <a:pt x="1403" y="485"/>
                  </a:lnTo>
                  <a:lnTo>
                    <a:pt x="1364" y="440"/>
                  </a:lnTo>
                  <a:lnTo>
                    <a:pt x="1323" y="399"/>
                  </a:lnTo>
                  <a:lnTo>
                    <a:pt x="1278" y="361"/>
                  </a:lnTo>
                  <a:lnTo>
                    <a:pt x="1229" y="328"/>
                  </a:lnTo>
                  <a:lnTo>
                    <a:pt x="1177" y="299"/>
                  </a:lnTo>
                  <a:lnTo>
                    <a:pt x="1124" y="274"/>
                  </a:lnTo>
                  <a:lnTo>
                    <a:pt x="1066" y="255"/>
                  </a:lnTo>
                  <a:lnTo>
                    <a:pt x="1008" y="241"/>
                  </a:lnTo>
                  <a:lnTo>
                    <a:pt x="946" y="232"/>
                  </a:lnTo>
                  <a:lnTo>
                    <a:pt x="884" y="229"/>
                  </a:lnTo>
                  <a:close/>
                  <a:moveTo>
                    <a:pt x="884" y="0"/>
                  </a:moveTo>
                  <a:lnTo>
                    <a:pt x="956" y="3"/>
                  </a:lnTo>
                  <a:lnTo>
                    <a:pt x="1028" y="12"/>
                  </a:lnTo>
                  <a:lnTo>
                    <a:pt x="1096" y="25"/>
                  </a:lnTo>
                  <a:lnTo>
                    <a:pt x="1164" y="45"/>
                  </a:lnTo>
                  <a:lnTo>
                    <a:pt x="1228" y="69"/>
                  </a:lnTo>
                  <a:lnTo>
                    <a:pt x="1291" y="98"/>
                  </a:lnTo>
                  <a:lnTo>
                    <a:pt x="1350" y="131"/>
                  </a:lnTo>
                  <a:lnTo>
                    <a:pt x="1407" y="169"/>
                  </a:lnTo>
                  <a:lnTo>
                    <a:pt x="1460" y="210"/>
                  </a:lnTo>
                  <a:lnTo>
                    <a:pt x="1509" y="256"/>
                  </a:lnTo>
                  <a:lnTo>
                    <a:pt x="1556" y="305"/>
                  </a:lnTo>
                  <a:lnTo>
                    <a:pt x="1598" y="358"/>
                  </a:lnTo>
                  <a:lnTo>
                    <a:pt x="1636" y="414"/>
                  </a:lnTo>
                  <a:lnTo>
                    <a:pt x="1670" y="473"/>
                  </a:lnTo>
                  <a:lnTo>
                    <a:pt x="1699" y="535"/>
                  </a:lnTo>
                  <a:lnTo>
                    <a:pt x="1724" y="599"/>
                  </a:lnTo>
                  <a:lnTo>
                    <a:pt x="1743" y="666"/>
                  </a:lnTo>
                  <a:lnTo>
                    <a:pt x="1757" y="734"/>
                  </a:lnTo>
                  <a:lnTo>
                    <a:pt x="1766" y="805"/>
                  </a:lnTo>
                  <a:lnTo>
                    <a:pt x="1768" y="877"/>
                  </a:lnTo>
                  <a:lnTo>
                    <a:pt x="1766" y="949"/>
                  </a:lnTo>
                  <a:lnTo>
                    <a:pt x="1757" y="1019"/>
                  </a:lnTo>
                  <a:lnTo>
                    <a:pt x="1743" y="1088"/>
                  </a:lnTo>
                  <a:lnTo>
                    <a:pt x="1724" y="1154"/>
                  </a:lnTo>
                  <a:lnTo>
                    <a:pt x="1699" y="1218"/>
                  </a:lnTo>
                  <a:lnTo>
                    <a:pt x="1670" y="1280"/>
                  </a:lnTo>
                  <a:lnTo>
                    <a:pt x="1636" y="1339"/>
                  </a:lnTo>
                  <a:lnTo>
                    <a:pt x="1598" y="1395"/>
                  </a:lnTo>
                  <a:lnTo>
                    <a:pt x="1556" y="1448"/>
                  </a:lnTo>
                  <a:lnTo>
                    <a:pt x="1509" y="1497"/>
                  </a:lnTo>
                  <a:lnTo>
                    <a:pt x="1460" y="1543"/>
                  </a:lnTo>
                  <a:lnTo>
                    <a:pt x="1407" y="1586"/>
                  </a:lnTo>
                  <a:lnTo>
                    <a:pt x="1350" y="1624"/>
                  </a:lnTo>
                  <a:lnTo>
                    <a:pt x="1291" y="1658"/>
                  </a:lnTo>
                  <a:lnTo>
                    <a:pt x="1228" y="1687"/>
                  </a:lnTo>
                  <a:lnTo>
                    <a:pt x="1164" y="1711"/>
                  </a:lnTo>
                  <a:lnTo>
                    <a:pt x="1096" y="1730"/>
                  </a:lnTo>
                  <a:lnTo>
                    <a:pt x="1028" y="1744"/>
                  </a:lnTo>
                  <a:lnTo>
                    <a:pt x="956" y="1753"/>
                  </a:lnTo>
                  <a:lnTo>
                    <a:pt x="884" y="1756"/>
                  </a:lnTo>
                  <a:lnTo>
                    <a:pt x="811" y="1753"/>
                  </a:lnTo>
                  <a:lnTo>
                    <a:pt x="741" y="1744"/>
                  </a:lnTo>
                  <a:lnTo>
                    <a:pt x="671" y="1730"/>
                  </a:lnTo>
                  <a:lnTo>
                    <a:pt x="605" y="1711"/>
                  </a:lnTo>
                  <a:lnTo>
                    <a:pt x="539" y="1686"/>
                  </a:lnTo>
                  <a:lnTo>
                    <a:pt x="478" y="1657"/>
                  </a:lnTo>
                  <a:lnTo>
                    <a:pt x="419" y="1624"/>
                  </a:lnTo>
                  <a:lnTo>
                    <a:pt x="362" y="1585"/>
                  </a:lnTo>
                  <a:lnTo>
                    <a:pt x="309" y="1542"/>
                  </a:lnTo>
                  <a:lnTo>
                    <a:pt x="258" y="1496"/>
                  </a:lnTo>
                  <a:lnTo>
                    <a:pt x="212" y="1447"/>
                  </a:lnTo>
                  <a:lnTo>
                    <a:pt x="170" y="1394"/>
                  </a:lnTo>
                  <a:lnTo>
                    <a:pt x="132" y="1338"/>
                  </a:lnTo>
                  <a:lnTo>
                    <a:pt x="98" y="1279"/>
                  </a:lnTo>
                  <a:lnTo>
                    <a:pt x="69" y="1217"/>
                  </a:lnTo>
                  <a:lnTo>
                    <a:pt x="45" y="1153"/>
                  </a:lnTo>
                  <a:lnTo>
                    <a:pt x="26" y="1087"/>
                  </a:lnTo>
                  <a:lnTo>
                    <a:pt x="11" y="1018"/>
                  </a:lnTo>
                  <a:lnTo>
                    <a:pt x="3" y="948"/>
                  </a:lnTo>
                  <a:lnTo>
                    <a:pt x="0" y="877"/>
                  </a:lnTo>
                  <a:lnTo>
                    <a:pt x="3" y="805"/>
                  </a:lnTo>
                  <a:lnTo>
                    <a:pt x="11" y="735"/>
                  </a:lnTo>
                  <a:lnTo>
                    <a:pt x="26" y="667"/>
                  </a:lnTo>
                  <a:lnTo>
                    <a:pt x="45" y="600"/>
                  </a:lnTo>
                  <a:lnTo>
                    <a:pt x="69" y="536"/>
                  </a:lnTo>
                  <a:lnTo>
                    <a:pt x="98" y="474"/>
                  </a:lnTo>
                  <a:lnTo>
                    <a:pt x="132" y="415"/>
                  </a:lnTo>
                  <a:lnTo>
                    <a:pt x="170" y="359"/>
                  </a:lnTo>
                  <a:lnTo>
                    <a:pt x="212" y="306"/>
                  </a:lnTo>
                  <a:lnTo>
                    <a:pt x="258" y="257"/>
                  </a:lnTo>
                  <a:lnTo>
                    <a:pt x="309" y="211"/>
                  </a:lnTo>
                  <a:lnTo>
                    <a:pt x="362" y="169"/>
                  </a:lnTo>
                  <a:lnTo>
                    <a:pt x="419" y="132"/>
                  </a:lnTo>
                  <a:lnTo>
                    <a:pt x="478" y="98"/>
                  </a:lnTo>
                  <a:lnTo>
                    <a:pt x="539" y="69"/>
                  </a:lnTo>
                  <a:lnTo>
                    <a:pt x="605" y="45"/>
                  </a:lnTo>
                  <a:lnTo>
                    <a:pt x="671" y="26"/>
                  </a:lnTo>
                  <a:lnTo>
                    <a:pt x="741" y="12"/>
                  </a:lnTo>
                  <a:lnTo>
                    <a:pt x="811" y="3"/>
                  </a:lnTo>
                  <a:lnTo>
                    <a:pt x="884" y="0"/>
                  </a:lnTo>
                  <a:close/>
                </a:path>
              </a:pathLst>
            </a:custGeom>
            <a:grpFill/>
            <a:ln w="0">
              <a:noFill/>
              <a:prstDash val="solid"/>
              <a:round/>
              <a:headEnd/>
              <a:tailEnd/>
            </a:ln>
          </p:spPr>
          <p:txBody>
            <a:bodyPr vert="horz" wrap="square" lIns="121920" tIns="60960" rIns="121920" bIns="60960" numCol="1" anchor="t" anchorCtr="0" compatLnSpc="1">
              <a:prstTxWarp prst="textNoShape">
                <a:avLst/>
              </a:prstTxWarp>
            </a:bodyPr>
            <a:lstStyle/>
            <a:p>
              <a:endParaRPr lang="en-US" sz="3200">
                <a:solidFill>
                  <a:schemeClr val="bg1"/>
                </a:solidFill>
              </a:endParaRPr>
            </a:p>
          </p:txBody>
        </p:sp>
        <p:sp>
          <p:nvSpPr>
            <p:cNvPr id="27" name="Freeform 17"/>
            <p:cNvSpPr>
              <a:spLocks noEditPoints="1"/>
            </p:cNvSpPr>
            <p:nvPr/>
          </p:nvSpPr>
          <p:spPr bwMode="auto">
            <a:xfrm>
              <a:off x="415925" y="3470275"/>
              <a:ext cx="436563" cy="160338"/>
            </a:xfrm>
            <a:custGeom>
              <a:avLst/>
              <a:gdLst>
                <a:gd name="T0" fmla="*/ 1036 w 3305"/>
                <a:gd name="T1" fmla="*/ 235 h 1219"/>
                <a:gd name="T2" fmla="*/ 894 w 3305"/>
                <a:gd name="T3" fmla="*/ 259 h 1219"/>
                <a:gd name="T4" fmla="*/ 763 w 3305"/>
                <a:gd name="T5" fmla="*/ 304 h 1219"/>
                <a:gd name="T6" fmla="*/ 640 w 3305"/>
                <a:gd name="T7" fmla="*/ 368 h 1219"/>
                <a:gd name="T8" fmla="*/ 530 w 3305"/>
                <a:gd name="T9" fmla="*/ 451 h 1219"/>
                <a:gd name="T10" fmla="*/ 435 w 3305"/>
                <a:gd name="T11" fmla="*/ 549 h 1219"/>
                <a:gd name="T12" fmla="*/ 356 w 3305"/>
                <a:gd name="T13" fmla="*/ 660 h 1219"/>
                <a:gd name="T14" fmla="*/ 295 w 3305"/>
                <a:gd name="T15" fmla="*/ 785 h 1219"/>
                <a:gd name="T16" fmla="*/ 254 w 3305"/>
                <a:gd name="T17" fmla="*/ 918 h 1219"/>
                <a:gd name="T18" fmla="*/ 3063 w 3305"/>
                <a:gd name="T19" fmla="*/ 987 h 1219"/>
                <a:gd name="T20" fmla="*/ 3033 w 3305"/>
                <a:gd name="T21" fmla="*/ 849 h 1219"/>
                <a:gd name="T22" fmla="*/ 2983 w 3305"/>
                <a:gd name="T23" fmla="*/ 720 h 1219"/>
                <a:gd name="T24" fmla="*/ 2912 w 3305"/>
                <a:gd name="T25" fmla="*/ 602 h 1219"/>
                <a:gd name="T26" fmla="*/ 2824 w 3305"/>
                <a:gd name="T27" fmla="*/ 497 h 1219"/>
                <a:gd name="T28" fmla="*/ 2722 w 3305"/>
                <a:gd name="T29" fmla="*/ 406 h 1219"/>
                <a:gd name="T30" fmla="*/ 2606 w 3305"/>
                <a:gd name="T31" fmla="*/ 333 h 1219"/>
                <a:gd name="T32" fmla="*/ 2478 w 3305"/>
                <a:gd name="T33" fmla="*/ 278 h 1219"/>
                <a:gd name="T34" fmla="*/ 2340 w 3305"/>
                <a:gd name="T35" fmla="*/ 244 h 1219"/>
                <a:gd name="T36" fmla="*/ 2195 w 3305"/>
                <a:gd name="T37" fmla="*/ 232 h 1219"/>
                <a:gd name="T38" fmla="*/ 1110 w 3305"/>
                <a:gd name="T39" fmla="*/ 0 h 1219"/>
                <a:gd name="T40" fmla="*/ 2278 w 3305"/>
                <a:gd name="T41" fmla="*/ 3 h 1219"/>
                <a:gd name="T42" fmla="*/ 2439 w 3305"/>
                <a:gd name="T43" fmla="*/ 27 h 1219"/>
                <a:gd name="T44" fmla="*/ 2591 w 3305"/>
                <a:gd name="T45" fmla="*/ 73 h 1219"/>
                <a:gd name="T46" fmla="*/ 2733 w 3305"/>
                <a:gd name="T47" fmla="*/ 139 h 1219"/>
                <a:gd name="T48" fmla="*/ 2864 w 3305"/>
                <a:gd name="T49" fmla="*/ 223 h 1219"/>
                <a:gd name="T50" fmla="*/ 2981 w 3305"/>
                <a:gd name="T51" fmla="*/ 324 h 1219"/>
                <a:gd name="T52" fmla="*/ 3081 w 3305"/>
                <a:gd name="T53" fmla="*/ 440 h 1219"/>
                <a:gd name="T54" fmla="*/ 3167 w 3305"/>
                <a:gd name="T55" fmla="*/ 570 h 1219"/>
                <a:gd name="T56" fmla="*/ 3232 w 3305"/>
                <a:gd name="T57" fmla="*/ 710 h 1219"/>
                <a:gd name="T58" fmla="*/ 3279 w 3305"/>
                <a:gd name="T59" fmla="*/ 862 h 1219"/>
                <a:gd name="T60" fmla="*/ 3302 w 3305"/>
                <a:gd name="T61" fmla="*/ 1021 h 1219"/>
                <a:gd name="T62" fmla="*/ 3302 w 3305"/>
                <a:gd name="T63" fmla="*/ 1130 h 1219"/>
                <a:gd name="T64" fmla="*/ 3280 w 3305"/>
                <a:gd name="T65" fmla="*/ 1176 h 1219"/>
                <a:gd name="T66" fmla="*/ 3240 w 3305"/>
                <a:gd name="T67" fmla="*/ 1207 h 1219"/>
                <a:gd name="T68" fmla="*/ 3188 w 3305"/>
                <a:gd name="T69" fmla="*/ 1219 h 1219"/>
                <a:gd name="T70" fmla="*/ 90 w 3305"/>
                <a:gd name="T71" fmla="*/ 1216 h 1219"/>
                <a:gd name="T72" fmla="*/ 43 w 3305"/>
                <a:gd name="T73" fmla="*/ 1194 h 1219"/>
                <a:gd name="T74" fmla="*/ 12 w 3305"/>
                <a:gd name="T75" fmla="*/ 1154 h 1219"/>
                <a:gd name="T76" fmla="*/ 0 w 3305"/>
                <a:gd name="T77" fmla="*/ 1103 h 1219"/>
                <a:gd name="T78" fmla="*/ 12 w 3305"/>
                <a:gd name="T79" fmla="*/ 940 h 1219"/>
                <a:gd name="T80" fmla="*/ 47 w 3305"/>
                <a:gd name="T81" fmla="*/ 785 h 1219"/>
                <a:gd name="T82" fmla="*/ 104 w 3305"/>
                <a:gd name="T83" fmla="*/ 638 h 1219"/>
                <a:gd name="T84" fmla="*/ 179 w 3305"/>
                <a:gd name="T85" fmla="*/ 502 h 1219"/>
                <a:gd name="T86" fmla="*/ 273 w 3305"/>
                <a:gd name="T87" fmla="*/ 379 h 1219"/>
                <a:gd name="T88" fmla="*/ 383 w 3305"/>
                <a:gd name="T89" fmla="*/ 271 h 1219"/>
                <a:gd name="T90" fmla="*/ 507 w 3305"/>
                <a:gd name="T91" fmla="*/ 178 h 1219"/>
                <a:gd name="T92" fmla="*/ 643 w 3305"/>
                <a:gd name="T93" fmla="*/ 103 h 1219"/>
                <a:gd name="T94" fmla="*/ 790 w 3305"/>
                <a:gd name="T95" fmla="*/ 47 h 1219"/>
                <a:gd name="T96" fmla="*/ 946 w 3305"/>
                <a:gd name="T97" fmla="*/ 12 h 1219"/>
                <a:gd name="T98" fmla="*/ 1110 w 3305"/>
                <a:gd name="T99" fmla="*/ 0 h 1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305" h="1219">
                  <a:moveTo>
                    <a:pt x="1110" y="232"/>
                  </a:moveTo>
                  <a:lnTo>
                    <a:pt x="1036" y="235"/>
                  </a:lnTo>
                  <a:lnTo>
                    <a:pt x="965" y="244"/>
                  </a:lnTo>
                  <a:lnTo>
                    <a:pt x="894" y="259"/>
                  </a:lnTo>
                  <a:lnTo>
                    <a:pt x="827" y="278"/>
                  </a:lnTo>
                  <a:lnTo>
                    <a:pt x="763" y="304"/>
                  </a:lnTo>
                  <a:lnTo>
                    <a:pt x="700" y="334"/>
                  </a:lnTo>
                  <a:lnTo>
                    <a:pt x="640" y="368"/>
                  </a:lnTo>
                  <a:lnTo>
                    <a:pt x="583" y="407"/>
                  </a:lnTo>
                  <a:lnTo>
                    <a:pt x="530" y="451"/>
                  </a:lnTo>
                  <a:lnTo>
                    <a:pt x="480" y="498"/>
                  </a:lnTo>
                  <a:lnTo>
                    <a:pt x="435" y="549"/>
                  </a:lnTo>
                  <a:lnTo>
                    <a:pt x="393" y="603"/>
                  </a:lnTo>
                  <a:lnTo>
                    <a:pt x="356" y="660"/>
                  </a:lnTo>
                  <a:lnTo>
                    <a:pt x="322" y="721"/>
                  </a:lnTo>
                  <a:lnTo>
                    <a:pt x="295" y="785"/>
                  </a:lnTo>
                  <a:lnTo>
                    <a:pt x="272" y="850"/>
                  </a:lnTo>
                  <a:lnTo>
                    <a:pt x="254" y="918"/>
                  </a:lnTo>
                  <a:lnTo>
                    <a:pt x="242" y="987"/>
                  </a:lnTo>
                  <a:lnTo>
                    <a:pt x="3063" y="987"/>
                  </a:lnTo>
                  <a:lnTo>
                    <a:pt x="3051" y="917"/>
                  </a:lnTo>
                  <a:lnTo>
                    <a:pt x="3033" y="849"/>
                  </a:lnTo>
                  <a:lnTo>
                    <a:pt x="3011" y="784"/>
                  </a:lnTo>
                  <a:lnTo>
                    <a:pt x="2983" y="720"/>
                  </a:lnTo>
                  <a:lnTo>
                    <a:pt x="2949" y="659"/>
                  </a:lnTo>
                  <a:lnTo>
                    <a:pt x="2912" y="602"/>
                  </a:lnTo>
                  <a:lnTo>
                    <a:pt x="2871" y="547"/>
                  </a:lnTo>
                  <a:lnTo>
                    <a:pt x="2824" y="497"/>
                  </a:lnTo>
                  <a:lnTo>
                    <a:pt x="2775" y="450"/>
                  </a:lnTo>
                  <a:lnTo>
                    <a:pt x="2722" y="406"/>
                  </a:lnTo>
                  <a:lnTo>
                    <a:pt x="2665" y="368"/>
                  </a:lnTo>
                  <a:lnTo>
                    <a:pt x="2606" y="333"/>
                  </a:lnTo>
                  <a:lnTo>
                    <a:pt x="2543" y="303"/>
                  </a:lnTo>
                  <a:lnTo>
                    <a:pt x="2478" y="278"/>
                  </a:lnTo>
                  <a:lnTo>
                    <a:pt x="2410" y="258"/>
                  </a:lnTo>
                  <a:lnTo>
                    <a:pt x="2340" y="244"/>
                  </a:lnTo>
                  <a:lnTo>
                    <a:pt x="2268" y="235"/>
                  </a:lnTo>
                  <a:lnTo>
                    <a:pt x="2195" y="232"/>
                  </a:lnTo>
                  <a:lnTo>
                    <a:pt x="1110" y="232"/>
                  </a:lnTo>
                  <a:close/>
                  <a:moveTo>
                    <a:pt x="1110" y="0"/>
                  </a:moveTo>
                  <a:lnTo>
                    <a:pt x="2195" y="0"/>
                  </a:lnTo>
                  <a:lnTo>
                    <a:pt x="2278" y="3"/>
                  </a:lnTo>
                  <a:lnTo>
                    <a:pt x="2359" y="12"/>
                  </a:lnTo>
                  <a:lnTo>
                    <a:pt x="2439" y="27"/>
                  </a:lnTo>
                  <a:lnTo>
                    <a:pt x="2516" y="47"/>
                  </a:lnTo>
                  <a:lnTo>
                    <a:pt x="2591" y="73"/>
                  </a:lnTo>
                  <a:lnTo>
                    <a:pt x="2663" y="103"/>
                  </a:lnTo>
                  <a:lnTo>
                    <a:pt x="2733" y="139"/>
                  </a:lnTo>
                  <a:lnTo>
                    <a:pt x="2799" y="178"/>
                  </a:lnTo>
                  <a:lnTo>
                    <a:pt x="2864" y="223"/>
                  </a:lnTo>
                  <a:lnTo>
                    <a:pt x="2923" y="271"/>
                  </a:lnTo>
                  <a:lnTo>
                    <a:pt x="2981" y="324"/>
                  </a:lnTo>
                  <a:lnTo>
                    <a:pt x="3033" y="380"/>
                  </a:lnTo>
                  <a:lnTo>
                    <a:pt x="3081" y="440"/>
                  </a:lnTo>
                  <a:lnTo>
                    <a:pt x="3127" y="503"/>
                  </a:lnTo>
                  <a:lnTo>
                    <a:pt x="3167" y="570"/>
                  </a:lnTo>
                  <a:lnTo>
                    <a:pt x="3202" y="639"/>
                  </a:lnTo>
                  <a:lnTo>
                    <a:pt x="3232" y="710"/>
                  </a:lnTo>
                  <a:lnTo>
                    <a:pt x="3259" y="786"/>
                  </a:lnTo>
                  <a:lnTo>
                    <a:pt x="3279" y="862"/>
                  </a:lnTo>
                  <a:lnTo>
                    <a:pt x="3293" y="941"/>
                  </a:lnTo>
                  <a:lnTo>
                    <a:pt x="3302" y="1021"/>
                  </a:lnTo>
                  <a:lnTo>
                    <a:pt x="3305" y="1103"/>
                  </a:lnTo>
                  <a:lnTo>
                    <a:pt x="3302" y="1130"/>
                  </a:lnTo>
                  <a:lnTo>
                    <a:pt x="3294" y="1154"/>
                  </a:lnTo>
                  <a:lnTo>
                    <a:pt x="3280" y="1176"/>
                  </a:lnTo>
                  <a:lnTo>
                    <a:pt x="3262" y="1194"/>
                  </a:lnTo>
                  <a:lnTo>
                    <a:pt x="3240" y="1207"/>
                  </a:lnTo>
                  <a:lnTo>
                    <a:pt x="3215" y="1216"/>
                  </a:lnTo>
                  <a:lnTo>
                    <a:pt x="3188" y="1219"/>
                  </a:lnTo>
                  <a:lnTo>
                    <a:pt x="117" y="1219"/>
                  </a:lnTo>
                  <a:lnTo>
                    <a:pt x="90" y="1216"/>
                  </a:lnTo>
                  <a:lnTo>
                    <a:pt x="65" y="1207"/>
                  </a:lnTo>
                  <a:lnTo>
                    <a:pt x="43" y="1194"/>
                  </a:lnTo>
                  <a:lnTo>
                    <a:pt x="25" y="1176"/>
                  </a:lnTo>
                  <a:lnTo>
                    <a:pt x="12" y="1154"/>
                  </a:lnTo>
                  <a:lnTo>
                    <a:pt x="3" y="1130"/>
                  </a:lnTo>
                  <a:lnTo>
                    <a:pt x="0" y="1103"/>
                  </a:lnTo>
                  <a:lnTo>
                    <a:pt x="3" y="1021"/>
                  </a:lnTo>
                  <a:lnTo>
                    <a:pt x="12" y="940"/>
                  </a:lnTo>
                  <a:lnTo>
                    <a:pt x="27" y="861"/>
                  </a:lnTo>
                  <a:lnTo>
                    <a:pt x="47" y="785"/>
                  </a:lnTo>
                  <a:lnTo>
                    <a:pt x="73" y="709"/>
                  </a:lnTo>
                  <a:lnTo>
                    <a:pt x="104" y="638"/>
                  </a:lnTo>
                  <a:lnTo>
                    <a:pt x="139" y="568"/>
                  </a:lnTo>
                  <a:lnTo>
                    <a:pt x="179" y="502"/>
                  </a:lnTo>
                  <a:lnTo>
                    <a:pt x="224" y="439"/>
                  </a:lnTo>
                  <a:lnTo>
                    <a:pt x="273" y="379"/>
                  </a:lnTo>
                  <a:lnTo>
                    <a:pt x="326" y="323"/>
                  </a:lnTo>
                  <a:lnTo>
                    <a:pt x="383" y="271"/>
                  </a:lnTo>
                  <a:lnTo>
                    <a:pt x="443" y="222"/>
                  </a:lnTo>
                  <a:lnTo>
                    <a:pt x="507" y="178"/>
                  </a:lnTo>
                  <a:lnTo>
                    <a:pt x="573" y="138"/>
                  </a:lnTo>
                  <a:lnTo>
                    <a:pt x="643" y="103"/>
                  </a:lnTo>
                  <a:lnTo>
                    <a:pt x="715" y="72"/>
                  </a:lnTo>
                  <a:lnTo>
                    <a:pt x="790" y="47"/>
                  </a:lnTo>
                  <a:lnTo>
                    <a:pt x="867" y="27"/>
                  </a:lnTo>
                  <a:lnTo>
                    <a:pt x="946" y="12"/>
                  </a:lnTo>
                  <a:lnTo>
                    <a:pt x="1027" y="3"/>
                  </a:lnTo>
                  <a:lnTo>
                    <a:pt x="1110" y="0"/>
                  </a:lnTo>
                  <a:close/>
                </a:path>
              </a:pathLst>
            </a:custGeom>
            <a:grpFill/>
            <a:ln w="0">
              <a:noFill/>
              <a:prstDash val="solid"/>
              <a:round/>
              <a:headEnd/>
              <a:tailEnd/>
            </a:ln>
          </p:spPr>
          <p:txBody>
            <a:bodyPr vert="horz" wrap="square" lIns="121920" tIns="60960" rIns="121920" bIns="60960" numCol="1" anchor="t" anchorCtr="0" compatLnSpc="1">
              <a:prstTxWarp prst="textNoShape">
                <a:avLst/>
              </a:prstTxWarp>
            </a:bodyPr>
            <a:lstStyle/>
            <a:p>
              <a:endParaRPr lang="en-US" sz="3200">
                <a:solidFill>
                  <a:schemeClr val="bg1"/>
                </a:solidFill>
              </a:endParaRPr>
            </a:p>
          </p:txBody>
        </p:sp>
      </p:grpSp>
      <p:sp>
        <p:nvSpPr>
          <p:cNvPr id="28" name="Inhaltsplatzhalter 4"/>
          <p:cNvSpPr txBox="1">
            <a:spLocks/>
          </p:cNvSpPr>
          <p:nvPr/>
        </p:nvSpPr>
        <p:spPr>
          <a:xfrm>
            <a:off x="511783" y="2687875"/>
            <a:ext cx="2202016" cy="1689117"/>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buNone/>
            </a:pPr>
            <a:r>
              <a:rPr lang="en-US" sz="2133" dirty="0">
                <a:latin typeface="+mj-lt"/>
              </a:rPr>
              <a:t>Model #1</a:t>
            </a:r>
            <a:br>
              <a:rPr lang="en-US" sz="2133" dirty="0">
                <a:latin typeface="+mj-lt"/>
              </a:rPr>
            </a:br>
            <a:r>
              <a:rPr lang="en-US" sz="1333" dirty="0">
                <a:latin typeface="+mj-lt"/>
              </a:rPr>
              <a:t>simply dummy text of the printing and typesetting industry. Lorem Ipsum has been</a:t>
            </a:r>
            <a:endParaRPr lang="en-US" sz="1400" dirty="0">
              <a:latin typeface="+mj-lt"/>
            </a:endParaRPr>
          </a:p>
        </p:txBody>
      </p:sp>
      <p:cxnSp>
        <p:nvCxnSpPr>
          <p:cNvPr id="35" name="Straight Connector 34"/>
          <p:cNvCxnSpPr/>
          <p:nvPr/>
        </p:nvCxnSpPr>
        <p:spPr>
          <a:xfrm>
            <a:off x="3176604" y="2222884"/>
            <a:ext cx="0" cy="200460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a:off x="6120756" y="2222884"/>
            <a:ext cx="0" cy="200460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p:nvPr/>
        </p:nvCxnSpPr>
        <p:spPr>
          <a:xfrm>
            <a:off x="9100784" y="2222884"/>
            <a:ext cx="0" cy="2004608"/>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6" name="Inhaltsplatzhalter 4"/>
          <p:cNvSpPr txBox="1">
            <a:spLocks/>
          </p:cNvSpPr>
          <p:nvPr/>
        </p:nvSpPr>
        <p:spPr>
          <a:xfrm>
            <a:off x="6489396" y="2687875"/>
            <a:ext cx="2202016" cy="1689117"/>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buNone/>
            </a:pPr>
            <a:r>
              <a:rPr lang="en-US" sz="2133" dirty="0">
                <a:latin typeface="+mj-lt"/>
              </a:rPr>
              <a:t>Model #3</a:t>
            </a:r>
            <a:br>
              <a:rPr lang="en-US" sz="2133" dirty="0">
                <a:latin typeface="+mj-lt"/>
              </a:rPr>
            </a:br>
            <a:r>
              <a:rPr lang="en-US" sz="1333" dirty="0">
                <a:latin typeface="+mj-lt"/>
              </a:rPr>
              <a:t>simply dummy text of the printing and typesetting industry. Lorem Ipsum has been</a:t>
            </a:r>
            <a:endParaRPr lang="en-US" sz="1400" dirty="0">
              <a:latin typeface="+mj-lt"/>
            </a:endParaRPr>
          </a:p>
        </p:txBody>
      </p:sp>
      <p:sp>
        <p:nvSpPr>
          <p:cNvPr id="47" name="Inhaltsplatzhalter 4"/>
          <p:cNvSpPr txBox="1">
            <a:spLocks/>
          </p:cNvSpPr>
          <p:nvPr/>
        </p:nvSpPr>
        <p:spPr>
          <a:xfrm>
            <a:off x="9478201" y="2687875"/>
            <a:ext cx="2202016" cy="1689117"/>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buNone/>
            </a:pPr>
            <a:r>
              <a:rPr lang="en-US" sz="2133" dirty="0">
                <a:latin typeface="+mj-lt"/>
              </a:rPr>
              <a:t>Model #4</a:t>
            </a:r>
            <a:br>
              <a:rPr lang="en-US" sz="2133" dirty="0">
                <a:latin typeface="+mj-lt"/>
              </a:rPr>
            </a:br>
            <a:r>
              <a:rPr lang="en-US" sz="1333" dirty="0">
                <a:latin typeface="+mj-lt"/>
              </a:rPr>
              <a:t>simply dummy text of the printing and typesetting industry. Lorem Ipsum has been</a:t>
            </a:r>
            <a:endParaRPr lang="en-US" sz="1400" dirty="0">
              <a:latin typeface="+mj-lt"/>
            </a:endParaRPr>
          </a:p>
        </p:txBody>
      </p:sp>
      <p:sp>
        <p:nvSpPr>
          <p:cNvPr id="13" name="Rectangle 12">
            <a:extLst>
              <a:ext uri="{FF2B5EF4-FFF2-40B4-BE49-F238E27FC236}">
                <a16:creationId xmlns:a16="http://schemas.microsoft.com/office/drawing/2014/main" xmlns="" id="{0478A6CC-8FFD-B0EB-AF62-1AE85800D9C4}"/>
              </a:ext>
            </a:extLst>
          </p:cNvPr>
          <p:cNvSpPr/>
          <p:nvPr/>
        </p:nvSpPr>
        <p:spPr>
          <a:xfrm>
            <a:off x="558163" y="1447800"/>
            <a:ext cx="11125185" cy="4572000"/>
          </a:xfrm>
          <a:prstGeom prst="rect">
            <a:avLst/>
          </a:prstGeom>
          <a:ln>
            <a:noFill/>
          </a:ln>
        </p:spPr>
        <p:style>
          <a:lnRef idx="2">
            <a:schemeClr val="accent4"/>
          </a:lnRef>
          <a:fillRef idx="1">
            <a:schemeClr val="lt1"/>
          </a:fillRef>
          <a:effectRef idx="0">
            <a:schemeClr val="accent4"/>
          </a:effectRef>
          <a:fontRef idx="minor">
            <a:schemeClr val="dk1"/>
          </a:fontRef>
        </p:style>
        <p:txBody>
          <a:bodyPr rtlCol="0" anchor="ctr"/>
          <a:lstStyle/>
          <a:p>
            <a:pPr algn="just"/>
            <a:r>
              <a:rPr lang="fr-FR" sz="9600" dirty="0">
                <a:latin typeface="Century Gothic" panose="020B0502020202020204" pitchFamily="34" charset="0"/>
              </a:rPr>
              <a:t>       </a:t>
            </a:r>
            <a:r>
              <a:rPr lang="fr-FR" sz="4400" b="1" dirty="0">
                <a:solidFill>
                  <a:srgbClr val="0070C0"/>
                </a:solidFill>
                <a:latin typeface="Century Gothic" panose="020B0502020202020204" pitchFamily="34" charset="0"/>
              </a:rPr>
              <a:t>Merci pour l’attention!</a:t>
            </a:r>
          </a:p>
          <a:p>
            <a:pPr algn="just"/>
            <a:endParaRPr lang="fr-FR" sz="4400" b="1" dirty="0">
              <a:solidFill>
                <a:srgbClr val="0070C0"/>
              </a:solidFill>
              <a:latin typeface="Century Gothic" panose="020B0502020202020204" pitchFamily="34" charset="0"/>
            </a:endParaRPr>
          </a:p>
          <a:p>
            <a:pPr algn="just"/>
            <a:endParaRPr lang="fr-FR" sz="4400" b="1" dirty="0">
              <a:solidFill>
                <a:srgbClr val="0070C0"/>
              </a:solidFill>
              <a:latin typeface="Century Gothic" panose="020B0502020202020204" pitchFamily="34" charset="0"/>
            </a:endParaRPr>
          </a:p>
          <a:p>
            <a:pPr algn="just"/>
            <a:r>
              <a:rPr lang="fr-FR" sz="4400" b="1" dirty="0">
                <a:solidFill>
                  <a:srgbClr val="0070C0"/>
                </a:solidFill>
                <a:latin typeface="Century Gothic" panose="020B0502020202020204" pitchFamily="34" charset="0"/>
              </a:rPr>
              <a:t>  Ouvrez votre compte titre maintenant</a:t>
            </a:r>
          </a:p>
          <a:p>
            <a:pPr algn="just"/>
            <a:endParaRPr lang="fr-FR" sz="4400" dirty="0">
              <a:latin typeface="Century Gothic" panose="020B0502020202020204" pitchFamily="34" charset="0"/>
            </a:endParaRPr>
          </a:p>
          <a:p>
            <a:pPr algn="just"/>
            <a:endParaRPr lang="fr-FR" sz="4000" dirty="0">
              <a:latin typeface="Century Gothic" panose="020B0502020202020204" pitchFamily="34" charset="0"/>
            </a:endParaRPr>
          </a:p>
        </p:txBody>
      </p:sp>
      <p:sp>
        <p:nvSpPr>
          <p:cNvPr id="15" name="Title 1">
            <a:extLst>
              <a:ext uri="{FF2B5EF4-FFF2-40B4-BE49-F238E27FC236}">
                <a16:creationId xmlns:a16="http://schemas.microsoft.com/office/drawing/2014/main" xmlns="" id="{3D04A129-4170-4C6F-0351-2FBCB4DD4207}"/>
              </a:ext>
            </a:extLst>
          </p:cNvPr>
          <p:cNvSpPr txBox="1">
            <a:spLocks/>
          </p:cNvSpPr>
          <p:nvPr/>
        </p:nvSpPr>
        <p:spPr>
          <a:xfrm>
            <a:off x="1727200" y="516152"/>
            <a:ext cx="10464800" cy="399768"/>
          </a:xfrm>
          <a:prstGeom prst="rect">
            <a:avLst/>
          </a:prstGeom>
        </p:spPr>
        <p:style>
          <a:lnRef idx="1">
            <a:schemeClr val="accent3"/>
          </a:lnRef>
          <a:fillRef idx="2">
            <a:schemeClr val="accent3"/>
          </a:fillRef>
          <a:effectRef idx="1">
            <a:schemeClr val="accent3"/>
          </a:effectRef>
          <a:fontRef idx="minor">
            <a:schemeClr val="dk1"/>
          </a:fontRef>
        </p:style>
        <p:txBody>
          <a:bodyPr lIns="0" tIns="0" rIns="0" bIns="0" anchor="ctr"/>
          <a:lstStyle>
            <a:lvl1pPr algn="ctr" defTabSz="914400" rtl="0" eaLnBrk="1" latinLnBrk="0" hangingPunct="1">
              <a:spcBef>
                <a:spcPct val="0"/>
              </a:spcBef>
              <a:buNone/>
              <a:defRPr sz="3200" kern="1200">
                <a:solidFill>
                  <a:schemeClr val="bg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l"/>
            <a:endParaRPr lang="fr-FR" sz="2400" b="1" dirty="0">
              <a:solidFill>
                <a:schemeClr val="tx1"/>
              </a:solidFill>
              <a:latin typeface="Century Gothic" panose="020B0502020202020204" pitchFamily="34" charset="0"/>
            </a:endParaRPr>
          </a:p>
        </p:txBody>
      </p:sp>
    </p:spTree>
    <p:extLst>
      <p:ext uri="{BB962C8B-B14F-4D97-AF65-F5344CB8AC3E}">
        <p14:creationId xmlns:p14="http://schemas.microsoft.com/office/powerpoint/2010/main" val="1828056982"/>
      </p:ext>
    </p:extLst>
  </p:cSld>
  <p:clrMapOvr>
    <a:masterClrMapping/>
  </p:clrMapOvr>
  <mc:AlternateContent xmlns:mc="http://schemas.openxmlformats.org/markup-compatibility/2006">
    <mc:Choice xmlns:p14="http://schemas.microsoft.com/office/powerpoint/2010/main" Requires="p14">
      <p:transition spd="slow" p14:dur="3000" advClick="0" advTm="2000">
        <p14:shred/>
      </p:transition>
    </mc:Choice>
    <mc:Fallback>
      <p:transition spd="slow" advClick="0" advTm="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accel="20000" decel="6000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16" presetClass="entr" presetSubtype="37" fill="hold" grpId="0" nodeType="with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barn(outVertical)">
                                      <p:cBhvr>
                                        <p:cTn id="11" dur="500"/>
                                        <p:tgtEl>
                                          <p:spTgt spid="28"/>
                                        </p:tgtEl>
                                      </p:cBhvr>
                                    </p:animEffect>
                                  </p:childTnLst>
                                </p:cTn>
                              </p:par>
                            </p:childTnLst>
                          </p:cTn>
                        </p:par>
                        <p:par>
                          <p:cTn id="12" fill="hold">
                            <p:stCondLst>
                              <p:cond delay="500"/>
                            </p:stCondLst>
                            <p:childTnLst>
                              <p:par>
                                <p:cTn id="13" presetID="2" presetClass="entr" presetSubtype="4" accel="20000" decel="60000"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 calcmode="lin" valueType="num">
                                      <p:cBhvr additive="base">
                                        <p:cTn id="15" dur="500" fill="hold"/>
                                        <p:tgtEl>
                                          <p:spTgt spid="17"/>
                                        </p:tgtEl>
                                        <p:attrNameLst>
                                          <p:attrName>ppt_x</p:attrName>
                                        </p:attrNameLst>
                                      </p:cBhvr>
                                      <p:tavLst>
                                        <p:tav tm="0">
                                          <p:val>
                                            <p:strVal val="#ppt_x"/>
                                          </p:val>
                                        </p:tav>
                                        <p:tav tm="100000">
                                          <p:val>
                                            <p:strVal val="#ppt_x"/>
                                          </p:val>
                                        </p:tav>
                                      </p:tavLst>
                                    </p:anim>
                                    <p:anim calcmode="lin" valueType="num">
                                      <p:cBhvr additive="base">
                                        <p:cTn id="16" dur="500" fill="hold"/>
                                        <p:tgtEl>
                                          <p:spTgt spid="17"/>
                                        </p:tgtEl>
                                        <p:attrNameLst>
                                          <p:attrName>ppt_y</p:attrName>
                                        </p:attrNameLst>
                                      </p:cBhvr>
                                      <p:tavLst>
                                        <p:tav tm="0">
                                          <p:val>
                                            <p:strVal val="1+#ppt_h/2"/>
                                          </p:val>
                                        </p:tav>
                                        <p:tav tm="100000">
                                          <p:val>
                                            <p:strVal val="#ppt_y"/>
                                          </p:val>
                                        </p:tav>
                                      </p:tavLst>
                                    </p:anim>
                                  </p:childTnLst>
                                </p:cTn>
                              </p:par>
                            </p:childTnLst>
                          </p:cTn>
                        </p:par>
                        <p:par>
                          <p:cTn id="17" fill="hold">
                            <p:stCondLst>
                              <p:cond delay="1000"/>
                            </p:stCondLst>
                            <p:childTnLst>
                              <p:par>
                                <p:cTn id="18" presetID="2" presetClass="entr" presetSubtype="4" accel="20000" decel="60000" fill="hold" grpId="0" nodeType="afterEffect">
                                  <p:stCondLst>
                                    <p:cond delay="0"/>
                                  </p:stCondLst>
                                  <p:childTnLst>
                                    <p:set>
                                      <p:cBhvr>
                                        <p:cTn id="19" dur="1" fill="hold">
                                          <p:stCondLst>
                                            <p:cond delay="0"/>
                                          </p:stCondLst>
                                        </p:cTn>
                                        <p:tgtEl>
                                          <p:spTgt spid="22"/>
                                        </p:tgtEl>
                                        <p:attrNameLst>
                                          <p:attrName>style.visibility</p:attrName>
                                        </p:attrNameLst>
                                      </p:cBhvr>
                                      <p:to>
                                        <p:strVal val="visible"/>
                                      </p:to>
                                    </p:set>
                                    <p:anim calcmode="lin" valueType="num">
                                      <p:cBhvr additive="base">
                                        <p:cTn id="20" dur="500" fill="hold"/>
                                        <p:tgtEl>
                                          <p:spTgt spid="22"/>
                                        </p:tgtEl>
                                        <p:attrNameLst>
                                          <p:attrName>ppt_x</p:attrName>
                                        </p:attrNameLst>
                                      </p:cBhvr>
                                      <p:tavLst>
                                        <p:tav tm="0">
                                          <p:val>
                                            <p:strVal val="#ppt_x"/>
                                          </p:val>
                                        </p:tav>
                                        <p:tav tm="100000">
                                          <p:val>
                                            <p:strVal val="#ppt_x"/>
                                          </p:val>
                                        </p:tav>
                                      </p:tavLst>
                                    </p:anim>
                                    <p:anim calcmode="lin" valueType="num">
                                      <p:cBhvr additive="base">
                                        <p:cTn id="21" dur="500" fill="hold"/>
                                        <p:tgtEl>
                                          <p:spTgt spid="22"/>
                                        </p:tgtEl>
                                        <p:attrNameLst>
                                          <p:attrName>ppt_y</p:attrName>
                                        </p:attrNameLst>
                                      </p:cBhvr>
                                      <p:tavLst>
                                        <p:tav tm="0">
                                          <p:val>
                                            <p:strVal val="1+#ppt_h/2"/>
                                          </p:val>
                                        </p:tav>
                                        <p:tav tm="100000">
                                          <p:val>
                                            <p:strVal val="#ppt_y"/>
                                          </p:val>
                                        </p:tav>
                                      </p:tavLst>
                                    </p:anim>
                                  </p:childTnLst>
                                </p:cTn>
                              </p:par>
                              <p:par>
                                <p:cTn id="22" presetID="16" presetClass="entr" presetSubtype="37" fill="hold" grpId="0" nodeType="withEffect">
                                  <p:stCondLst>
                                    <p:cond delay="0"/>
                                  </p:stCondLst>
                                  <p:childTnLst>
                                    <p:set>
                                      <p:cBhvr>
                                        <p:cTn id="23" dur="1" fill="hold">
                                          <p:stCondLst>
                                            <p:cond delay="0"/>
                                          </p:stCondLst>
                                        </p:cTn>
                                        <p:tgtEl>
                                          <p:spTgt spid="46"/>
                                        </p:tgtEl>
                                        <p:attrNameLst>
                                          <p:attrName>style.visibility</p:attrName>
                                        </p:attrNameLst>
                                      </p:cBhvr>
                                      <p:to>
                                        <p:strVal val="visible"/>
                                      </p:to>
                                    </p:set>
                                    <p:animEffect transition="in" filter="barn(outVertical)">
                                      <p:cBhvr>
                                        <p:cTn id="24" dur="500"/>
                                        <p:tgtEl>
                                          <p:spTgt spid="46"/>
                                        </p:tgtEl>
                                      </p:cBhvr>
                                    </p:animEffect>
                                  </p:childTnLst>
                                </p:cTn>
                              </p:par>
                            </p:childTnLst>
                          </p:cTn>
                        </p:par>
                        <p:par>
                          <p:cTn id="25" fill="hold">
                            <p:stCondLst>
                              <p:cond delay="1500"/>
                            </p:stCondLst>
                            <p:childTnLst>
                              <p:par>
                                <p:cTn id="26" presetID="2" presetClass="entr" presetSubtype="4" accel="20000" decel="60000" fill="hold" nodeType="afterEffect">
                                  <p:stCondLst>
                                    <p:cond delay="0"/>
                                  </p:stCondLst>
                                  <p:childTnLst>
                                    <p:set>
                                      <p:cBhvr>
                                        <p:cTn id="27" dur="1" fill="hold">
                                          <p:stCondLst>
                                            <p:cond delay="0"/>
                                          </p:stCondLst>
                                        </p:cTn>
                                        <p:tgtEl>
                                          <p:spTgt spid="25"/>
                                        </p:tgtEl>
                                        <p:attrNameLst>
                                          <p:attrName>style.visibility</p:attrName>
                                        </p:attrNameLst>
                                      </p:cBhvr>
                                      <p:to>
                                        <p:strVal val="visible"/>
                                      </p:to>
                                    </p:set>
                                    <p:anim calcmode="lin" valueType="num">
                                      <p:cBhvr additive="base">
                                        <p:cTn id="28" dur="500" fill="hold"/>
                                        <p:tgtEl>
                                          <p:spTgt spid="25"/>
                                        </p:tgtEl>
                                        <p:attrNameLst>
                                          <p:attrName>ppt_x</p:attrName>
                                        </p:attrNameLst>
                                      </p:cBhvr>
                                      <p:tavLst>
                                        <p:tav tm="0">
                                          <p:val>
                                            <p:strVal val="#ppt_x"/>
                                          </p:val>
                                        </p:tav>
                                        <p:tav tm="100000">
                                          <p:val>
                                            <p:strVal val="#ppt_x"/>
                                          </p:val>
                                        </p:tav>
                                      </p:tavLst>
                                    </p:anim>
                                    <p:anim calcmode="lin" valueType="num">
                                      <p:cBhvr additive="base">
                                        <p:cTn id="29" dur="500" fill="hold"/>
                                        <p:tgtEl>
                                          <p:spTgt spid="25"/>
                                        </p:tgtEl>
                                        <p:attrNameLst>
                                          <p:attrName>ppt_y</p:attrName>
                                        </p:attrNameLst>
                                      </p:cBhvr>
                                      <p:tavLst>
                                        <p:tav tm="0">
                                          <p:val>
                                            <p:strVal val="1+#ppt_h/2"/>
                                          </p:val>
                                        </p:tav>
                                        <p:tav tm="100000">
                                          <p:val>
                                            <p:strVal val="#ppt_y"/>
                                          </p:val>
                                        </p:tav>
                                      </p:tavLst>
                                    </p:anim>
                                  </p:childTnLst>
                                </p:cTn>
                              </p:par>
                              <p:par>
                                <p:cTn id="30" presetID="16" presetClass="entr" presetSubtype="37" fill="hold" grpId="0" nodeType="withEffect">
                                  <p:stCondLst>
                                    <p:cond delay="0"/>
                                  </p:stCondLst>
                                  <p:childTnLst>
                                    <p:set>
                                      <p:cBhvr>
                                        <p:cTn id="31" dur="1" fill="hold">
                                          <p:stCondLst>
                                            <p:cond delay="0"/>
                                          </p:stCondLst>
                                        </p:cTn>
                                        <p:tgtEl>
                                          <p:spTgt spid="47"/>
                                        </p:tgtEl>
                                        <p:attrNameLst>
                                          <p:attrName>style.visibility</p:attrName>
                                        </p:attrNameLst>
                                      </p:cBhvr>
                                      <p:to>
                                        <p:strVal val="visible"/>
                                      </p:to>
                                    </p:set>
                                    <p:animEffect transition="in" filter="barn(outVertical)">
                                      <p:cBhvr>
                                        <p:cTn id="3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22" grpId="0" animBg="1"/>
      <p:bldP spid="28" grpId="0"/>
      <p:bldP spid="46" grpId="0"/>
      <p:bldP spid="47" grpId="0"/>
    </p:bldLst>
  </p:timing>
</p:sld>
</file>

<file path=ppt/theme/theme1.xml><?xml version="1.0" encoding="utf-8"?>
<a:theme xmlns:a="http://schemas.openxmlformats.org/drawingml/2006/main" name="Default Theme">
  <a:themeElements>
    <a:clrScheme name="SlideSalad Theme 28">
      <a:dk1>
        <a:srgbClr val="262626"/>
      </a:dk1>
      <a:lt1>
        <a:srgbClr val="FFFFFF"/>
      </a:lt1>
      <a:dk2>
        <a:srgbClr val="262626"/>
      </a:dk2>
      <a:lt2>
        <a:srgbClr val="FFFFFF"/>
      </a:lt2>
      <a:accent1>
        <a:srgbClr val="01A59E"/>
      </a:accent1>
      <a:accent2>
        <a:srgbClr val="1991AC"/>
      </a:accent2>
      <a:accent3>
        <a:srgbClr val="4376AB"/>
      </a:accent3>
      <a:accent4>
        <a:srgbClr val="5F5CA3"/>
      </a:accent4>
      <a:accent5>
        <a:srgbClr val="785CA3"/>
      </a:accent5>
      <a:accent6>
        <a:srgbClr val="725CA2"/>
      </a:accent6>
      <a:hlink>
        <a:srgbClr val="FFFFFF"/>
      </a:hlink>
      <a:folHlink>
        <a:srgbClr val="595959"/>
      </a:folHlink>
    </a:clrScheme>
    <a:fontScheme name="Custom 84">
      <a:majorFont>
        <a:latin typeface="Roboto"/>
        <a:ea typeface=""/>
        <a:cs typeface=""/>
      </a:majorFont>
      <a:minorFont>
        <a:latin typeface="Roboto"/>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tx1"/>
        </a:solidFill>
        <a:ln w="9525">
          <a:noFill/>
          <a:round/>
          <a:headEnd/>
          <a:tailEnd/>
        </a:ln>
      </a:spPr>
      <a:bodyPr vert="horz" wrap="square" lIns="91440" tIns="45720" rIns="91440" bIns="45720" numCol="1" anchor="t" anchorCtr="0" compatLnSpc="1">
        <a:prstTxWarp prst="textNoShape">
          <a:avLst/>
        </a:prstTxWarp>
      </a:bodyPr>
      <a:lstStyle>
        <a:defPPr>
          <a:defRPr/>
        </a:defPPr>
      </a:lstStyle>
    </a:spDef>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76">
      <a:majorFont>
        <a:latin typeface="Roboto"/>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3397</Words>
  <Application>Microsoft Office PowerPoint</Application>
  <PresentationFormat>Personnalisé</PresentationFormat>
  <Paragraphs>616</Paragraphs>
  <Slides>25</Slides>
  <Notes>0</Notes>
  <HiddenSlides>0</HiddenSlides>
  <MMClips>0</MMClips>
  <ScaleCrop>false</ScaleCrop>
  <HeadingPairs>
    <vt:vector size="4" baseType="variant">
      <vt:variant>
        <vt:lpstr>Thème</vt:lpstr>
      </vt:variant>
      <vt:variant>
        <vt:i4>2</vt:i4>
      </vt:variant>
      <vt:variant>
        <vt:lpstr>Titres des diapositives</vt:lpstr>
      </vt:variant>
      <vt:variant>
        <vt:i4>25</vt:i4>
      </vt:variant>
    </vt:vector>
  </HeadingPairs>
  <TitlesOfParts>
    <vt:vector size="27" baseType="lpstr">
      <vt:lpstr>Default Theme</vt:lpstr>
      <vt:lpstr>Custom Design</vt:lpstr>
      <vt:lpstr>Présentation PowerPoint</vt:lpstr>
      <vt:lpstr>Présentation PowerPoint</vt:lpstr>
      <vt:lpstr>1. Qui sommes-nous? </vt:lpstr>
      <vt:lpstr>Facebook Stats Slide</vt:lpstr>
      <vt:lpstr>Facebook Stats Slide</vt:lpstr>
      <vt:lpstr>Facebook Stats Slide</vt:lpstr>
      <vt:lpstr>Facebook Stats Slide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Facebook Stats Slide</vt:lpstr>
      <vt:lpstr>Présentation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High Tech</dc:creator>
  <cp:lastModifiedBy>PC</cp:lastModifiedBy>
  <cp:revision>1566</cp:revision>
  <dcterms:created xsi:type="dcterms:W3CDTF">2015-09-08T18:46:55Z</dcterms:created>
  <dcterms:modified xsi:type="dcterms:W3CDTF">2024-06-07T15:01:29Z</dcterms:modified>
</cp:coreProperties>
</file>